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boy.wav" ContentType="audio/wav"/>
  <Override PartName="/ppt/media/snd_a_duck.wav" ContentType="audio/wav"/>
  <Override PartName="/ppt/media/snd_a_girl.wav" ContentType="audio/wav"/>
  <Override PartName="/ppt/media/snd_a_turtle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duck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duck.wav"/><Relationship Id="rId10" Type="http://schemas.openxmlformats.org/officeDocument/2006/relationships/audio" Target="../media/snd_a_boy.wav"/><Relationship Id="rId11" Type="http://schemas.openxmlformats.org/officeDocument/2006/relationships/audio" Target="../media/snd_a_turtle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duck.wav"/><Relationship Id="rId10" Type="http://schemas.openxmlformats.org/officeDocument/2006/relationships/audio" Target="../media/snd_a_boy.wav"/><Relationship Id="rId11" Type="http://schemas.openxmlformats.org/officeDocument/2006/relationships/audio" Target="../media/snd_a_turtle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duck.wav"/><Relationship Id="rId11" Type="http://schemas.openxmlformats.org/officeDocument/2006/relationships/audio" Target="../media/snd_win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duck.wav"/><Relationship Id="rId10" Type="http://schemas.openxmlformats.org/officeDocument/2006/relationships/audio" Target="../media/snd_a_boy.wav"/><Relationship Id="rId11" Type="http://schemas.openxmlformats.org/officeDocument/2006/relationships/audio" Target="../media/snd_a_turtle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3.png"/><Relationship Id="rId8" Type="http://schemas.openxmlformats.org/officeDocument/2006/relationships/audio" Target="../media/snd_a_duck.wav"/><Relationship Id="rId9" Type="http://schemas.openxmlformats.org/officeDocument/2006/relationships/audio" Target="../media/snd_a_boy.wav"/><Relationship Id="rId10" Type="http://schemas.openxmlformats.org/officeDocument/2006/relationships/audio" Target="../media/snd_a_turtle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duck.wav"/><Relationship Id="rId10" Type="http://schemas.openxmlformats.org/officeDocument/2006/relationships/audio" Target="../media/snd_a_boy.wav"/><Relationship Id="rId11" Type="http://schemas.openxmlformats.org/officeDocument/2006/relationships/audio" Target="../media/snd_a_turtle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duck.wav"/><Relationship Id="rId10" Type="http://schemas.openxmlformats.org/officeDocument/2006/relationships/audio" Target="../media/snd_a_boy.wav"/><Relationship Id="rId11" Type="http://schemas.openxmlformats.org/officeDocument/2006/relationships/audio" Target="../media/snd_a_turtle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3.png"/><Relationship Id="rId10" Type="http://schemas.openxmlformats.org/officeDocument/2006/relationships/audio" Target="../media/snd_a_duck.wav"/><Relationship Id="rId11" Type="http://schemas.openxmlformats.org/officeDocument/2006/relationships/audio" Target="../media/snd_win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2.xml"/><Relationship Id="rId8" Type="http://schemas.openxmlformats.org/officeDocument/2006/relationships/slide" Target="slide66.xml"/><Relationship Id="rId9" Type="http://schemas.openxmlformats.org/officeDocument/2006/relationships/slide" Target="slide6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duck.wav"/><Relationship Id="rId10" Type="http://schemas.openxmlformats.org/officeDocument/2006/relationships/audio" Target="../media/snd_a_boy.wav"/><Relationship Id="rId11" Type="http://schemas.openxmlformats.org/officeDocument/2006/relationships/audio" Target="../media/snd_a_turtle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Relationship Id="rId6" Type="http://schemas.openxmlformats.org/officeDocument/2006/relationships/slide" Target="slide65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4.xml"/><Relationship Id="rId7" Type="http://schemas.openxmlformats.org/officeDocument/2006/relationships/image" Target="../media/image13.png"/><Relationship Id="rId8" Type="http://schemas.openxmlformats.org/officeDocument/2006/relationships/audio" Target="../media/snd_a_duck.wav"/><Relationship Id="rId9" Type="http://schemas.openxmlformats.org/officeDocument/2006/relationships/audio" Target="../media/snd_a_boy.wav"/><Relationship Id="rId10" Type="http://schemas.openxmlformats.org/officeDocument/2006/relationships/audio" Target="../media/snd_a_turtle.wav"/><Relationship Id="rId11" Type="http://schemas.openxmlformats.org/officeDocument/2006/relationships/audio" Target="../media/snd_level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5.xml"/><Relationship Id="rId8" Type="http://schemas.openxmlformats.org/officeDocument/2006/relationships/slide" Target="slide79.xml"/><Relationship Id="rId9" Type="http://schemas.openxmlformats.org/officeDocument/2006/relationships/slide" Target="slide7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duck.wav"/><Relationship Id="rId10" Type="http://schemas.openxmlformats.org/officeDocument/2006/relationships/audio" Target="../media/snd_a_boy.wav"/><Relationship Id="rId11" Type="http://schemas.openxmlformats.org/officeDocument/2006/relationships/audio" Target="../media/snd_a_turtle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6.xml"/><Relationship Id="rId6" Type="http://schemas.openxmlformats.org/officeDocument/2006/relationships/slide" Target="slide77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3.png"/><Relationship Id="rId17" Type="http://schemas.openxmlformats.org/officeDocument/2006/relationships/audio" Target="../media/snd_a_duck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7.xml"/><Relationship Id="rId8" Type="http://schemas.openxmlformats.org/officeDocument/2006/relationships/slide" Target="slide90.xml"/><Relationship Id="rId9" Type="http://schemas.openxmlformats.org/officeDocument/2006/relationships/slide" Target="slide89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3.png"/><Relationship Id="rId9" Type="http://schemas.openxmlformats.org/officeDocument/2006/relationships/audio" Target="../media/snd_a_duck.wav"/><Relationship Id="rId10" Type="http://schemas.openxmlformats.org/officeDocument/2006/relationships/audio" Target="../media/snd_a_boy.wav"/><Relationship Id="rId11" Type="http://schemas.openxmlformats.org/officeDocument/2006/relationships/audio" Target="../media/snd_a_turtle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8.xml"/><Relationship Id="rId6" Type="http://schemas.openxmlformats.org/officeDocument/2006/relationships/slide" Target="slide88.xml"/><Relationship Id="rId7" Type="http://schemas.openxmlformats.org/officeDocument/2006/relationships/audio" Target="../media/snd_oops.wav"/><Relationship Id="rId8" Type="http://schemas.openxmlformats.org/officeDocument/2006/relationships/image" Target="../media/image13.png"/><Relationship Id="rId9" Type="http://schemas.openxmlformats.org/officeDocument/2006/relationships/audio" Target="../media/snd_aww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3.png"/><Relationship Id="rId15" Type="http://schemas.openxmlformats.org/officeDocument/2006/relationships/audio" Target="../media/snd_a_duck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19.xml"/><Relationship Id="rId8" Type="http://schemas.openxmlformats.org/officeDocument/2006/relationships/image" Target="../media/image13.png"/><Relationship Id="rId9" Type="http://schemas.openxmlformats.org/officeDocument/2006/relationships/audio" Target="../media/snd_a_duck.wav"/><Relationship Id="rId10" Type="http://schemas.openxmlformats.org/officeDocument/2006/relationships/audio" Target="../media/snd_a_boy.wav"/><Relationship Id="rId11" Type="http://schemas.openxmlformats.org/officeDocument/2006/relationships/audio" Target="../media/snd_a_turtle.wav"/><Relationship Id="rId12" Type="http://schemas.openxmlformats.org/officeDocument/2006/relationships/audio" Target="../media/snd_a_girl.wav"/><Relationship Id="rId13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ب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9" name="S02 F1 mark" descr="ب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990051" y="6461760"/>
            <a:ext cx="251229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82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64436" y="6461760"/>
            <a:ext cx="376844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21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738822" y="6461760"/>
            <a:ext cx="502458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059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613207" y="6461760"/>
            <a:ext cx="628073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498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487593" y="6461760"/>
            <a:ext cx="753687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936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61978" y="6461760"/>
            <a:ext cx="879302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75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36364" y="6461760"/>
            <a:ext cx="1004916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14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C1440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ب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د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دَب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دَبَ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بَد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بَدَ</a:t>
            </a:r>
          </a:p>
        </p:txBody>
      </p:sp>
      <p:pic>
        <p:nvPicPr>
          <p:cNvPr id="15" name="turtle holding answer 3" descr="turtle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بَذ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بَذَ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236364" y="6461760"/>
            <a:ext cx="1004916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8140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turtle cheering" descr="turtle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بَد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بَدَ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9236364" y="6461760"/>
            <a:ext cx="1004916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8140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ب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5" name="F2 mark" descr="ب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ب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أَبَتَ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9110749" y="6461760"/>
            <a:ext cx="1130531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525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ب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5" name="F2 mark" descr="ب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ب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تَبَثَ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985135" y="6461760"/>
            <a:ext cx="125614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911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ب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5" name="F2 mark" descr="ب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ب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ثَبَجَ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859520" y="6461760"/>
            <a:ext cx="1381760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29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ب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5" name="F2 mark" descr="ب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ب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جَبَحَ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733905" y="6461760"/>
            <a:ext cx="150737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681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ب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5" name="F2 mark" descr="ب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ب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حَبَخَ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608291" y="6461760"/>
            <a:ext cx="1632989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06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ب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5" name="F2 mark" descr="ب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ب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خَبَدَ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482676" y="6461760"/>
            <a:ext cx="1758604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452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ب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5" name="F2 mark" descr="ب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ب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دَبَأَ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357062" y="6461760"/>
            <a:ext cx="1884218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838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231447" y="6461760"/>
            <a:ext cx="2009833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22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C1440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أ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ب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ب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بَأَ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بَب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بَبَ</a:t>
            </a:r>
          </a:p>
        </p:txBody>
      </p:sp>
      <p:pic>
        <p:nvPicPr>
          <p:cNvPr id="15" name="turtle holding answer 3" descr="turtle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أَب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231447" y="6461760"/>
            <a:ext cx="2009833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223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turtle cheering" descr="turtle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ب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أَبَ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231447" y="6461760"/>
            <a:ext cx="2009833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3223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105833" y="6461760"/>
            <a:ext cx="2135447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60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980218" y="6461760"/>
            <a:ext cx="2261062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99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854604" y="6461760"/>
            <a:ext cx="2386676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38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728989" y="6461760"/>
            <a:ext cx="2512291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76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603375" y="6461760"/>
            <a:ext cx="263790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15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77760" y="6461760"/>
            <a:ext cx="2763520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53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ت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9" name="S02 F1 mark" descr="ت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7352145" y="6461760"/>
            <a:ext cx="288913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921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26531" y="6461760"/>
            <a:ext cx="3014749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30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C1440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ت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أ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ت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تَأَ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أَت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أَتَ</a:t>
            </a:r>
          </a:p>
        </p:txBody>
      </p:sp>
      <p:pic>
        <p:nvPicPr>
          <p:cNvPr id="15" name="turtle holding answer 3" descr="turtle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تَب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26531" y="6461760"/>
            <a:ext cx="3014749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30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turtle cheering" descr="turtle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تَأ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تَأَ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226531" y="6461760"/>
            <a:ext cx="3014749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8307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elebrating" descr="duck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boy celebrating" descr="boy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turtle celebrating" descr="turtle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100916" y="6461760"/>
            <a:ext cx="3140364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69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975302" y="6461760"/>
            <a:ext cx="3265978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07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49687" y="6461760"/>
            <a:ext cx="3391593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46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724073" y="6461760"/>
            <a:ext cx="3517207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84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598458" y="6461760"/>
            <a:ext cx="3642822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23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472844" y="6461760"/>
            <a:ext cx="3768436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62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ت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5" name="F2 mark" descr="ت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ت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أَتَبَ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347229" y="6461760"/>
            <a:ext cx="3894051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005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ت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5" name="F2 mark" descr="ت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ت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بَتَثَ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221615" y="6461760"/>
            <a:ext cx="401966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391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C1440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ب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ت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ث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ثَتَب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ثَتَبَ</a:t>
            </a:r>
          </a:p>
        </p:txBody>
      </p:sp>
      <p:pic>
        <p:nvPicPr>
          <p:cNvPr id="16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بَتَث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بَتَثَ</a:t>
            </a:r>
          </a:p>
        </p:txBody>
      </p:sp>
      <p:pic>
        <p:nvPicPr>
          <p:cNvPr id="18" name="turtle holding answer 3" descr="turtle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بَثَث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بَثَثَ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6221615" y="6461760"/>
            <a:ext cx="401966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39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turtle cheering" descr="turtle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بَتَث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بَتَثَ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221615" y="6461760"/>
            <a:ext cx="401966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3391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ت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5" name="F2 mark" descr="ت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ت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ثَتَجَ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6096000" y="6461760"/>
            <a:ext cx="4145280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77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ت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5" name="F2 mark" descr="ت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ت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جَتَحَ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970385" y="6461760"/>
            <a:ext cx="427089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161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ت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5" name="F2 mark" descr="ت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ت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حَتَخَ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844771" y="6461760"/>
            <a:ext cx="4396509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54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ت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5" name="F2 mark" descr="ت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ت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خَتَدَ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719156" y="6461760"/>
            <a:ext cx="4522124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932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ت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5" name="F2 mark" descr="ت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ت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دَتَأَ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5593542" y="6461760"/>
            <a:ext cx="4647738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318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467927" y="6461760"/>
            <a:ext cx="4773353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0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342313" y="6461760"/>
            <a:ext cx="4898967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08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16698" y="6461760"/>
            <a:ext cx="5024582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47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C1440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ث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ت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تَث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تَثَ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ثَث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ثَثَ</a:t>
            </a:r>
          </a:p>
        </p:txBody>
      </p:sp>
      <p:pic>
        <p:nvPicPr>
          <p:cNvPr id="15" name="turtle holding answer 3" descr="turtle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ثَت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ثَتَ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216698" y="6461760"/>
            <a:ext cx="5024582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8474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turtle cheering" descr="turtle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ثَت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ثَتَ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5216698" y="6461760"/>
            <a:ext cx="5024582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8474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091084" y="6461760"/>
            <a:ext cx="5150196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86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965469" y="6461760"/>
            <a:ext cx="5275811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24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839855" y="6461760"/>
            <a:ext cx="540142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63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714240" y="6461760"/>
            <a:ext cx="5527040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01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ث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9" name="S02 F1 mark" descr="ث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4588625" y="6461760"/>
            <a:ext cx="565265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401" y="5949696"/>
            <a:ext cx="780288" cy="780288"/>
          </a:xfrm>
          <a:prstGeom prst="rect">
            <a:avLst/>
          </a:prstGeom>
        </p:spPr>
      </p:pic>
      <p:pic>
        <p:nvPicPr>
          <p:cNvPr id="22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463011" y="6461760"/>
            <a:ext cx="5778269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787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337396" y="6461760"/>
            <a:ext cx="5903884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172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211782" y="6461760"/>
            <a:ext cx="6029498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558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C1440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ث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ت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ثَت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ثَتَ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تَث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تَثَ</a:t>
            </a:r>
          </a:p>
        </p:txBody>
      </p:sp>
      <p:pic>
        <p:nvPicPr>
          <p:cNvPr id="15" name="turtle holding answer 3" descr="turtle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بَت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بَتَ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211782" y="6461760"/>
            <a:ext cx="6029498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355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turtle cheering" descr="turtle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ثَت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ثَتَ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211782" y="6461760"/>
            <a:ext cx="6029498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3558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elebrating" descr="duck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boy celebrating" descr="boy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turtle celebrating" descr="turtle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086167" y="6461760"/>
            <a:ext cx="6155113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94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960553" y="6461760"/>
            <a:ext cx="6280727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32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834938" y="6461760"/>
            <a:ext cx="6406342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71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709324" y="6461760"/>
            <a:ext cx="6531956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10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ث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5" name="F2 mark" descr="ث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ث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أَثَبَ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583709" y="6461760"/>
            <a:ext cx="6657571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485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ث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5" name="F2 mark" descr="ث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ث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بَثَتَ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458095" y="6461760"/>
            <a:ext cx="678318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871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ث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5" name="F2 mark" descr="ث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ث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تَثَجَ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332480" y="6461760"/>
            <a:ext cx="6908800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256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ث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5" name="F2 mark" descr="ث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ث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جَثَحَ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206865" y="6461760"/>
            <a:ext cx="703441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8641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C1440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ج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ث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ح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حَثَج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حَثَجَ</a:t>
            </a:r>
          </a:p>
        </p:txBody>
      </p:sp>
      <p:pic>
        <p:nvPicPr>
          <p:cNvPr id="16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جَثَح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جَثَحَ</a:t>
            </a:r>
          </a:p>
        </p:txBody>
      </p:sp>
      <p:pic>
        <p:nvPicPr>
          <p:cNvPr id="18" name="turtle holding answer 3" descr="turtle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جَبَح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جَبَحَ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3206865" y="6461760"/>
            <a:ext cx="703441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8641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turtle cheering" descr="turtle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جَثَح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جَثَحَ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206865" y="6461760"/>
            <a:ext cx="703441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8641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ث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5" name="F2 mark" descr="ث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ث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حَثَخَ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081251" y="6461760"/>
            <a:ext cx="7160029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027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ث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5" name="F2 mark" descr="ث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ث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خَثَدَ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2955636" y="6461760"/>
            <a:ext cx="7285644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412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ث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5" name="F2 mark" descr="ث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ث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دَثَأَ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2830022" y="6461760"/>
            <a:ext cx="7411258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798" y="5949696"/>
            <a:ext cx="780288" cy="780288"/>
          </a:xfrm>
          <a:prstGeom prst="rect">
            <a:avLst/>
          </a:prstGeom>
        </p:spPr>
      </p:pic>
      <p:pic>
        <p:nvPicPr>
          <p:cNvPr id="33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704407" y="6461760"/>
            <a:ext cx="7536873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183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578793" y="6461760"/>
            <a:ext cx="7662487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569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53178" y="6461760"/>
            <a:ext cx="7788102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4954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27564" y="6461760"/>
            <a:ext cx="7913716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340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01949" y="6461760"/>
            <a:ext cx="8039331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725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C1440E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ح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ث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uck holding answer 1" descr="duck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ثَح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ثَحَ</a:t>
            </a:r>
          </a:p>
        </p:txBody>
      </p:sp>
      <p:pic>
        <p:nvPicPr>
          <p:cNvPr id="13" name="boy holding answer 2" descr="boy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خَث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خَثَ</a:t>
            </a:r>
          </a:p>
        </p:txBody>
      </p:sp>
      <p:pic>
        <p:nvPicPr>
          <p:cNvPr id="15" name="turtle holding answer 3" descr="turtle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حَث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حَثَ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201949" y="6461760"/>
            <a:ext cx="8039331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3725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heering" descr="duck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uck cheering 2" descr="duck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boy cheering" descr="boy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turtle cheering" descr="turtle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حَث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حَثَ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2201949" y="6461760"/>
            <a:ext cx="8039331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3725" y="5949696"/>
            <a:ext cx="780288" cy="780288"/>
          </a:xfrm>
          <a:prstGeom prst="rect">
            <a:avLst/>
          </a:prstGeom>
        </p:spPr>
      </p:pic>
      <p:pic>
        <p:nvPicPr>
          <p:cNvPr id="23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sad" descr="duck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boy encouraging" descr="boy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076335" y="6461760"/>
            <a:ext cx="8164945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111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(host)" descr="duck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uck (happy)" descr="duck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boy (friend)" descr="boy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boy (happy)" descr="boy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C144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915102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8146103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714118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613627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5131354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6"/>
          <p:cNvSpPr/>
          <p:nvPr/>
        </p:nvSpPr>
        <p:spPr>
          <a:xfrm>
            <a:off x="412643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7"/>
          <p:cNvSpPr/>
          <p:nvPr/>
        </p:nvSpPr>
        <p:spPr>
          <a:xfrm>
            <a:off x="3121521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8"/>
          <p:cNvSpPr/>
          <p:nvPr/>
        </p:nvSpPr>
        <p:spPr>
          <a:xfrm>
            <a:off x="2116605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C144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29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uck celebrating" descr="duck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boy celebrating" descr="boy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turtle celebrating" descr="turtle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540000">
            <a:off x="11375460" y="4351746"/>
            <a:ext cx="465373" cy="465373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1380000">
            <a:off x="3296424" y="2085611"/>
            <a:ext cx="330158" cy="330158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2640000">
            <a:off x="1306208" y="2524781"/>
            <a:ext cx="391760" cy="391760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540000">
            <a:off x="2878325" y="3876144"/>
            <a:ext cx="420920" cy="420920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3240000">
            <a:off x="407985" y="1180917"/>
            <a:ext cx="401561" cy="40156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1620000">
            <a:off x="693211" y="1679279"/>
            <a:ext cx="380536" cy="380536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>
            <a:off x="9371489" y="1018016"/>
            <a:ext cx="340539" cy="3405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 rot="780000">
            <a:off x="8897541" y="1594272"/>
            <a:ext cx="481400" cy="4814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1140000">
            <a:off x="9725452" y="3726880"/>
            <a:ext cx="455788" cy="45578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2520000">
            <a:off x="1361056" y="1330666"/>
            <a:ext cx="231870" cy="231870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2340000">
            <a:off x="9193066" y="976289"/>
            <a:ext cx="236663" cy="23666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2340000">
            <a:off x="256980" y="2216376"/>
            <a:ext cx="377081" cy="377081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60000">
            <a:off x="11413476" y="2061155"/>
            <a:ext cx="303944" cy="303944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840000">
            <a:off x="1631261" y="2808106"/>
            <a:ext cx="391580" cy="391580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1800000">
            <a:off x="1383398" y="4252240"/>
            <a:ext cx="399761" cy="39976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3060000">
            <a:off x="1859199" y="1396195"/>
            <a:ext cx="291367" cy="291367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3240000">
            <a:off x="10857969" y="519840"/>
            <a:ext cx="470718" cy="470718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2880000">
            <a:off x="9330461" y="1609023"/>
            <a:ext cx="478826" cy="47882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 rot="2040000">
            <a:off x="1841092" y="453255"/>
            <a:ext cx="320844" cy="320844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540000">
            <a:off x="2488064" y="2184078"/>
            <a:ext cx="238429" cy="238429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480000">
            <a:off x="525874" y="1102486"/>
            <a:ext cx="460717" cy="4607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1320000">
            <a:off x="3173876" y="4355268"/>
            <a:ext cx="358272" cy="358272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2100000">
            <a:off x="9447902" y="1324883"/>
            <a:ext cx="397091" cy="397091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2580000">
            <a:off x="9375280" y="2656418"/>
            <a:ext cx="475666" cy="475666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2880000">
            <a:off x="3201816" y="1018364"/>
            <a:ext cx="359244" cy="35924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960000">
            <a:off x="8749567" y="3972104"/>
            <a:ext cx="333948" cy="333948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1980000">
            <a:off x="9456681" y="4171879"/>
            <a:ext cx="397451" cy="397451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1320000">
            <a:off x="9305105" y="3690045"/>
            <a:ext cx="290089" cy="290089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1620000">
            <a:off x="10540174" y="4407990"/>
            <a:ext cx="384045" cy="384045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2280000">
            <a:off x="9464985" y="1464909"/>
            <a:ext cx="254867" cy="254867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3360000">
            <a:off x="9731725" y="840641"/>
            <a:ext cx="223313" cy="223313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1020000">
            <a:off x="10673113" y="1773825"/>
            <a:ext cx="441827" cy="441827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 rot="780000">
            <a:off x="9888064" y="319757"/>
            <a:ext cx="382641" cy="382641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 rot="1200000">
            <a:off x="10956751" y="2527288"/>
            <a:ext cx="223170" cy="22317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1320000">
            <a:off x="11241863" y="3041094"/>
            <a:ext cx="440164" cy="4401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1140000">
            <a:off x="2564342" y="852660"/>
            <a:ext cx="327419" cy="32741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420000">
            <a:off x="2993555" y="1813142"/>
            <a:ext cx="226050" cy="226050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2100000">
            <a:off x="2401539" y="2630365"/>
            <a:ext cx="222895" cy="222895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2760000">
            <a:off x="10636258" y="2388214"/>
            <a:ext cx="222575" cy="222575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540000">
            <a:off x="1750388" y="488803"/>
            <a:ext cx="263823" cy="263823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uck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boy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turtle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02-ba-ta-tha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