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ird.wav" ContentType="audio/wav"/>
  <Override PartName="/ppt/media/snd_a_boy.wav" ContentType="audio/wav"/>
  <Override PartName="/ppt/media/snd_a_elephant.wav" ContentType="audio/wav"/>
  <Override PartName="/ppt/media/snd_a_girl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bird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bird.wav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bird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bird.wav"/><Relationship Id="rId9" Type="http://schemas.openxmlformats.org/officeDocument/2006/relationships/audio" Target="../media/snd_a_boy.wav"/><Relationship Id="rId10" Type="http://schemas.openxmlformats.org/officeDocument/2006/relationships/audio" Target="../media/snd_a_elephant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bird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19.xml"/><Relationship Id="rId8" Type="http://schemas.openxmlformats.org/officeDocument/2006/relationships/image" Target="../media/image13.png"/><Relationship Id="rId9" Type="http://schemas.openxmlformats.org/officeDocument/2006/relationships/audio" Target="../media/snd_a_bird.wav"/><Relationship Id="rId10" Type="http://schemas.openxmlformats.org/officeDocument/2006/relationships/audio" Target="../media/snd_a_boy.wav"/><Relationship Id="rId11" Type="http://schemas.openxmlformats.org/officeDocument/2006/relationships/audio" Target="../media/snd_a_elephant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م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9" name="S02 F1 mark" descr="م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0004407" y="6461760"/>
            <a:ext cx="23687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18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85970" y="6461760"/>
            <a:ext cx="35531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74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67534" y="6461760"/>
            <a:ext cx="473746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31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49097" y="6461760"/>
            <a:ext cx="59218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87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30661" y="6461760"/>
            <a:ext cx="71061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43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12224" y="6461760"/>
            <a:ext cx="829056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93787" y="6461760"/>
            <a:ext cx="94749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56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م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م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خَمَ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م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مَخَ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م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93787" y="6461760"/>
            <a:ext cx="94749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56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م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مَخَ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293787" y="6461760"/>
            <a:ext cx="94749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556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75351" y="6461760"/>
            <a:ext cx="106592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12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56914" y="6461760"/>
            <a:ext cx="1184366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9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38478" y="6461760"/>
            <a:ext cx="1302802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25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20041" y="6461760"/>
            <a:ext cx="142123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1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س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4" name="F2 mark" descr="س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س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مَسَ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701605" y="6461760"/>
            <a:ext cx="153967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38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ش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4" name="F2 mark" descr="ش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ش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مَشَ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583168" y="6461760"/>
            <a:ext cx="1658112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94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ص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4" name="F2 mark" descr="ص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ص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مَصَ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464731" y="6461760"/>
            <a:ext cx="177654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50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ض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4" name="F2 mark" descr="ض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ض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346295" y="6461760"/>
            <a:ext cx="189498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07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م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ض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ضَم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ضَمَ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نَض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نَضَ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مَض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مَضَ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346295" y="6461760"/>
            <a:ext cx="189498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07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مَض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مَضَ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346295" y="6461760"/>
            <a:ext cx="189498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807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ط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4" name="F2 mark" descr="ط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ط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مَطَ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27858" y="6461760"/>
            <a:ext cx="2013422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63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ظ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4" name="F2 mark" descr="ظ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ظ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مَظَ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09422" y="6461760"/>
            <a:ext cx="213185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19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ع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4" name="F2 mark" descr="ع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ع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مَعَ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990985" y="6461760"/>
            <a:ext cx="225029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76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غ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4" name="F2 mark" descr="غ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غ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مَغَ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872549" y="6461760"/>
            <a:ext cx="236873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32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ف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4" name="F2 mark" descr="ف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ف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مَفَ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54112" y="6461760"/>
            <a:ext cx="248716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88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ق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4" name="F2 mark" descr="ق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ق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مَقَ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35675" y="6461760"/>
            <a:ext cx="260560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45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ك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4" name="F2 mark" descr="ك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ك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مَكَ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517239" y="6461760"/>
            <a:ext cx="272404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01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م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1" name="F1 mark" descr="م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ل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4" name="F2 mark" descr="ل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مَل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مَلَ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98802" y="6461760"/>
            <a:ext cx="284247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57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م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ل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مَل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مَلَ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لَم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لَمَ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مَم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398802" y="6461760"/>
            <a:ext cx="284247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057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مَل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مَلَ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398802" y="6461760"/>
            <a:ext cx="284247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057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elebrating" descr="bird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elephant celebrating" descr="elephan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م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أَمَبَ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280366" y="6461760"/>
            <a:ext cx="2960914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14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م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بَمَتَ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161929" y="6461760"/>
            <a:ext cx="307935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70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م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تَمَثَ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043493" y="6461760"/>
            <a:ext cx="3197787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26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م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ثَمَجَ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925056" y="6461760"/>
            <a:ext cx="3316224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م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جَمَحَ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806619" y="6461760"/>
            <a:ext cx="343466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39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م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حَمَخَ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688183" y="6461760"/>
            <a:ext cx="3553097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5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م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خَمَدَ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569746" y="6461760"/>
            <a:ext cx="3671534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2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م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دَمَذَ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451310" y="6461760"/>
            <a:ext cx="378997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08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د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م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ذ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ذَمَد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ذَمَدَ</a:t>
            </a:r>
          </a:p>
        </p:txBody>
      </p:sp>
      <p:pic>
        <p:nvPicPr>
          <p:cNvPr id="16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دَمَذ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دَمَذَ</a:t>
            </a:r>
          </a:p>
        </p:txBody>
      </p:sp>
      <p:pic>
        <p:nvPicPr>
          <p:cNvPr id="18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دَنَذ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دَنَذَ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451310" y="6461760"/>
            <a:ext cx="378997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086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دَمَذ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دَمَذَ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451310" y="6461760"/>
            <a:ext cx="378997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3086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م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ذَمَرَ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332873" y="6461760"/>
            <a:ext cx="3908407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64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ز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8" name="F3 mark" descr="ز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مَز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رَمَزَ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214437" y="6461760"/>
            <a:ext cx="402684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21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ز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2" name="F1 mark" descr="ز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س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8" name="F3 mark" descr="س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زَمَس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زَمَسَ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س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2" name="F1 mark" descr="س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ش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8" name="F3 mark" descr="ش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سَمَش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سَمَشَ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977563" y="6461760"/>
            <a:ext cx="4263717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339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ش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2" name="F1 mark" descr="ش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ص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8" name="F3 mark" descr="ص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شَمَص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شَمَصَ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859127" y="6461760"/>
            <a:ext cx="438215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90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ص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2" name="F1 mark" descr="ص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ض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8" name="F3 mark" descr="ض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صَمَض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صَمَضَ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40690" y="6461760"/>
            <a:ext cx="450059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46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ض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2" name="F1 mark" descr="ض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ط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8" name="F3 mark" descr="ط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ضَمَط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ضَمَطَ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622254" y="6461760"/>
            <a:ext cx="4619026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030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ط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2" name="F1 mark" descr="ط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ظ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8" name="F3 mark" descr="ظ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طَمَظ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طَمَظَ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503817" y="6461760"/>
            <a:ext cx="473746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59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ط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م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ظ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ظَمَط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ظَمَطَ</a:t>
            </a:r>
          </a:p>
        </p:txBody>
      </p:sp>
      <p:pic>
        <p:nvPicPr>
          <p:cNvPr id="16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طَمَط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طَمَطَ</a:t>
            </a:r>
          </a:p>
        </p:txBody>
      </p:sp>
      <p:pic>
        <p:nvPicPr>
          <p:cNvPr id="18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طَمَظ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طَمَظَ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5503817" y="6461760"/>
            <a:ext cx="473746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59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طَمَظ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طَمَظَ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503817" y="6461760"/>
            <a:ext cx="473746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59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ظ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2" name="F1 mark" descr="ظ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ع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8" name="F3 mark" descr="ع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ظَمَع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ظَمَعَ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385381" y="6461760"/>
            <a:ext cx="485589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15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ع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2" name="F1 mark" descr="ع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غ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8" name="F3 mark" descr="غ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عَمَغ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عَمَغَ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266944" y="6461760"/>
            <a:ext cx="4974336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0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غ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2" name="F1 mark" descr="غ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ف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8" name="F3 mark" descr="ف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غَمَف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غَمَفَ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148507" y="6461760"/>
            <a:ext cx="509277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283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ف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2" name="F1 mark" descr="ف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ق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8" name="F3 mark" descr="ق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فَمَق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فَمَقَ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030071" y="6461760"/>
            <a:ext cx="521120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84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ق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2" name="F1 mark" descr="ق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ك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8" name="F3 mark" descr="ك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قَمَك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قَمَكَ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911634" y="6461760"/>
            <a:ext cx="5329646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10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ك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2" name="F1 mark" descr="ك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ل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F3 mark" descr="ل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كَمَل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كَمَلَ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793198" y="6461760"/>
            <a:ext cx="5448082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974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ل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2" name="F1 mark" descr="ل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م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5" name="F2 mark" descr="م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لَم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لَمَأَ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74761" y="6461760"/>
            <a:ext cx="556651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53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556325" y="6461760"/>
            <a:ext cx="568495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10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م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أَم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أَمَ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مَأ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مَأَ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بَم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556325" y="6461760"/>
            <a:ext cx="568495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10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م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أَمَ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556325" y="6461760"/>
            <a:ext cx="568495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10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elebrating" descr="bird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elephant celebrating" descr="elephan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437888" y="6461760"/>
            <a:ext cx="5803392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19451" y="6461760"/>
            <a:ext cx="5921829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22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01015" y="6461760"/>
            <a:ext cx="604026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79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82578" y="6461760"/>
            <a:ext cx="6158702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35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964142" y="6461760"/>
            <a:ext cx="627713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91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45705" y="6461760"/>
            <a:ext cx="639557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48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727269" y="6461760"/>
            <a:ext cx="651401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04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608832" y="6461760"/>
            <a:ext cx="663244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60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ذ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م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مَذ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مَذَ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ذَم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ذَمَ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ذَن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ذَنَ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608832" y="6461760"/>
            <a:ext cx="663244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60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م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ذَمَ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608832" y="6461760"/>
            <a:ext cx="663244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60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490395" y="6461760"/>
            <a:ext cx="6750885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17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371959" y="6461760"/>
            <a:ext cx="686932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73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س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</a:t>
            </a:r>
          </a:p>
        </p:txBody>
      </p:sp>
      <p:sp>
        <p:nvSpPr>
          <p:cNvPr id="11" name="F1 mark" descr="س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سَ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س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سَمَ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53522" y="6461760"/>
            <a:ext cx="6987758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29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ش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</a:t>
            </a:r>
          </a:p>
        </p:txBody>
      </p:sp>
      <p:sp>
        <p:nvSpPr>
          <p:cNvPr id="11" name="F1 mark" descr="ش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شَ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ش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شَمَ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35086" y="6461760"/>
            <a:ext cx="7106194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86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ص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</a:t>
            </a:r>
          </a:p>
        </p:txBody>
      </p:sp>
      <p:sp>
        <p:nvSpPr>
          <p:cNvPr id="11" name="F1 mark" descr="ص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صَ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ص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صَمَ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16649" y="6461760"/>
            <a:ext cx="722463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42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ض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</a:t>
            </a:r>
          </a:p>
        </p:txBody>
      </p:sp>
      <p:sp>
        <p:nvSpPr>
          <p:cNvPr id="11" name="F1 mark" descr="ض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ضَ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ض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ضَمَ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98213" y="6461760"/>
            <a:ext cx="7343067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98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ط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</a:t>
            </a:r>
          </a:p>
        </p:txBody>
      </p:sp>
      <p:sp>
        <p:nvSpPr>
          <p:cNvPr id="11" name="F1 mark" descr="ط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ط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طَمَ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79776" y="6461760"/>
            <a:ext cx="7461504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55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ظ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</a:t>
            </a:r>
          </a:p>
        </p:txBody>
      </p:sp>
      <p:sp>
        <p:nvSpPr>
          <p:cNvPr id="11" name="F1 mark" descr="ظ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ظ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ظَمَ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61339" y="6461760"/>
            <a:ext cx="757994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11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5A189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ظ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ظَ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م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bird holding answer 1" descr="bird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مَظ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مَظَ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طَم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طَمَ</a:t>
            </a:r>
          </a:p>
        </p:txBody>
      </p:sp>
      <p:pic>
        <p:nvPicPr>
          <p:cNvPr id="15" name="elephant holding answer 3" descr="elephan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ظَم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ظَمَ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61339" y="6461760"/>
            <a:ext cx="757994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311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heering" descr="bird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bird cheering 2" descr="bird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elephant cheering" descr="elephan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ظَم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ظَمَ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661339" y="6461760"/>
            <a:ext cx="7579941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3115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sad" descr="bird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ع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</a:t>
            </a:r>
          </a:p>
        </p:txBody>
      </p:sp>
      <p:sp>
        <p:nvSpPr>
          <p:cNvPr id="11" name="F1 mark" descr="ع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ع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عَمَ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42903" y="6461760"/>
            <a:ext cx="7698377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67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غ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</a:t>
            </a:r>
          </a:p>
        </p:txBody>
      </p:sp>
      <p:sp>
        <p:nvSpPr>
          <p:cNvPr id="11" name="F1 mark" descr="غ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غَ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غ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غَمَ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24466" y="6461760"/>
            <a:ext cx="7816814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24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ف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</a:t>
            </a:r>
          </a:p>
        </p:txBody>
      </p:sp>
      <p:sp>
        <p:nvSpPr>
          <p:cNvPr id="11" name="F1 mark" descr="ف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ف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فَمَ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06030" y="6461760"/>
            <a:ext cx="793525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80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ق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</a:t>
            </a:r>
          </a:p>
        </p:txBody>
      </p:sp>
      <p:sp>
        <p:nvSpPr>
          <p:cNvPr id="11" name="F1 mark" descr="ق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ق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قَمَ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87593" y="6461760"/>
            <a:ext cx="8053687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36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ك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</a:t>
            </a:r>
          </a:p>
        </p:txBody>
      </p:sp>
      <p:sp>
        <p:nvSpPr>
          <p:cNvPr id="11" name="F1 mark" descr="ك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كَ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ك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كَمَ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69157" y="6461760"/>
            <a:ext cx="8172123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93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(host)" descr="bird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bird (happy)" descr="bird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ل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1" name="F1 mark" descr="ل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م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</a:t>
            </a:r>
          </a:p>
        </p:txBody>
      </p:sp>
      <p:sp>
        <p:nvSpPr>
          <p:cNvPr id="14" name="F2 mark" descr="م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لَم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لَمَ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5A18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20844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26095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31345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365966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41847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47098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52348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57599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A18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ird celebrating" descr="bird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elephant celebrating" descr="elephan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980000">
            <a:off x="9456681" y="4171879"/>
            <a:ext cx="397451" cy="39745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20000">
            <a:off x="9305105" y="3690045"/>
            <a:ext cx="290089" cy="290089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1620000">
            <a:off x="10540174" y="4407990"/>
            <a:ext cx="384045" cy="384045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280000">
            <a:off x="9464985" y="1464909"/>
            <a:ext cx="254867" cy="254867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360000">
            <a:off x="9731725" y="840641"/>
            <a:ext cx="223313" cy="223313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020000">
            <a:off x="10673113" y="1773825"/>
            <a:ext cx="441827" cy="44182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780000">
            <a:off x="9888064" y="319757"/>
            <a:ext cx="382641" cy="38264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200000">
            <a:off x="10956751" y="2527288"/>
            <a:ext cx="223170" cy="22317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320000">
            <a:off x="11241863" y="3041094"/>
            <a:ext cx="440164" cy="4401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1140000">
            <a:off x="2564342" y="852660"/>
            <a:ext cx="327419" cy="32741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420000">
            <a:off x="2993555" y="1813142"/>
            <a:ext cx="226050" cy="22605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100000">
            <a:off x="2401539" y="2630365"/>
            <a:ext cx="222895" cy="222895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760000">
            <a:off x="10636258" y="2388214"/>
            <a:ext cx="222575" cy="222575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540000">
            <a:off x="1750388" y="488803"/>
            <a:ext cx="263823" cy="263823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elephan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14-meem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