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ird.wav" ContentType="audio/wav"/>
  <Override PartName="/ppt/media/snd_a_girl.wav" ContentType="audio/wav"/>
  <Override PartName="/ppt/media/snd_a_rabbit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bird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bird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bird.wav"/><Relationship Id="rId11" Type="http://schemas.openxmlformats.org/officeDocument/2006/relationships/audio" Target="../media/snd_win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8" Type="http://schemas.openxmlformats.org/officeDocument/2006/relationships/audio" Target="../media/snd_a_bird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bird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2.png"/><Relationship Id="rId8" Type="http://schemas.openxmlformats.org/officeDocument/2006/relationships/audio" Target="../media/snd_a_bird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2.xml"/><Relationship Id="rId8" Type="http://schemas.openxmlformats.org/officeDocument/2006/relationships/slide" Target="slide113.xml"/><Relationship Id="rId9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3.xml"/><Relationship Id="rId6" Type="http://schemas.openxmlformats.org/officeDocument/2006/relationships/slide" Target="slide11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bird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4.xml"/><Relationship Id="rId7" Type="http://schemas.openxmlformats.org/officeDocument/2006/relationships/image" Target="../media/image12.png"/><Relationship Id="rId8" Type="http://schemas.openxmlformats.org/officeDocument/2006/relationships/audio" Target="../media/snd_a_bird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ص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9" name="S02 F1 mark" descr="ص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41507" y="6461760"/>
            <a:ext cx="19977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283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41621" y="6461760"/>
            <a:ext cx="29965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39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41735" y="6461760"/>
            <a:ext cx="39954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51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41849" y="6461760"/>
            <a:ext cx="49943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62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41962" y="6461760"/>
            <a:ext cx="59931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73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42076" y="6461760"/>
            <a:ext cx="69920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85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42190" y="6461760"/>
            <a:ext cx="79909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966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ص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ص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خَصَ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ص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صَخَ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ص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42190" y="6461760"/>
            <a:ext cx="79909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396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ص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صَخَ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442190" y="6461760"/>
            <a:ext cx="79909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3966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42304" y="6461760"/>
            <a:ext cx="89897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080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42417" y="6461760"/>
            <a:ext cx="99886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193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42531" y="6461760"/>
            <a:ext cx="109874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30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42645" y="6461760"/>
            <a:ext cx="119863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42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42759" y="6461760"/>
            <a:ext cx="129852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53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42872" y="6461760"/>
            <a:ext cx="139840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64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ص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أَصَبَ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42986" y="6461760"/>
            <a:ext cx="149829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76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ص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بَصَتَ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43100" y="6461760"/>
            <a:ext cx="159818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ب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ص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ت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تَص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تَصَبَ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صَث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بَصَثَ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صَت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بَصَتَ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8643100" y="6461760"/>
            <a:ext cx="159818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87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ص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بَصَتَ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643100" y="6461760"/>
            <a:ext cx="159818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876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ص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تَصَثَ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43213" y="6461760"/>
            <a:ext cx="169806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98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ص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ثَصَجَ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43327" y="6461760"/>
            <a:ext cx="179795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10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ص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جَصَحَ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43441" y="6461760"/>
            <a:ext cx="189783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21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ص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حَصَخَ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43555" y="6461760"/>
            <a:ext cx="199772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331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ص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خَصَدَ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43668" y="6461760"/>
            <a:ext cx="209761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444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ص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دَصَذَ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043782" y="6461760"/>
            <a:ext cx="219749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558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ص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ذَصَرَ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43896" y="6461760"/>
            <a:ext cx="229738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672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ص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رَصَزَ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44010" y="6461760"/>
            <a:ext cx="239727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78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ر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ص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ز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ص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رَصَزَ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زَصَر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زَصَرَ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زَصَز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زَصَزَ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844010" y="6461760"/>
            <a:ext cx="239727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78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رَصَز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رَصَزَ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844010" y="6461760"/>
            <a:ext cx="239727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786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ص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زَصَسَ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44123" y="6461760"/>
            <a:ext cx="249715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89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ص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سَصَشَ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644237" y="6461760"/>
            <a:ext cx="259704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01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ص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5" name="F2 mark" descr="ص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ص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شَصَأَ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44351" y="6461760"/>
            <a:ext cx="269692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127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44465" y="6461760"/>
            <a:ext cx="279681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4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44578" y="6461760"/>
            <a:ext cx="289670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354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44692" y="6461760"/>
            <a:ext cx="299658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46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44806" y="6461760"/>
            <a:ext cx="309647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58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44920" y="6461760"/>
            <a:ext cx="319636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696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ص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ص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صَجَ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جَص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جَصَ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حَص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44920" y="6461760"/>
            <a:ext cx="319636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669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ص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جَصَ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044920" y="6461760"/>
            <a:ext cx="319636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696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45033" y="6461760"/>
            <a:ext cx="329624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09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45147" y="6461760"/>
            <a:ext cx="339613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923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45261" y="6461760"/>
            <a:ext cx="349601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3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645374" y="6461760"/>
            <a:ext cx="359590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150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45488" y="6461760"/>
            <a:ext cx="369579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264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45602" y="6461760"/>
            <a:ext cx="379567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37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45716" y="6461760"/>
            <a:ext cx="389556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9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45829" y="6461760"/>
            <a:ext cx="399545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60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ص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ص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صَشَ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ش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شَضَ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شَص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245829" y="6461760"/>
            <a:ext cx="399545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60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ص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شَصَ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245829" y="6461760"/>
            <a:ext cx="399545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60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ض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9" name="S02 F1 mark" descr="ض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45943" y="6461760"/>
            <a:ext cx="409533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719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46057" y="6461760"/>
            <a:ext cx="419522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33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946171" y="6461760"/>
            <a:ext cx="429510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94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46284" y="6461760"/>
            <a:ext cx="439499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60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46398" y="6461760"/>
            <a:ext cx="449488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174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46512" y="6461760"/>
            <a:ext cx="459476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8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546626" y="6461760"/>
            <a:ext cx="469465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40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46739" y="6461760"/>
            <a:ext cx="479454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1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ض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خ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ضَخَ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خَض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خَضَ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صَخ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صَخَ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46739" y="6461760"/>
            <a:ext cx="479454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51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ض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ضَخَ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446739" y="6461760"/>
            <a:ext cx="479454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51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46853" y="6461760"/>
            <a:ext cx="489442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629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46967" y="6461760"/>
            <a:ext cx="499431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743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47080" y="6461760"/>
            <a:ext cx="509420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856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47194" y="6461760"/>
            <a:ext cx="519408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970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47308" y="6461760"/>
            <a:ext cx="529397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84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47422" y="6461760"/>
            <a:ext cx="539385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98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47535" y="6461760"/>
            <a:ext cx="549374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31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ض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أَضَبَ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47649" y="6461760"/>
            <a:ext cx="559363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42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ض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ض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بَضَأَ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أَضَب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أَضَبَ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أَصَب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أَصَبَ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47649" y="6461760"/>
            <a:ext cx="559363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42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ض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أَضَبَ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47649" y="6461760"/>
            <a:ext cx="559363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42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ض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بَضَتَ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47763" y="6461760"/>
            <a:ext cx="569351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53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ض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تَضَثَ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47877" y="6461760"/>
            <a:ext cx="579340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5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ض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ثَضَجَ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47990" y="6461760"/>
            <a:ext cx="589329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76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ض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جَضَحَ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48104" y="6461760"/>
            <a:ext cx="599317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88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ض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حَضَخَ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48218" y="6461760"/>
            <a:ext cx="609306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994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ض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خَضَدَ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48332" y="6461760"/>
            <a:ext cx="6192948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08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ض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دَضَذَ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48445" y="6461760"/>
            <a:ext cx="629283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21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ض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ذَضَرَ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48559" y="6461760"/>
            <a:ext cx="639272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335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ض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رَض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رَضَذَ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ذَضَز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ذَضَزَ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ذَضَر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ذَضَرَ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848559" y="6461760"/>
            <a:ext cx="639272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33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ض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ذَضَرَ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848559" y="6461760"/>
            <a:ext cx="639272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33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ض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رَضَزَ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48673" y="6461760"/>
            <a:ext cx="649260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449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ض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زَضَسَ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48787" y="6461760"/>
            <a:ext cx="6592493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563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ض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سَضَشَ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48900" y="6461760"/>
            <a:ext cx="669238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76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ض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شَضَصَ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49014" y="6461760"/>
            <a:ext cx="679226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790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ض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5" name="F2 mark" descr="ض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ض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صَضَأَ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49128" y="6461760"/>
            <a:ext cx="689215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904" y="5949696"/>
            <a:ext cx="780288" cy="780288"/>
          </a:xfrm>
          <a:prstGeom prst="rect">
            <a:avLst/>
          </a:prstGeom>
        </p:spPr>
      </p:pic>
      <p:pic>
        <p:nvPicPr>
          <p:cNvPr id="35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49241" y="6461760"/>
            <a:ext cx="699203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1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49355" y="6461760"/>
            <a:ext cx="709192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13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49469" y="6461760"/>
            <a:ext cx="719181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24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ت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ض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تَضَ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ض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ضَتَ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تَص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49469" y="6461760"/>
            <a:ext cx="719181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24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049469" y="6461760"/>
            <a:ext cx="719181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24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49583" y="6461760"/>
            <a:ext cx="729169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59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49696" y="6461760"/>
            <a:ext cx="739158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47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49810" y="6461760"/>
            <a:ext cx="749147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586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49924" y="6461760"/>
            <a:ext cx="7591356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700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50038" y="6461760"/>
            <a:ext cx="7691242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814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50151" y="6461760"/>
            <a:ext cx="7791129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927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50265" y="6461760"/>
            <a:ext cx="7891015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041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50379" y="6461760"/>
            <a:ext cx="799090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155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B3FD0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ز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ضَزَ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زَض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زَضَ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رَض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50379" y="6461760"/>
            <a:ext cx="799090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215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ز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زَضَ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250379" y="6461760"/>
            <a:ext cx="7990901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155" y="5949696"/>
            <a:ext cx="780288" cy="780288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50493" y="6461760"/>
            <a:ext cx="8090787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69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50606" y="6461760"/>
            <a:ext cx="8190674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82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5684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5577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7586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9595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61604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3613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5623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76321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96412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10"/>
          <p:cNvSpPr/>
          <p:nvPr/>
        </p:nvSpPr>
        <p:spPr>
          <a:xfrm>
            <a:off x="21650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1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3120000">
            <a:off x="3285129" y="3094608"/>
            <a:ext cx="436839" cy="436839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2760000">
            <a:off x="3028139" y="612348"/>
            <a:ext cx="378775" cy="378775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60000">
            <a:off x="11660096" y="4505451"/>
            <a:ext cx="339808" cy="339808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880000">
            <a:off x="1300529" y="2121167"/>
            <a:ext cx="378271" cy="37827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1500000">
            <a:off x="2546715" y="4311684"/>
            <a:ext cx="256197" cy="25619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680000">
            <a:off x="11068354" y="1377081"/>
            <a:ext cx="462061" cy="46206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580000">
            <a:off x="10841140" y="4415186"/>
            <a:ext cx="467697" cy="4676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>
            <a:off x="355752" y="2230136"/>
            <a:ext cx="293214" cy="293214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720000">
            <a:off x="1490412" y="1739679"/>
            <a:ext cx="450228" cy="450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660000">
            <a:off x="347903" y="4405231"/>
            <a:ext cx="255509" cy="25550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00000">
            <a:off x="10286082" y="780824"/>
            <a:ext cx="431386" cy="431386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500000">
            <a:off x="10324779" y="886090"/>
            <a:ext cx="371559" cy="37155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660000">
            <a:off x="10516965" y="1200520"/>
            <a:ext cx="234734" cy="234734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240000">
            <a:off x="10059290" y="4449234"/>
            <a:ext cx="400672" cy="40067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08-sad-dad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