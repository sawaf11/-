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a_dog.wav" ContentType="audio/wav"/>
  <Override PartName="/ppt/media/snd_a_elephant.wav" ContentType="audio/wav"/>
  <Override PartName="/ppt/media/snd_a_girl.wav" ContentType="audio/wav"/>
  <Override PartName="/ppt/media/snd_aww.wav" ContentType="audio/wav"/>
  <Override PartName="/ppt/media/snd_bell1.wav" ContentType="audio/wav"/>
  <Override PartName="/ppt/media/snd_bell2.wav" ContentType="audio/wav"/>
  <Override PartName="/ppt/media/snd_bell3.wav" ContentType="audio/wav"/>
  <Override PartName="/ppt/media/snd_bloop.wav" ContentType="audio/wav"/>
  <Override PartName="/ppt/media/snd_level.wav" ContentType="audio/wav"/>
  <Override PartName="/ppt/media/snd_oops.wav" ContentType="audio/wav"/>
  <Override PartName="/ppt/media/snd_pluck1.wav" ContentType="audio/wav"/>
  <Override PartName="/ppt/media/snd_pluck2.wav" ContentType="audio/wav"/>
  <Override PartName="/ppt/media/snd_pluck3.wav" ContentType="audio/wav"/>
  <Override PartName="/ppt/media/snd_whoosh.wav" ContentType="audio/wav"/>
  <Override PartName="/ppt/media/snd_win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Finished! Give the child a big cheer.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2.png"/><Relationship Id="rId10" Type="http://schemas.openxmlformats.org/officeDocument/2006/relationships/audio" Target="../media/snd_a_elephant.wav"/><Relationship Id="rId11" Type="http://schemas.openxmlformats.org/officeDocument/2006/relationships/audio" Target="../media/snd_win.wav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.xml"/><Relationship Id="rId8" Type="http://schemas.openxmlformats.org/officeDocument/2006/relationships/slide" Target="slide11.xml"/><Relationship Id="rId9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elephant.wav"/><Relationship Id="rId10" Type="http://schemas.openxmlformats.org/officeDocument/2006/relationships/audio" Target="../media/snd_a_girl.wav"/><Relationship Id="rId11" Type="http://schemas.openxmlformats.org/officeDocument/2006/relationships/audio" Target="../media/snd_a_dog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Relationship Id="rId6" Type="http://schemas.openxmlformats.org/officeDocument/2006/relationships/slide" Target="slide9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3.xml"/><Relationship Id="rId8" Type="http://schemas.openxmlformats.org/officeDocument/2006/relationships/slide" Target="slide22.xml"/><Relationship Id="rId9" Type="http://schemas.openxmlformats.org/officeDocument/2006/relationships/slide" Target="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elephant.wav"/><Relationship Id="rId10" Type="http://schemas.openxmlformats.org/officeDocument/2006/relationships/audio" Target="../media/snd_a_girl.wav"/><Relationship Id="rId11" Type="http://schemas.openxmlformats.org/officeDocument/2006/relationships/audio" Target="../media/snd_a_dog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.xml"/><Relationship Id="rId6" Type="http://schemas.openxmlformats.org/officeDocument/2006/relationships/slide" Target="slide20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5.xml"/><Relationship Id="rId8" Type="http://schemas.openxmlformats.org/officeDocument/2006/relationships/slide" Target="slide32.xml"/><Relationship Id="rId9" Type="http://schemas.openxmlformats.org/officeDocument/2006/relationships/slide" Target="slide3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elephant.wav"/><Relationship Id="rId10" Type="http://schemas.openxmlformats.org/officeDocument/2006/relationships/audio" Target="../media/snd_a_girl.wav"/><Relationship Id="rId11" Type="http://schemas.openxmlformats.org/officeDocument/2006/relationships/audio" Target="../media/snd_a_dog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6.xml"/><Relationship Id="rId6" Type="http://schemas.openxmlformats.org/officeDocument/2006/relationships/slide" Target="slide31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7.xml"/><Relationship Id="rId7" Type="http://schemas.openxmlformats.org/officeDocument/2006/relationships/image" Target="../media/image12.png"/><Relationship Id="rId8" Type="http://schemas.openxmlformats.org/officeDocument/2006/relationships/audio" Target="../media/snd_a_elephant.wav"/><Relationship Id="rId9" Type="http://schemas.openxmlformats.org/officeDocument/2006/relationships/audio" Target="../media/snd_a_girl.wav"/><Relationship Id="rId10" Type="http://schemas.openxmlformats.org/officeDocument/2006/relationships/audio" Target="../media/snd_a_dog.wav"/><Relationship Id="rId11" Type="http://schemas.openxmlformats.org/officeDocument/2006/relationships/audio" Target="../media/snd_level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elephant.wav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elephant.wav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elephant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elephant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elephant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8.xml"/><Relationship Id="rId8" Type="http://schemas.openxmlformats.org/officeDocument/2006/relationships/slide" Target="slide45.xml"/><Relationship Id="rId9" Type="http://schemas.openxmlformats.org/officeDocument/2006/relationships/slide" Target="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elephant.wav"/><Relationship Id="rId10" Type="http://schemas.openxmlformats.org/officeDocument/2006/relationships/audio" Target="../media/snd_a_girl.wav"/><Relationship Id="rId11" Type="http://schemas.openxmlformats.org/officeDocument/2006/relationships/audio" Target="../media/snd_a_dog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9.xml"/><Relationship Id="rId6" Type="http://schemas.openxmlformats.org/officeDocument/2006/relationships/slide" Target="slide43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elephant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elephant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elephant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elephant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elephant.wav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elephant.wav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elephant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elephant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0.xml"/><Relationship Id="rId8" Type="http://schemas.openxmlformats.org/officeDocument/2006/relationships/slide" Target="slide56.xml"/><Relationship Id="rId9" Type="http://schemas.openxmlformats.org/officeDocument/2006/relationships/slide" Target="slide5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elephant.wav"/><Relationship Id="rId10" Type="http://schemas.openxmlformats.org/officeDocument/2006/relationships/audio" Target="../media/snd_a_girl.wav"/><Relationship Id="rId11" Type="http://schemas.openxmlformats.org/officeDocument/2006/relationships/audio" Target="../media/snd_a_dog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1.xml"/><Relationship Id="rId6" Type="http://schemas.openxmlformats.org/officeDocument/2006/relationships/slide" Target="slide54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elephant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elephant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elephant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elephant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elephant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elephant.wav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elephant.wav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elephant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2.xml"/><Relationship Id="rId8" Type="http://schemas.openxmlformats.org/officeDocument/2006/relationships/slide" Target="slide66.xml"/><Relationship Id="rId9" Type="http://schemas.openxmlformats.org/officeDocument/2006/relationships/slide" Target="slide6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elephant.wav"/><Relationship Id="rId10" Type="http://schemas.openxmlformats.org/officeDocument/2006/relationships/audio" Target="../media/snd_a_girl.wav"/><Relationship Id="rId11" Type="http://schemas.openxmlformats.org/officeDocument/2006/relationships/audio" Target="../media/snd_a_dog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3.xml"/><Relationship Id="rId6" Type="http://schemas.openxmlformats.org/officeDocument/2006/relationships/slide" Target="slide65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14.xml"/><Relationship Id="rId7" Type="http://schemas.openxmlformats.org/officeDocument/2006/relationships/image" Target="../media/image12.png"/><Relationship Id="rId8" Type="http://schemas.openxmlformats.org/officeDocument/2006/relationships/audio" Target="../media/snd_a_elephant.wav"/><Relationship Id="rId9" Type="http://schemas.openxmlformats.org/officeDocument/2006/relationships/audio" Target="../media/snd_a_girl.wav"/><Relationship Id="rId10" Type="http://schemas.openxmlformats.org/officeDocument/2006/relationships/audio" Target="../media/snd_a_dog.wav"/><Relationship Id="rId11" Type="http://schemas.openxmlformats.org/officeDocument/2006/relationships/audio" Target="../media/snd_level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elephant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elephant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elephant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elephant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elephant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5.xml"/><Relationship Id="rId8" Type="http://schemas.openxmlformats.org/officeDocument/2006/relationships/slide" Target="slide79.xml"/><Relationship Id="rId9" Type="http://schemas.openxmlformats.org/officeDocument/2006/relationships/slide" Target="slide7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elephant.wav"/><Relationship Id="rId10" Type="http://schemas.openxmlformats.org/officeDocument/2006/relationships/audio" Target="../media/snd_a_girl.wav"/><Relationship Id="rId11" Type="http://schemas.openxmlformats.org/officeDocument/2006/relationships/audio" Target="../media/snd_a_dog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6.xml"/><Relationship Id="rId6" Type="http://schemas.openxmlformats.org/officeDocument/2006/relationships/slide" Target="slide77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7.xml"/><Relationship Id="rId8" Type="http://schemas.openxmlformats.org/officeDocument/2006/relationships/slide" Target="slide90.xml"/><Relationship Id="rId9" Type="http://schemas.openxmlformats.org/officeDocument/2006/relationships/slide" Target="slide89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elephant.wav"/><Relationship Id="rId10" Type="http://schemas.openxmlformats.org/officeDocument/2006/relationships/audio" Target="../media/snd_a_girl.wav"/><Relationship Id="rId11" Type="http://schemas.openxmlformats.org/officeDocument/2006/relationships/audio" Target="../media/snd_a_dog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8.xml"/><Relationship Id="rId6" Type="http://schemas.openxmlformats.org/officeDocument/2006/relationships/slide" Target="slide88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9.xml"/><Relationship Id="rId8" Type="http://schemas.openxmlformats.org/officeDocument/2006/relationships/slide" Target="slide100.xml"/><Relationship Id="rId9" Type="http://schemas.openxmlformats.org/officeDocument/2006/relationships/slide" Target="slide10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elephant.wav"/><Relationship Id="rId10" Type="http://schemas.openxmlformats.org/officeDocument/2006/relationships/audio" Target="../media/snd_a_girl.wav"/><Relationship Id="rId11" Type="http://schemas.openxmlformats.org/officeDocument/2006/relationships/audio" Target="../media/snd_a_dog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0.xml"/><Relationship Id="rId6" Type="http://schemas.openxmlformats.org/officeDocument/2006/relationships/slide" Target="slide99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21.xml"/><Relationship Id="rId7" Type="http://schemas.openxmlformats.org/officeDocument/2006/relationships/image" Target="../media/image12.png"/><Relationship Id="rId8" Type="http://schemas.openxmlformats.org/officeDocument/2006/relationships/audio" Target="../media/snd_a_elephant.wav"/><Relationship Id="rId9" Type="http://schemas.openxmlformats.org/officeDocument/2006/relationships/audio" Target="../media/snd_a_girl.wav"/><Relationship Id="rId10" Type="http://schemas.openxmlformats.org/officeDocument/2006/relationships/audio" Target="../media/snd_a_dog.wav"/><Relationship Id="rId11" Type="http://schemas.openxmlformats.org/officeDocument/2006/relationships/audio" Target="../media/snd_level.wav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elephant.wav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22.xml"/><Relationship Id="rId7" Type="http://schemas.openxmlformats.org/officeDocument/2006/relationships/image" Target="../media/image12.png"/><Relationship Id="rId8" Type="http://schemas.openxmlformats.org/officeDocument/2006/relationships/audio" Target="../media/snd_a_elephant.wav"/><Relationship Id="rId9" Type="http://schemas.openxmlformats.org/officeDocument/2006/relationships/audio" Target="../media/snd_a_girl.wav"/><Relationship Id="rId10" Type="http://schemas.openxmlformats.org/officeDocument/2006/relationships/audio" Target="../media/snd_a_dog.wav"/><Relationship Id="rId11" Type="http://schemas.openxmlformats.org/officeDocument/2006/relationships/audio" Target="../media/snd_win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و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9" name="S02 F1 mark" descr="و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10046208" y="6461760"/>
            <a:ext cx="195072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984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و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F1 mark" descr="و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و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وَأَ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0031392" y="6461760"/>
            <a:ext cx="209888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3168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و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F1 mark" descr="و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و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وَبَ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926449" y="6461760"/>
            <a:ext cx="314831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8225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و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F1 mark" descr="و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و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وَتَ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821505" y="6461760"/>
            <a:ext cx="419775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281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و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F1 mark" descr="و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و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وَثَ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716561" y="6461760"/>
            <a:ext cx="524719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337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و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F1 mark" descr="و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و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وَجَ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611617" y="6461760"/>
            <a:ext cx="629663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3393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و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F1 mark" descr="و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و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وَحَ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506673" y="6461760"/>
            <a:ext cx="734607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8449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و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F1 mark" descr="و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و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وَخَ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401730" y="6461760"/>
            <a:ext cx="839550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506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9B2915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و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خ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elephant holding answer 1" descr="elephan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خَو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خَوَ</a:t>
            </a:r>
          </a:p>
        </p:txBody>
      </p:sp>
      <p:pic>
        <p:nvPicPr>
          <p:cNvPr id="13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وَخ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وَخَ</a:t>
            </a:r>
          </a:p>
        </p:txBody>
      </p:sp>
      <p:pic>
        <p:nvPicPr>
          <p:cNvPr id="15" name="dog holding answer 3" descr="dog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وَج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وَجَ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401730" y="6461760"/>
            <a:ext cx="839550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3506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cheering" descr="elephan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elephant cheering 2" descr="elephan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og cheering" descr="dog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وَخ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وَخَ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9401730" y="6461760"/>
            <a:ext cx="839550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3506" y="5949696"/>
            <a:ext cx="780288" cy="780288"/>
          </a:xfrm>
          <a:prstGeom prst="rect">
            <a:avLst/>
          </a:prstGeom>
        </p:spPr>
      </p:pic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sad" descr="elephan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و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F1 mark" descr="و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و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وَدَ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296786" y="6461760"/>
            <a:ext cx="944494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562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و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F1 mark" descr="و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ذ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4" name="F2 mark" descr="ذ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وَذ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وَذَ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191842" y="6461760"/>
            <a:ext cx="1049438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3618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و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F1 mark" descr="و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ر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4" name="F2 mark" descr="ر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وَر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وَرَ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086898" y="6461760"/>
            <a:ext cx="1154382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674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و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F1 mark" descr="و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ز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4" name="F2 mark" descr="ز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وَز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وَزَ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981954" y="6461760"/>
            <a:ext cx="1259326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730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و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F1 mark" descr="و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س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F2 mark" descr="س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وَس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وَسَ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877011" y="6461760"/>
            <a:ext cx="1364269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8787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و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F1 mark" descr="و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ش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4" name="F2 mark" descr="ش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وَش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وَشَ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772067" y="6461760"/>
            <a:ext cx="1469213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843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و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F1 mark" descr="و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ص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F2 mark" descr="ص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وَص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وَصَ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667123" y="6461760"/>
            <a:ext cx="1574157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899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و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F1 mark" descr="و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ض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4" name="F2 mark" descr="ض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وَض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وَضَ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562179" y="6461760"/>
            <a:ext cx="1679101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955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9B2915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و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ض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elephant holding answer 1" descr="elephan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ضَو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ضَوَ</a:t>
            </a:r>
          </a:p>
        </p:txBody>
      </p:sp>
      <p:pic>
        <p:nvPicPr>
          <p:cNvPr id="13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يَض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يَضَ</a:t>
            </a:r>
          </a:p>
        </p:txBody>
      </p:sp>
      <p:pic>
        <p:nvPicPr>
          <p:cNvPr id="15" name="dog holding answer 3" descr="dog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وَض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وَضَ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562179" y="6461760"/>
            <a:ext cx="1679101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3955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cheering" descr="elephan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elephant cheering 2" descr="elephan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og cheering" descr="dog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وَض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وَضَ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8562179" y="6461760"/>
            <a:ext cx="1679101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3955" y="5949696"/>
            <a:ext cx="780288" cy="780288"/>
          </a:xfrm>
          <a:prstGeom prst="rect">
            <a:avLst/>
          </a:prstGeom>
        </p:spPr>
      </p:pic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sad" descr="elephan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و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F1 mark" descr="و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ط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4" name="F2 mark" descr="ط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وَط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وَطَ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457235" y="6461760"/>
            <a:ext cx="1784045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9011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و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F1 mark" descr="و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ظ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4" name="F2 mark" descr="ظ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وَظ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وَظَ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352292" y="6461760"/>
            <a:ext cx="1888988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068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و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F1 mark" descr="و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ع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4" name="F2 mark" descr="ع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وَع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وَعَ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247348" y="6461760"/>
            <a:ext cx="1993932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9124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و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F1 mark" descr="و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غ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4" name="F2 mark" descr="غ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وَغ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وَغَ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142404" y="6461760"/>
            <a:ext cx="2098876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180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و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F1 mark" descr="و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ف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4" name="F2 mark" descr="ف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وَف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وَفَ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037460" y="6461760"/>
            <a:ext cx="2203820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236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و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F1 mark" descr="و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ق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4" name="F2 mark" descr="ق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وَق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وَقَ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932516" y="6461760"/>
            <a:ext cx="2308764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292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و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F1 mark" descr="و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ك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4" name="F2 mark" descr="ك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وَك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وَكَ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827573" y="6461760"/>
            <a:ext cx="2413707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349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و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F1 mark" descr="و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ل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F2 mark" descr="ل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وَل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وَلَ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722629" y="6461760"/>
            <a:ext cx="2518651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405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9B2915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و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ل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elephant holding answer 1" descr="elephan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وَل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وَلَ</a:t>
            </a:r>
          </a:p>
        </p:txBody>
      </p:sp>
      <p:pic>
        <p:nvPicPr>
          <p:cNvPr id="13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لَو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لَوَ</a:t>
            </a:r>
          </a:p>
        </p:txBody>
      </p:sp>
      <p:pic>
        <p:nvPicPr>
          <p:cNvPr id="15" name="dog holding answer 3" descr="dog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وَم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وَمَ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722629" y="6461760"/>
            <a:ext cx="2518651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4405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cheering" descr="elephan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elephant cheering 2" descr="elephan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og cheering" descr="dog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وَل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وَلَ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7722629" y="6461760"/>
            <a:ext cx="2518651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4405" y="5949696"/>
            <a:ext cx="780288" cy="780288"/>
          </a:xfrm>
          <a:prstGeom prst="rect">
            <a:avLst/>
          </a:prstGeom>
        </p:spPr>
      </p:pic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sad" descr="elephan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celebrating" descr="elephant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girl celebrating" descr="girl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dog celebrating" descr="dog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020000">
            <a:off x="5018504" y="303352"/>
            <a:ext cx="440796" cy="440796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600000">
            <a:off x="1667998" y="2777452"/>
            <a:ext cx="370219" cy="370219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1440000">
            <a:off x="11223722" y="778108"/>
            <a:ext cx="481951" cy="481951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60000">
            <a:off x="8483549" y="1355583"/>
            <a:ext cx="311071" cy="311071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3180000">
            <a:off x="2293819" y="826128"/>
            <a:ext cx="330644" cy="330644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2940000">
            <a:off x="2909790" y="3308017"/>
            <a:ext cx="409730" cy="409730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720000">
            <a:off x="9493875" y="1603344"/>
            <a:ext cx="453667" cy="4536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2100000">
            <a:off x="9433990" y="3492288"/>
            <a:ext cx="269300" cy="2693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2940000">
            <a:off x="719899" y="1204403"/>
            <a:ext cx="483199" cy="483199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540000">
            <a:off x="1966035" y="1584646"/>
            <a:ext cx="364066" cy="364066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2220000">
            <a:off x="8968231" y="3057420"/>
            <a:ext cx="235958" cy="235958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780000">
            <a:off x="1161209" y="1209164"/>
            <a:ext cx="478904" cy="47890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1860000">
            <a:off x="2118122" y="1930992"/>
            <a:ext cx="363525" cy="363525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660000">
            <a:off x="282024" y="262479"/>
            <a:ext cx="352513" cy="352513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820000">
            <a:off x="1342594" y="3200159"/>
            <a:ext cx="328392" cy="328392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120000">
            <a:off x="11186224" y="2682542"/>
            <a:ext cx="284706" cy="284706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600000">
            <a:off x="556433" y="2177779"/>
            <a:ext cx="325344" cy="325344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140000">
            <a:off x="3096819" y="2662249"/>
            <a:ext cx="405036" cy="40503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220000">
            <a:off x="1019783" y="2938778"/>
            <a:ext cx="271777" cy="271777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1140000">
            <a:off x="2557589" y="1034032"/>
            <a:ext cx="459238" cy="459238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2400000">
            <a:off x="3593798" y="3393818"/>
            <a:ext cx="405438" cy="4054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1260000">
            <a:off x="9393818" y="1765028"/>
            <a:ext cx="333954" cy="333954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60000">
            <a:off x="8692747" y="3055249"/>
            <a:ext cx="290570" cy="29057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660000">
            <a:off x="10946563" y="422945"/>
            <a:ext cx="381049" cy="381049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20000">
            <a:off x="1108920" y="2004424"/>
            <a:ext cx="429787" cy="429787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780000">
            <a:off x="2418151" y="722879"/>
            <a:ext cx="438744" cy="438744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و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F1 mark" descr="و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م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F2 mark" descr="م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وَم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وَمَ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617685" y="6461760"/>
            <a:ext cx="2623595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461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و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F1 mark" descr="و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ن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4" name="F2 mark" descr="ن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وَن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وَنَ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512741" y="6461760"/>
            <a:ext cx="2728539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517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و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1" name="F1 mark" descr="و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ه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4" name="F2 mark" descr="ه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وَه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وَهَ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407797" y="6461760"/>
            <a:ext cx="2833483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573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أ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F1 mark" descr="أ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و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5" name="F2 mark" descr="و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ب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8" name="F3 mark" descr="ب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أَوَب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أَوَبَ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302854" y="6461760"/>
            <a:ext cx="2938426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4630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ب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2" name="F1 mark" descr="ب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و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5" name="F2 mark" descr="و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ت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8" name="F3 mark" descr="ت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بَوَت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بَوَتَ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197910" y="6461760"/>
            <a:ext cx="3043370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686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ت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F1 mark" descr="ت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و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5" name="F2 mark" descr="و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ث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F3 mark" descr="ث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تَوَث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تَوَثَ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092966" y="6461760"/>
            <a:ext cx="3148314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742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ث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2" name="F1 mark" descr="ث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و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5" name="F2 mark" descr="و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ج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8" name="F3 mark" descr="ج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ثَوَج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ثَوَجَ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988022" y="6461760"/>
            <a:ext cx="3253258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798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ج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2" name="F1 mark" descr="ج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و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5" name="F2 mark" descr="و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ح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8" name="F3 mark" descr="ح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جَوَح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جَوَحَ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883078" y="6461760"/>
            <a:ext cx="3358202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854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9B2915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ج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و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ح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elephant holding answer 1" descr="elephan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حَوَج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حَوَجَ</a:t>
            </a:r>
          </a:p>
        </p:txBody>
      </p:sp>
      <p:pic>
        <p:nvPicPr>
          <p:cNvPr id="16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جَوَح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جَوَحَ</a:t>
            </a:r>
          </a:p>
        </p:txBody>
      </p:sp>
      <p:pic>
        <p:nvPicPr>
          <p:cNvPr id="18" name="dog holding answer 3" descr="dog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جَيَح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جَيَحَ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6883078" y="6461760"/>
            <a:ext cx="3358202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854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cheering" descr="elephan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elephant cheering 2" descr="elephan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og cheering" descr="dog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جَوَح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جَوَحَ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6883078" y="6461760"/>
            <a:ext cx="3358202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854" y="5949696"/>
            <a:ext cx="780288" cy="780288"/>
          </a:xfrm>
          <a:prstGeom prst="rect">
            <a:avLst/>
          </a:prstGeom>
        </p:spPr>
      </p:pic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sad" descr="elephan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ح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F1 mark" descr="ح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و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5" name="F2 mark" descr="و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خ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8" name="F3 mark" descr="خ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حَوَخ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حَوَخَ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778135" y="6461760"/>
            <a:ext cx="3463145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911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خ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2" name="F1 mark" descr="خ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و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5" name="F2 mark" descr="و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د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8" name="F3 mark" descr="د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خَوَد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خَوَدَ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673191" y="6461760"/>
            <a:ext cx="3568089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967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د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2" name="F1 mark" descr="د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و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5" name="F2 mark" descr="و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ذ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8" name="F3 mark" descr="ذ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دَوَذ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دَوَذَ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568247" y="6461760"/>
            <a:ext cx="3673033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023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ذ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2" name="F1 mark" descr="ذ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و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5" name="F2 mark" descr="و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ر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8" name="F3 mark" descr="ر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ذَوَر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ذَوَرَ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463303" y="6461760"/>
            <a:ext cx="3777977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079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ر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2" name="F1 mark" descr="ر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و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5" name="F2 mark" descr="و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ز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8" name="F3 mark" descr="ز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رَوَز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رَوَزَ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358359" y="6461760"/>
            <a:ext cx="3882921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135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ز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2" name="F1 mark" descr="ز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و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5" name="F2 mark" descr="و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س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8" name="F3 mark" descr="س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زَوَس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زَوَسَ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253416" y="6461760"/>
            <a:ext cx="3987864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192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س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2" name="F1 mark" descr="س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و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5" name="F2 mark" descr="و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ش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8" name="F3 mark" descr="ش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سَوَش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سَوَشَ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148472" y="6461760"/>
            <a:ext cx="4092808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248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ش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2" name="F1 mark" descr="ش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و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5" name="F2 mark" descr="و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ص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8" name="F3 mark" descr="ص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شَوَص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شَوَصَ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043528" y="6461760"/>
            <a:ext cx="4197752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304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9B2915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ش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و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ص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elephant holding answer 1" descr="elephan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صَوَش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صَوَشَ</a:t>
            </a:r>
          </a:p>
        </p:txBody>
      </p:sp>
      <p:pic>
        <p:nvPicPr>
          <p:cNvPr id="16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شَوَض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شَوَضَ</a:t>
            </a:r>
          </a:p>
        </p:txBody>
      </p:sp>
      <p:pic>
        <p:nvPicPr>
          <p:cNvPr id="18" name="dog holding answer 3" descr="dog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شَوَص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شَوَصَ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6043528" y="6461760"/>
            <a:ext cx="4197752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5304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cheering" descr="elephan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elephant cheering 2" descr="elephan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og cheering" descr="dog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شَوَص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شَوَصَ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6043528" y="6461760"/>
            <a:ext cx="4197752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5304" y="5949696"/>
            <a:ext cx="780288" cy="780288"/>
          </a:xfrm>
          <a:prstGeom prst="rect">
            <a:avLst/>
          </a:prstGeom>
        </p:spPr>
      </p:pic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sad" descr="elephan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ص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2" name="F1 mark" descr="ص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و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5" name="F2 mark" descr="و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ض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8" name="F3 mark" descr="ض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صَوَض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صَوَضَ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938584" y="6461760"/>
            <a:ext cx="4302696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0360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ض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2" name="F1 mark" descr="ض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و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5" name="F2 mark" descr="و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ط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8" name="F3 mark" descr="ط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ضَوَط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ضَوَطَ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833641" y="6461760"/>
            <a:ext cx="4407639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417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ط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2" name="F1 mark" descr="ط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و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5" name="F2 mark" descr="و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ظ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8" name="F3 mark" descr="ظ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طَوَظ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طَوَظَ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728697" y="6461760"/>
            <a:ext cx="4512583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473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ظ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2" name="F1 mark" descr="ظ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و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5" name="F2 mark" descr="و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ع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8" name="F3 mark" descr="ع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ظَوَع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ظَوَعَ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623753" y="6461760"/>
            <a:ext cx="4617527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5529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ع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2" name="F1 mark" descr="ع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و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5" name="F2 mark" descr="و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غ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8" name="F3 mark" descr="غ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عَوَغ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عَوَغَ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518809" y="6461760"/>
            <a:ext cx="4722471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0585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غ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2" name="F1 mark" descr="غ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و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5" name="F2 mark" descr="و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ف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8" name="F3 mark" descr="ف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غَوَف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غَوَفَ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413865" y="6461760"/>
            <a:ext cx="4827415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641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ف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2" name="F1 mark" descr="ف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و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5" name="F2 mark" descr="و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ق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8" name="F3 mark" descr="ق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فَوَق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فَوَقَ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308922" y="6461760"/>
            <a:ext cx="4932358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698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ق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2" name="F1 mark" descr="ق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و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5" name="F2 mark" descr="و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ك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8" name="F3 mark" descr="ك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قَوَك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قَوَكَ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203978" y="6461760"/>
            <a:ext cx="5037302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754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9B2915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ق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و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ك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elephant holding answer 1" descr="elephan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قَوَك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قَوَكَ</a:t>
            </a:r>
          </a:p>
        </p:txBody>
      </p:sp>
      <p:pic>
        <p:nvPicPr>
          <p:cNvPr id="16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كَوَق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كَوَقَ</a:t>
            </a:r>
          </a:p>
        </p:txBody>
      </p:sp>
      <p:pic>
        <p:nvPicPr>
          <p:cNvPr id="18" name="dog holding answer 3" descr="dog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فَوَك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فَوَكَ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5203978" y="6461760"/>
            <a:ext cx="5037302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5754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cheering" descr="elephan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elephant cheering 2" descr="elephan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og cheering" descr="dog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قَوَك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قَوَكَ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5203978" y="6461760"/>
            <a:ext cx="5037302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5754" y="5949696"/>
            <a:ext cx="780288" cy="780288"/>
          </a:xfrm>
          <a:prstGeom prst="rect">
            <a:avLst/>
          </a:prstGeom>
        </p:spPr>
      </p:pic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sad" descr="elephan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celebrating" descr="elephant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girl celebrating" descr="girl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dog celebrating" descr="dog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800000">
            <a:off x="5106427" y="324928"/>
            <a:ext cx="249944" cy="249944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120000">
            <a:off x="9312639" y="2239583"/>
            <a:ext cx="305113" cy="305113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2040000">
            <a:off x="1385488" y="1112973"/>
            <a:ext cx="274779" cy="274779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2340000">
            <a:off x="1295617" y="3331467"/>
            <a:ext cx="366838" cy="366838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2100000">
            <a:off x="9157944" y="1131038"/>
            <a:ext cx="362049" cy="362049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60000">
            <a:off x="9202464" y="1201904"/>
            <a:ext cx="330658" cy="330658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120000">
            <a:off x="7785163" y="343552"/>
            <a:ext cx="345586" cy="3455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360000">
            <a:off x="1681674" y="3552473"/>
            <a:ext cx="234669" cy="234669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3360000">
            <a:off x="11156100" y="808031"/>
            <a:ext cx="266158" cy="26615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780000">
            <a:off x="1349268" y="3165592"/>
            <a:ext cx="235252" cy="235252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3540000">
            <a:off x="2101932" y="3685716"/>
            <a:ext cx="284283" cy="28428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2280000">
            <a:off x="10559229" y="3484146"/>
            <a:ext cx="469134" cy="46913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2820000">
            <a:off x="9977071" y="328413"/>
            <a:ext cx="271738" cy="271738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900000">
            <a:off x="9046059" y="3524448"/>
            <a:ext cx="252262" cy="252262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340000">
            <a:off x="2826170" y="2409854"/>
            <a:ext cx="404271" cy="40427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240000">
            <a:off x="1486694" y="420156"/>
            <a:ext cx="464503" cy="464503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1980000">
            <a:off x="1516272" y="1702323"/>
            <a:ext cx="300921" cy="300921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380000">
            <a:off x="2206001" y="4507918"/>
            <a:ext cx="479577" cy="479577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580000">
            <a:off x="9389091" y="3925513"/>
            <a:ext cx="357999" cy="357999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2220000">
            <a:off x="10542602" y="4304172"/>
            <a:ext cx="273535" cy="273535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1980000">
            <a:off x="566154" y="2571241"/>
            <a:ext cx="277223" cy="2772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900000">
            <a:off x="3113857" y="783882"/>
            <a:ext cx="432389" cy="432389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2820000">
            <a:off x="6658388" y="340685"/>
            <a:ext cx="370590" cy="37059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2160000">
            <a:off x="9240234" y="2165627"/>
            <a:ext cx="253897" cy="253897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380000">
            <a:off x="3756563" y="1916484"/>
            <a:ext cx="275814" cy="27581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1800000">
            <a:off x="9530772" y="3584201"/>
            <a:ext cx="485083" cy="485083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ك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2" name="F1 mark" descr="ك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و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5" name="F2 mark" descr="و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ل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8" name="F3 mark" descr="ل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كَوَل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كَوَلَ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099034" y="6461760"/>
            <a:ext cx="5142246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810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ل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2" name="F1 mark" descr="ل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و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5" name="F2 mark" descr="و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م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8" name="F3 mark" descr="م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لَوَم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لَوَمَ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994090" y="6461760"/>
            <a:ext cx="5247190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866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م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2" name="F1 mark" descr="م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و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5" name="F2 mark" descr="و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ن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8" name="F3 mark" descr="ن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مَوَن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مَوَنَ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889146" y="6461760"/>
            <a:ext cx="5352134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922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ن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2" name="F1 mark" descr="ن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و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5" name="F2 mark" descr="و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ه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8" name="F3 mark" descr="ه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نَوَه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نَوَهَ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784203" y="6461760"/>
            <a:ext cx="5457077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979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ه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2" name="F1 mark" descr="ه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و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5" name="F2 mark" descr="و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أ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8" name="F3 mark" descr="أ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هَوَأ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هَوَأَ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679259" y="6461760"/>
            <a:ext cx="5562021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035" y="5949696"/>
            <a:ext cx="780288" cy="780288"/>
          </a:xfrm>
          <a:prstGeom prst="rect">
            <a:avLst/>
          </a:prstGeom>
        </p:spPr>
      </p:pic>
      <p:pic>
        <p:nvPicPr>
          <p:cNvPr id="34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و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F2 mark" descr="و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و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574315" y="6461760"/>
            <a:ext cx="5666965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091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و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F2 mark" descr="و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و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469371" y="6461760"/>
            <a:ext cx="5771909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147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و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F2 mark" descr="و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و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364427" y="6461760"/>
            <a:ext cx="5876853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203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9B2915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ت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و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elephant holding answer 1" descr="elephan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وَت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وَتَ</a:t>
            </a:r>
          </a:p>
        </p:txBody>
      </p:sp>
      <p:pic>
        <p:nvPicPr>
          <p:cNvPr id="13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تَو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تَوَ</a:t>
            </a:r>
          </a:p>
        </p:txBody>
      </p:sp>
      <p:pic>
        <p:nvPicPr>
          <p:cNvPr id="15" name="dog holding answer 3" descr="dog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تَي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تَيَ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364427" y="6461760"/>
            <a:ext cx="5876853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6203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cheering" descr="elephan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elephant cheering 2" descr="elephan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og cheering" descr="dog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تَو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تَوَ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4364427" y="6461760"/>
            <a:ext cx="5876853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6203" y="5949696"/>
            <a:ext cx="780288" cy="780288"/>
          </a:xfrm>
          <a:prstGeom prst="rect">
            <a:avLst/>
          </a:prstGeom>
        </p:spPr>
      </p:pic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sad" descr="elephan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و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F2 mark" descr="و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و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259484" y="6461760"/>
            <a:ext cx="5981796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1260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و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F2 mark" descr="و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و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154540" y="6461760"/>
            <a:ext cx="6086740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316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و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F2 mark" descr="و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و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049596" y="6461760"/>
            <a:ext cx="6191684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372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و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F2 mark" descr="و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و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944652" y="6461760"/>
            <a:ext cx="6296628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428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و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F2 mark" descr="و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و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839708" y="6461760"/>
            <a:ext cx="6401572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484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ذ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F1 mark" descr="ذ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و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F2 mark" descr="و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ذَو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ذَوَ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734765" y="6461760"/>
            <a:ext cx="6506515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6541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ر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F1 mark" descr="ر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و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F2 mark" descr="و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رَو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رَوَ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629821" y="6461760"/>
            <a:ext cx="6611459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597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ز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1" name="F1 mark" descr="ز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و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F2 mark" descr="و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زَو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زَوَ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524877" y="6461760"/>
            <a:ext cx="6716403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653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9B2915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ز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و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elephant holding answer 1" descr="elephan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وَز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وَزَ</a:t>
            </a:r>
          </a:p>
        </p:txBody>
      </p:sp>
      <p:pic>
        <p:nvPicPr>
          <p:cNvPr id="13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رَو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رَوَ</a:t>
            </a:r>
          </a:p>
        </p:txBody>
      </p:sp>
      <p:pic>
        <p:nvPicPr>
          <p:cNvPr id="15" name="dog holding answer 3" descr="dog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زَو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زَوَ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524877" y="6461760"/>
            <a:ext cx="6716403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6653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cheering" descr="elephan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elephant cheering 2" descr="elephan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og cheering" descr="dog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زَو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زَوَ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3524877" y="6461760"/>
            <a:ext cx="6716403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6653" y="5949696"/>
            <a:ext cx="780288" cy="780288"/>
          </a:xfrm>
          <a:prstGeom prst="rect">
            <a:avLst/>
          </a:prstGeom>
        </p:spPr>
      </p:pic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sad" descr="elephan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س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F1 mark" descr="س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و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F2 mark" descr="و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سَو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سَوَ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419933" y="6461760"/>
            <a:ext cx="6821347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709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ش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1" name="F1 mark" descr="ش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و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F2 mark" descr="و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شَو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شَوَ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314989" y="6461760"/>
            <a:ext cx="6926291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6765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ص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F1 mark" descr="ص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و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F2 mark" descr="و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صَو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صَوَ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210046" y="6461760"/>
            <a:ext cx="7031234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822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ض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1" name="F1 mark" descr="ض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و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F2 mark" descr="و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ضَو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ضَوَ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105102" y="6461760"/>
            <a:ext cx="7136178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878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ط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F1 mark" descr="ط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و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F2 mark" descr="و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طَو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طَوَ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000158" y="6461760"/>
            <a:ext cx="7241122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934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ظ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1" name="F1 mark" descr="ظ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و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F2 mark" descr="و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ظَو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ظَوَ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895214" y="6461760"/>
            <a:ext cx="7346066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990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ع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1" name="F1 mark" descr="ع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و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F2 mark" descr="و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عَو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عَوَ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790270" y="6461760"/>
            <a:ext cx="7451010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046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غ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F1 mark" descr="غ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و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F2 mark" descr="و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غَو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غَوَ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685327" y="6461760"/>
            <a:ext cx="7555953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103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9B2915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غ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و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elephant holding answer 1" descr="elephan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غَو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غَوَ</a:t>
            </a:r>
          </a:p>
        </p:txBody>
      </p:sp>
      <p:pic>
        <p:nvPicPr>
          <p:cNvPr id="13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وَغ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وَغَ</a:t>
            </a:r>
          </a:p>
        </p:txBody>
      </p:sp>
      <p:pic>
        <p:nvPicPr>
          <p:cNvPr id="15" name="dog holding answer 3" descr="dog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غَي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غَيَ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685327" y="6461760"/>
            <a:ext cx="7555953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7103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cheering" descr="elephan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elephant cheering 2" descr="elephan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dog cheering" descr="dog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غَو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غَوَ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2685327" y="6461760"/>
            <a:ext cx="7555953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7103" y="5949696"/>
            <a:ext cx="780288" cy="780288"/>
          </a:xfrm>
          <a:prstGeom prst="rect">
            <a:avLst/>
          </a:prstGeom>
        </p:spPr>
      </p:pic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sad" descr="elephan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celebrating" descr="elephant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girl celebrating" descr="girl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dog celebrating" descr="dog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540000">
            <a:off x="11375460" y="4351746"/>
            <a:ext cx="465373" cy="465373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1380000">
            <a:off x="3296424" y="2085611"/>
            <a:ext cx="330158" cy="330158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2640000">
            <a:off x="1306208" y="2524781"/>
            <a:ext cx="391760" cy="391760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540000">
            <a:off x="2878325" y="3876144"/>
            <a:ext cx="420920" cy="420920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3240000">
            <a:off x="407985" y="1180917"/>
            <a:ext cx="401561" cy="401561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1620000">
            <a:off x="693211" y="1679279"/>
            <a:ext cx="380536" cy="380536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>
            <a:off x="9371489" y="1018016"/>
            <a:ext cx="340539" cy="3405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780000">
            <a:off x="8897541" y="1594272"/>
            <a:ext cx="481400" cy="4814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1140000">
            <a:off x="9725452" y="3726880"/>
            <a:ext cx="455788" cy="45578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2520000">
            <a:off x="1361056" y="1330666"/>
            <a:ext cx="231870" cy="231870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2340000">
            <a:off x="9193066" y="976289"/>
            <a:ext cx="236663" cy="23666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2340000">
            <a:off x="256980" y="2216376"/>
            <a:ext cx="377081" cy="377081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60000">
            <a:off x="11413476" y="2061155"/>
            <a:ext cx="303944" cy="303944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840000">
            <a:off x="1631261" y="2808106"/>
            <a:ext cx="391580" cy="391580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1800000">
            <a:off x="1383398" y="4252240"/>
            <a:ext cx="399761" cy="39976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060000">
            <a:off x="1859199" y="1396195"/>
            <a:ext cx="291367" cy="291367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3240000">
            <a:off x="10857969" y="519840"/>
            <a:ext cx="470718" cy="470718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2880000">
            <a:off x="9330461" y="1609023"/>
            <a:ext cx="478826" cy="47882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040000">
            <a:off x="1841092" y="453255"/>
            <a:ext cx="320844" cy="320844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540000">
            <a:off x="2488064" y="2184078"/>
            <a:ext cx="238429" cy="238429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480000">
            <a:off x="525874" y="1102486"/>
            <a:ext cx="460717" cy="46071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1320000">
            <a:off x="3173876" y="4355268"/>
            <a:ext cx="358272" cy="358272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2100000">
            <a:off x="9447902" y="1324883"/>
            <a:ext cx="397091" cy="397091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2580000">
            <a:off x="9375280" y="2656418"/>
            <a:ext cx="475666" cy="475666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2880000">
            <a:off x="3201816" y="1018364"/>
            <a:ext cx="359244" cy="35924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960000">
            <a:off x="8749567" y="3972104"/>
            <a:ext cx="333948" cy="333948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ف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1" name="F1 mark" descr="ف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و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F2 mark" descr="و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فَو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فَوَ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580383" y="6461760"/>
            <a:ext cx="7660897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159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ق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1" name="F1 mark" descr="ق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و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F2 mark" descr="و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قَو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قَوَ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475439" y="6461760"/>
            <a:ext cx="7765841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215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ك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F1 mark" descr="ك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و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F2 mark" descr="و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كَو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كَوَ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370495" y="6461760"/>
            <a:ext cx="7870785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271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ل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F1 mark" descr="ل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و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F2 mark" descr="و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لَو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لَوَ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265551" y="6461760"/>
            <a:ext cx="7975729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327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م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F1 mark" descr="م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و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F2 mark" descr="و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مَو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مَوَ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160608" y="6461760"/>
            <a:ext cx="8080672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384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ن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</a:t>
            </a:r>
          </a:p>
        </p:txBody>
      </p:sp>
      <p:sp>
        <p:nvSpPr>
          <p:cNvPr id="11" name="F1 mark" descr="ن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و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F2 mark" descr="و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نَو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نَوَ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055664" y="6461760"/>
            <a:ext cx="8185616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440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(host)" descr="elephan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elephant (happy)" descr="elephan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ه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</a:t>
            </a:r>
          </a:p>
        </p:txBody>
      </p:sp>
      <p:sp>
        <p:nvSpPr>
          <p:cNvPr id="11" name="F1 mark" descr="ه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هَ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و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</a:t>
            </a:r>
          </a:p>
        </p:txBody>
      </p:sp>
      <p:sp>
        <p:nvSpPr>
          <p:cNvPr id="14" name="F2 mark" descr="و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وَ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هَو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هَوَ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9B29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31638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47683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63728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7977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95818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511863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42790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343953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9"/>
          <p:cNvSpPr/>
          <p:nvPr/>
        </p:nvSpPr>
        <p:spPr>
          <a:xfrm>
            <a:off x="259998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9B2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elephant celebrating" descr="elephant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4699000"/>
            <a:ext cx="2032000" cy="2032000"/>
          </a:xfrm>
          <a:prstGeom prst="rect">
            <a:avLst/>
          </a:prstGeom>
        </p:spPr>
      </p:pic>
      <p:pic>
        <p:nvPicPr>
          <p:cNvPr id="4" name="girl celebrating" descr="girl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00" y="4699000"/>
            <a:ext cx="2032000" cy="2032000"/>
          </a:xfrm>
          <a:prstGeom prst="rect">
            <a:avLst/>
          </a:prstGeom>
        </p:spPr>
      </p:pic>
      <p:pic>
        <p:nvPicPr>
          <p:cNvPr id="5" name="dog celebrating" descr="dog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2500" y="4699000"/>
            <a:ext cx="2032000" cy="2032000"/>
          </a:xfrm>
          <a:prstGeom prst="rect">
            <a:avLst/>
          </a:prstGeom>
        </p:spPr>
      </p:pic>
      <p:pic>
        <p:nvPicPr>
          <p:cNvPr id="6" name="girl celebrating" descr="girl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500" y="4699000"/>
            <a:ext cx="2032000" cy="2032000"/>
          </a:xfrm>
          <a:prstGeom prst="rect">
            <a:avLst/>
          </a:prstGeom>
        </p:spPr>
      </p:pic>
      <p:sp>
        <p:nvSpPr>
          <p:cNvPr id="7" name="G confetti 1"/>
          <p:cNvSpPr/>
          <p:nvPr/>
        </p:nvSpPr>
        <p:spPr>
          <a:xfrm rot="1980000">
            <a:off x="9456681" y="4171879"/>
            <a:ext cx="397451" cy="397451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2"/>
          <p:cNvSpPr/>
          <p:nvPr/>
        </p:nvSpPr>
        <p:spPr>
          <a:xfrm rot="1320000">
            <a:off x="9305105" y="3690045"/>
            <a:ext cx="290089" cy="290089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3"/>
          <p:cNvSpPr/>
          <p:nvPr/>
        </p:nvSpPr>
        <p:spPr>
          <a:xfrm rot="1620000">
            <a:off x="10540174" y="4407990"/>
            <a:ext cx="384045" cy="384045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4"/>
          <p:cNvSpPr/>
          <p:nvPr/>
        </p:nvSpPr>
        <p:spPr>
          <a:xfrm rot="2280000">
            <a:off x="9464985" y="1464909"/>
            <a:ext cx="254867" cy="254867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5"/>
          <p:cNvSpPr/>
          <p:nvPr/>
        </p:nvSpPr>
        <p:spPr>
          <a:xfrm rot="3360000">
            <a:off x="9731725" y="840641"/>
            <a:ext cx="223313" cy="223313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6"/>
          <p:cNvSpPr/>
          <p:nvPr/>
        </p:nvSpPr>
        <p:spPr>
          <a:xfrm rot="1020000">
            <a:off x="10673113" y="1773825"/>
            <a:ext cx="441827" cy="441827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7"/>
          <p:cNvSpPr/>
          <p:nvPr/>
        </p:nvSpPr>
        <p:spPr>
          <a:xfrm rot="780000">
            <a:off x="9888064" y="319757"/>
            <a:ext cx="382641" cy="3826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8"/>
          <p:cNvSpPr/>
          <p:nvPr/>
        </p:nvSpPr>
        <p:spPr>
          <a:xfrm rot="1200000">
            <a:off x="10956751" y="2527288"/>
            <a:ext cx="223170" cy="22317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9"/>
          <p:cNvSpPr/>
          <p:nvPr/>
        </p:nvSpPr>
        <p:spPr>
          <a:xfrm rot="1320000">
            <a:off x="11241863" y="3041094"/>
            <a:ext cx="440164" cy="440164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0"/>
          <p:cNvSpPr/>
          <p:nvPr/>
        </p:nvSpPr>
        <p:spPr>
          <a:xfrm rot="1140000">
            <a:off x="2564342" y="852660"/>
            <a:ext cx="327419" cy="327419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1"/>
          <p:cNvSpPr/>
          <p:nvPr/>
        </p:nvSpPr>
        <p:spPr>
          <a:xfrm rot="420000">
            <a:off x="2993555" y="1813142"/>
            <a:ext cx="226050" cy="226050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2"/>
          <p:cNvSpPr/>
          <p:nvPr/>
        </p:nvSpPr>
        <p:spPr>
          <a:xfrm rot="2100000">
            <a:off x="2401539" y="2630365"/>
            <a:ext cx="222895" cy="222895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3"/>
          <p:cNvSpPr/>
          <p:nvPr/>
        </p:nvSpPr>
        <p:spPr>
          <a:xfrm rot="2760000">
            <a:off x="10636258" y="2388214"/>
            <a:ext cx="222575" cy="222575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4"/>
          <p:cNvSpPr/>
          <p:nvPr/>
        </p:nvSpPr>
        <p:spPr>
          <a:xfrm rot="540000">
            <a:off x="1750388" y="488803"/>
            <a:ext cx="263823" cy="263823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5"/>
          <p:cNvSpPr/>
          <p:nvPr/>
        </p:nvSpPr>
        <p:spPr>
          <a:xfrm rot="1140000">
            <a:off x="11025871" y="3561148"/>
            <a:ext cx="226815" cy="226815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6"/>
          <p:cNvSpPr/>
          <p:nvPr/>
        </p:nvSpPr>
        <p:spPr>
          <a:xfrm rot="2760000">
            <a:off x="3269978" y="2134924"/>
            <a:ext cx="240846" cy="240846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7"/>
          <p:cNvSpPr/>
          <p:nvPr/>
        </p:nvSpPr>
        <p:spPr>
          <a:xfrm rot="1200000">
            <a:off x="3324927" y="2117511"/>
            <a:ext cx="429517" cy="429517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8"/>
          <p:cNvSpPr/>
          <p:nvPr/>
        </p:nvSpPr>
        <p:spPr>
          <a:xfrm rot="2460000">
            <a:off x="8632665" y="3605189"/>
            <a:ext cx="334008" cy="334008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19"/>
          <p:cNvSpPr/>
          <p:nvPr/>
        </p:nvSpPr>
        <p:spPr>
          <a:xfrm rot="2940000">
            <a:off x="3021603" y="2310787"/>
            <a:ext cx="305191" cy="305191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0"/>
          <p:cNvSpPr/>
          <p:nvPr/>
        </p:nvSpPr>
        <p:spPr>
          <a:xfrm rot="1260000">
            <a:off x="11129363" y="812549"/>
            <a:ext cx="226029" cy="226029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1"/>
          <p:cNvSpPr/>
          <p:nvPr/>
        </p:nvSpPr>
        <p:spPr>
          <a:xfrm rot="660000">
            <a:off x="1884531" y="3667579"/>
            <a:ext cx="387794" cy="38779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2"/>
          <p:cNvSpPr/>
          <p:nvPr/>
        </p:nvSpPr>
        <p:spPr>
          <a:xfrm rot="2280000">
            <a:off x="540655" y="4212841"/>
            <a:ext cx="485874" cy="485874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3"/>
          <p:cNvSpPr/>
          <p:nvPr/>
        </p:nvSpPr>
        <p:spPr>
          <a:xfrm rot="780000">
            <a:off x="270944" y="1582474"/>
            <a:ext cx="375793" cy="375793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4"/>
          <p:cNvSpPr/>
          <p:nvPr/>
        </p:nvSpPr>
        <p:spPr>
          <a:xfrm rot="2520000">
            <a:off x="1372799" y="1028925"/>
            <a:ext cx="252344" cy="252344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5"/>
          <p:cNvSpPr/>
          <p:nvPr/>
        </p:nvSpPr>
        <p:spPr>
          <a:xfrm rot="1200000">
            <a:off x="11423692" y="2187522"/>
            <a:ext cx="394741" cy="394741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 confetti 26"/>
          <p:cNvSpPr/>
          <p:nvPr/>
        </p:nvSpPr>
        <p:spPr>
          <a:xfrm rot="2760000">
            <a:off x="11555404" y="1852735"/>
            <a:ext cx="310824" cy="310824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 confetti 27"/>
          <p:cNvSpPr/>
          <p:nvPr/>
        </p:nvSpPr>
        <p:spPr>
          <a:xfrm rot="3120000">
            <a:off x="3285129" y="3094608"/>
            <a:ext cx="436839" cy="436839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confetti 28"/>
          <p:cNvSpPr/>
          <p:nvPr/>
        </p:nvSpPr>
        <p:spPr>
          <a:xfrm rot="2760000">
            <a:off x="3028139" y="612348"/>
            <a:ext cx="378775" cy="378775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confetti 29"/>
          <p:cNvSpPr/>
          <p:nvPr/>
        </p:nvSpPr>
        <p:spPr>
          <a:xfrm rot="60000">
            <a:off x="11660096" y="4505451"/>
            <a:ext cx="339808" cy="339808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confetti 30"/>
          <p:cNvSpPr/>
          <p:nvPr/>
        </p:nvSpPr>
        <p:spPr>
          <a:xfrm rot="2880000">
            <a:off x="1300529" y="2121167"/>
            <a:ext cx="378271" cy="378271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 confetti 31"/>
          <p:cNvSpPr/>
          <p:nvPr/>
        </p:nvSpPr>
        <p:spPr>
          <a:xfrm rot="1500000">
            <a:off x="2546715" y="4311684"/>
            <a:ext cx="256197" cy="256197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 confetti 32"/>
          <p:cNvSpPr/>
          <p:nvPr/>
        </p:nvSpPr>
        <p:spPr>
          <a:xfrm rot="1680000">
            <a:off x="11068354" y="1377081"/>
            <a:ext cx="462061" cy="462061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 confetti 33"/>
          <p:cNvSpPr/>
          <p:nvPr/>
        </p:nvSpPr>
        <p:spPr>
          <a:xfrm rot="2580000">
            <a:off x="10841140" y="4415186"/>
            <a:ext cx="467697" cy="467697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 confetti 34"/>
          <p:cNvSpPr/>
          <p:nvPr/>
        </p:nvSpPr>
        <p:spPr>
          <a:xfrm>
            <a:off x="355752" y="2230136"/>
            <a:ext cx="293214" cy="293214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 confetti 35"/>
          <p:cNvSpPr/>
          <p:nvPr/>
        </p:nvSpPr>
        <p:spPr>
          <a:xfrm rot="720000">
            <a:off x="1490412" y="1739679"/>
            <a:ext cx="450228" cy="450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 confetti 36"/>
          <p:cNvSpPr/>
          <p:nvPr/>
        </p:nvSpPr>
        <p:spPr>
          <a:xfrm rot="660000">
            <a:off x="347903" y="4405231"/>
            <a:ext cx="255509" cy="255509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G confetti 37"/>
          <p:cNvSpPr/>
          <p:nvPr/>
        </p:nvSpPr>
        <p:spPr>
          <a:xfrm rot="300000">
            <a:off x="10286082" y="780824"/>
            <a:ext cx="431386" cy="431386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G confetti 38"/>
          <p:cNvSpPr/>
          <p:nvPr/>
        </p:nvSpPr>
        <p:spPr>
          <a:xfrm rot="1500000">
            <a:off x="10324779" y="886090"/>
            <a:ext cx="371559" cy="371559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G confetti 39"/>
          <p:cNvSpPr/>
          <p:nvPr/>
        </p:nvSpPr>
        <p:spPr>
          <a:xfrm rot="660000">
            <a:off x="10516965" y="1200520"/>
            <a:ext cx="234734" cy="234734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G confetti 40"/>
          <p:cNvSpPr/>
          <p:nvPr/>
        </p:nvSpPr>
        <p:spPr>
          <a:xfrm rot="240000">
            <a:off x="10059290" y="4449234"/>
            <a:ext cx="400672" cy="400672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2" dur="26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8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7" dur="400" fill="hold" repeatCount="3000" autoRev="1"/>
                                        <p:tgtEl>
                                          <p:spTgt spid="4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 game 16-waw</dc:title>
  <dc:subject>Interactive cartoon adventure game for ages 4-8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