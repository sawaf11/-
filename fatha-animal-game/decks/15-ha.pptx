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cat.wav" ContentType="audio/wav"/>
  <Override PartName="/ppt/media/snd_a_duck.wav" ContentType="audio/wav"/>
  <Override PartName="/ppt/media/snd_a_girl.wav" ContentType="audio/wav"/>
  <Override PartName="/ppt/media/snd_a_rabbit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cat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cat.wav"/><Relationship Id="rId10" Type="http://schemas.openxmlformats.org/officeDocument/2006/relationships/audio" Target="../media/snd_a_duck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cat.wav"/><Relationship Id="rId10" Type="http://schemas.openxmlformats.org/officeDocument/2006/relationships/audio" Target="../media/snd_a_duck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cat.wav"/><Relationship Id="rId10" Type="http://schemas.openxmlformats.org/officeDocument/2006/relationships/audio" Target="../media/snd_a_duck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8" Type="http://schemas.openxmlformats.org/officeDocument/2006/relationships/audio" Target="../media/snd_a_cat.wav"/><Relationship Id="rId9" Type="http://schemas.openxmlformats.org/officeDocument/2006/relationships/audio" Target="../media/snd_a_duck.wav"/><Relationship Id="rId10" Type="http://schemas.openxmlformats.org/officeDocument/2006/relationships/audio" Target="../media/snd_a_rabbit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cat.wav"/><Relationship Id="rId10" Type="http://schemas.openxmlformats.org/officeDocument/2006/relationships/audio" Target="../media/snd_a_duck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cat.wav"/><Relationship Id="rId10" Type="http://schemas.openxmlformats.org/officeDocument/2006/relationships/audio" Target="../media/snd_a_duck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cat.wav"/><Relationship Id="rId10" Type="http://schemas.openxmlformats.org/officeDocument/2006/relationships/audio" Target="../media/snd_a_duck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3.png"/><Relationship Id="rId8" Type="http://schemas.openxmlformats.org/officeDocument/2006/relationships/audio" Target="../media/snd_a_cat.wav"/><Relationship Id="rId9" Type="http://schemas.openxmlformats.org/officeDocument/2006/relationships/audio" Target="../media/snd_a_duck.wav"/><Relationship Id="rId10" Type="http://schemas.openxmlformats.org/officeDocument/2006/relationships/audio" Target="../media/snd_a_rabbit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cat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cat.wav"/><Relationship Id="rId10" Type="http://schemas.openxmlformats.org/officeDocument/2006/relationships/audio" Target="../media/snd_a_duck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cat.wav"/><Relationship Id="rId10" Type="http://schemas.openxmlformats.org/officeDocument/2006/relationships/audio" Target="../media/snd_a_duck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9.xml"/><Relationship Id="rId8" Type="http://schemas.openxmlformats.org/officeDocument/2006/relationships/slide" Target="slide100.xml"/><Relationship Id="rId9" Type="http://schemas.openxmlformats.org/officeDocument/2006/relationships/slide" Target="slide10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cat.wav"/><Relationship Id="rId10" Type="http://schemas.openxmlformats.org/officeDocument/2006/relationships/audio" Target="../media/snd_a_duck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0.xml"/><Relationship Id="rId6" Type="http://schemas.openxmlformats.org/officeDocument/2006/relationships/slide" Target="slide9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3.png"/><Relationship Id="rId8" Type="http://schemas.openxmlformats.org/officeDocument/2006/relationships/audio" Target="../media/snd_a_cat.wav"/><Relationship Id="rId9" Type="http://schemas.openxmlformats.org/officeDocument/2006/relationships/audio" Target="../media/snd_a_duck.wav"/><Relationship Id="rId10" Type="http://schemas.openxmlformats.org/officeDocument/2006/relationships/audio" Target="../media/snd_a_rabbit.wav"/><Relationship Id="rId11" Type="http://schemas.openxmlformats.org/officeDocument/2006/relationships/audio" Target="../media/snd_level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cat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22.xml"/><Relationship Id="rId8" Type="http://schemas.openxmlformats.org/officeDocument/2006/relationships/image" Target="../media/image13.png"/><Relationship Id="rId9" Type="http://schemas.openxmlformats.org/officeDocument/2006/relationships/audio" Target="../media/snd_a_cat.wav"/><Relationship Id="rId10" Type="http://schemas.openxmlformats.org/officeDocument/2006/relationships/audio" Target="../media/snd_a_duck.wav"/><Relationship Id="rId11" Type="http://schemas.openxmlformats.org/officeDocument/2006/relationships/audio" Target="../media/snd_a_rabbit.wav"/><Relationship Id="rId12" Type="http://schemas.openxmlformats.org/officeDocument/2006/relationships/audio" Target="../media/snd_a_girl.wav"/><Relationship Id="rId13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ه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9" name="S02 F1 mark" descr="ه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23107" y="6461760"/>
            <a:ext cx="21817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488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14021" y="6461760"/>
            <a:ext cx="32725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79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04935" y="6461760"/>
            <a:ext cx="43634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71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95848" y="6461760"/>
            <a:ext cx="54543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624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86762" y="6461760"/>
            <a:ext cx="65451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53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77676" y="6461760"/>
            <a:ext cx="76360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45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68589" y="6461760"/>
            <a:ext cx="87269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36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ه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ه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خَهَ</a:t>
            </a:r>
          </a:p>
        </p:txBody>
      </p:sp>
      <p:pic>
        <p:nvPicPr>
          <p:cNvPr id="13" name="duck holding answer 2" descr="duck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ه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هَخَ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ه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هَجَ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68589" y="6461760"/>
            <a:ext cx="87269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036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uck cheering" descr="duck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ه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هَخَ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368589" y="6461760"/>
            <a:ext cx="87269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0365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uck encouraging" descr="duck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59503" y="6461760"/>
            <a:ext cx="98177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27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50417" y="6461760"/>
            <a:ext cx="109086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19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41331" y="6461760"/>
            <a:ext cx="119994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10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32244" y="6461760"/>
            <a:ext cx="130903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02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23158" y="6461760"/>
            <a:ext cx="141812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934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714072" y="6461760"/>
            <a:ext cx="152720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84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604985" y="6461760"/>
            <a:ext cx="163629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76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495899" y="6461760"/>
            <a:ext cx="174538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67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ه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ه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ضَهَ</a:t>
            </a:r>
          </a:p>
        </p:txBody>
      </p:sp>
      <p:pic>
        <p:nvPicPr>
          <p:cNvPr id="13" name="duck holding answer 2" descr="duck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و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وَضَ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هَض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هَضَ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495899" y="6461760"/>
            <a:ext cx="174538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767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uck cheering" descr="duck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ه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هَضَ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495899" y="6461760"/>
            <a:ext cx="174538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7675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uck encouraging" descr="duck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386813" y="6461760"/>
            <a:ext cx="185446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58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277726" y="6461760"/>
            <a:ext cx="196355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50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168640" y="6461760"/>
            <a:ext cx="207264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16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059554" y="6461760"/>
            <a:ext cx="218172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33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950467" y="6461760"/>
            <a:ext cx="229081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24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841381" y="6461760"/>
            <a:ext cx="239989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15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732295" y="6461760"/>
            <a:ext cx="250898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07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623208" y="6461760"/>
            <a:ext cx="261807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984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ه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ل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هَل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هَلَ</a:t>
            </a:r>
          </a:p>
        </p:txBody>
      </p:sp>
      <p:pic>
        <p:nvPicPr>
          <p:cNvPr id="13" name="duck holding answer 2" descr="duck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لَه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لَهَ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هَم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هَمَ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623208" y="6461760"/>
            <a:ext cx="261807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498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uck cheering" descr="duck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هَل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هَلَ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623208" y="6461760"/>
            <a:ext cx="261807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4984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uck encouraging" descr="duck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elebrating" descr="ca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duck celebrating" descr="duck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rabbit celebrating" descr="rabbi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514122" y="6461760"/>
            <a:ext cx="272715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89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05036" y="6461760"/>
            <a:ext cx="283624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1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ه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أَهَبَ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295949" y="6461760"/>
            <a:ext cx="294533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72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ه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بَهَتَ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186863" y="6461760"/>
            <a:ext cx="305441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63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ه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تَهَثَ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077777" y="6461760"/>
            <a:ext cx="316350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55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ه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ثَهَجَ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968691" y="6461760"/>
            <a:ext cx="327258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46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ه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جَهَحَ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859604" y="6461760"/>
            <a:ext cx="338167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8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ه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حَهَخَ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750518" y="6461760"/>
            <a:ext cx="349076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29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ح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ه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خ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خَهَح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خَهَحَ</a:t>
            </a:r>
          </a:p>
        </p:txBody>
      </p:sp>
      <p:pic>
        <p:nvPicPr>
          <p:cNvPr id="16" name="duck holding answer 2" descr="duck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حَه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حَهَخَ</a:t>
            </a:r>
          </a:p>
        </p:txBody>
      </p:sp>
      <p:pic>
        <p:nvPicPr>
          <p:cNvPr id="18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حَوَخ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حَوَخَ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6750518" y="6461760"/>
            <a:ext cx="349076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229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uck cheering" descr="duck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حَه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حَهَخَ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750518" y="6461760"/>
            <a:ext cx="349076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2294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uck encouraging" descr="duck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ه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خَهَدَ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641432" y="6461760"/>
            <a:ext cx="359984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20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ه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دَهَذَ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532345" y="6461760"/>
            <a:ext cx="370893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121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ه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ذَهَرَ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423259" y="6461760"/>
            <a:ext cx="381802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03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ه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رَهَزَ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314173" y="6461760"/>
            <a:ext cx="392710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94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ه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زَهَسَ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205086" y="6461760"/>
            <a:ext cx="403619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86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ه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سَهَشَ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096000" y="6461760"/>
            <a:ext cx="414528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77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ه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شَهَصَ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986914" y="6461760"/>
            <a:ext cx="425436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69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ه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صَهَضَ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877827" y="6461760"/>
            <a:ext cx="436345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60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ص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ه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ض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ضَهَص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ضَهَصَ</a:t>
            </a:r>
          </a:p>
        </p:txBody>
      </p:sp>
      <p:pic>
        <p:nvPicPr>
          <p:cNvPr id="16" name="duck holding answer 2" descr="duck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صَهَص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صَهَصَ</a:t>
            </a:r>
          </a:p>
        </p:txBody>
      </p:sp>
      <p:pic>
        <p:nvPicPr>
          <p:cNvPr id="18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صَهَض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صَهَضَ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5877827" y="6461760"/>
            <a:ext cx="436345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960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uck cheering" descr="duck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صَه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صَهَضَ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877827" y="6461760"/>
            <a:ext cx="436345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9603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uck encouraging" descr="duck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ه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ضَهَطَ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768741" y="6461760"/>
            <a:ext cx="447253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51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ه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طَهَظَ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659655" y="6461760"/>
            <a:ext cx="458162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431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ع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8" name="F3 mark" descr="ع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هَع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ظَهَعَ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550568" y="6461760"/>
            <a:ext cx="469071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34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ع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F1 mark" descr="ع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غ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8" name="F3 mark" descr="غ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عَهَغ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عَهَغَ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441482" y="6461760"/>
            <a:ext cx="479979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5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غ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2" name="F1 mark" descr="غ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ف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F3 mark" descr="ف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غَهَف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غَهَفَ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332396" y="6461760"/>
            <a:ext cx="490888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17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ف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2" name="F1 mark" descr="ف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ق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8" name="F3 mark" descr="ق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فَهَق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فَهَقَ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223309" y="6461760"/>
            <a:ext cx="501797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08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ق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2" name="F1 mark" descr="ق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ك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8" name="F3 mark" descr="ك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قَهَك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قَهَكَ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114223" y="6461760"/>
            <a:ext cx="512705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9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ك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2" name="F1 mark" descr="ك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ل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F3 mark" descr="ل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كَهَل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كَهَلَ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005137" y="6461760"/>
            <a:ext cx="523614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91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ك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ه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ل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كَهَل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كَهَلَ</a:t>
            </a:r>
          </a:p>
        </p:txBody>
      </p:sp>
      <p:pic>
        <p:nvPicPr>
          <p:cNvPr id="16" name="duck holding answer 2" descr="duck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لَهَك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لَهَكَ</a:t>
            </a:r>
          </a:p>
        </p:txBody>
      </p:sp>
      <p:pic>
        <p:nvPicPr>
          <p:cNvPr id="18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لَهَل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لَهَلَ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5005137" y="6461760"/>
            <a:ext cx="523614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91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uck cheering" descr="duck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كَهَل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كَهَلَ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005137" y="6461760"/>
            <a:ext cx="523614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913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uck encouraging" descr="duck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elebrating" descr="ca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duck celebrating" descr="duck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rabbit celebrating" descr="rabbi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ل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2" name="F1 mark" descr="ل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م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8" name="F3 mark" descr="م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لَهَم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لَهَمَ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896051" y="6461760"/>
            <a:ext cx="534522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82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م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2" name="F1 mark" descr="م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ن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8" name="F3 mark" descr="ن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مَهَن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مَهَنَ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786964" y="6461760"/>
            <a:ext cx="545431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74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ن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2" name="F1 mark" descr="ن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ه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5" name="F2 mark" descr="ه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نَه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نَهَأَ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77878" y="6461760"/>
            <a:ext cx="556340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65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568792" y="6461760"/>
            <a:ext cx="567248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56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459705" y="6461760"/>
            <a:ext cx="578157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48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350619" y="6461760"/>
            <a:ext cx="589066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39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241533" y="6461760"/>
            <a:ext cx="599974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30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132446" y="6461760"/>
            <a:ext cx="610883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22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ج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ه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هَج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هَجَ</a:t>
            </a:r>
          </a:p>
        </p:txBody>
      </p:sp>
      <p:pic>
        <p:nvPicPr>
          <p:cNvPr id="13" name="duck holding answer 2" descr="duck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جَه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جَهَ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جَو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132446" y="6461760"/>
            <a:ext cx="610883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4222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uck cheering" descr="duck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ه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جَهَ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132446" y="6461760"/>
            <a:ext cx="610883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4222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uck encouraging" descr="duck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023360" y="6461760"/>
            <a:ext cx="621792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36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914274" y="6461760"/>
            <a:ext cx="632700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05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805187" y="6461760"/>
            <a:ext cx="643609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96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696101" y="6461760"/>
            <a:ext cx="654517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87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587015" y="6461760"/>
            <a:ext cx="665426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79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477928" y="6461760"/>
            <a:ext cx="676335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704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368842" y="6461760"/>
            <a:ext cx="687243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61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59756" y="6461760"/>
            <a:ext cx="698152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53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ش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ه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هَش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هَشَ</a:t>
            </a:r>
          </a:p>
        </p:txBody>
      </p:sp>
      <p:pic>
        <p:nvPicPr>
          <p:cNvPr id="13" name="duck holding answer 2" descr="duck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سَه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سَهَ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شَه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59756" y="6461760"/>
            <a:ext cx="698152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1532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uck cheering" descr="duck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شَه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شَهَ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259756" y="6461760"/>
            <a:ext cx="698152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1532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uck encouraging" descr="duck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50669" y="6461760"/>
            <a:ext cx="709061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44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41583" y="6461760"/>
            <a:ext cx="719969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35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32497" y="6461760"/>
            <a:ext cx="7308783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27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23411" y="6461760"/>
            <a:ext cx="7417869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18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14324" y="6461760"/>
            <a:ext cx="7526956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10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05238" y="6461760"/>
            <a:ext cx="7636042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014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96152" y="6461760"/>
            <a:ext cx="7745128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92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87065" y="6461760"/>
            <a:ext cx="785421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84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FFC857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ق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ه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قَه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قَهَ</a:t>
            </a:r>
          </a:p>
        </p:txBody>
      </p:sp>
      <p:pic>
        <p:nvPicPr>
          <p:cNvPr id="13" name="duck holding answer 2" descr="duck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هَق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هَقَ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قَو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قَوَ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87065" y="6461760"/>
            <a:ext cx="785421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884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duck cheering" descr="duck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قَه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قَهَ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387065" y="6461760"/>
            <a:ext cx="7854215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8841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duck encouraging" descr="duck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elebrating" descr="ca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duck celebrating" descr="duck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rabbit celebrating" descr="rabbi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77979" y="6461760"/>
            <a:ext cx="7963301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75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68893" y="6461760"/>
            <a:ext cx="8072387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66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59806" y="6461760"/>
            <a:ext cx="8181474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58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duck (friend)" descr="duck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duck (happy)" descr="duck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8324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105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53786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6651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7924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9197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04710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17441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3017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8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elebrating" descr="ca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duck celebrating" descr="duck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rabbit celebrating" descr="rabbi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1980000">
            <a:off x="9456681" y="4171879"/>
            <a:ext cx="397451" cy="397451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20000">
            <a:off x="9305105" y="3690045"/>
            <a:ext cx="290089" cy="29008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1620000">
            <a:off x="10540174" y="4407990"/>
            <a:ext cx="384045" cy="384045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2280000">
            <a:off x="9464985" y="1464909"/>
            <a:ext cx="254867" cy="25486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360000">
            <a:off x="9731725" y="840641"/>
            <a:ext cx="223313" cy="223313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020000">
            <a:off x="10673113" y="1773825"/>
            <a:ext cx="441827" cy="441827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 rot="780000">
            <a:off x="9888064" y="319757"/>
            <a:ext cx="382641" cy="382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1200000">
            <a:off x="10956751" y="2527288"/>
            <a:ext cx="223170" cy="22317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320000">
            <a:off x="11241863" y="3041094"/>
            <a:ext cx="440164" cy="440164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1140000">
            <a:off x="2564342" y="852660"/>
            <a:ext cx="327419" cy="32741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420000">
            <a:off x="2993555" y="1813142"/>
            <a:ext cx="226050" cy="226050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100000">
            <a:off x="2401539" y="2630365"/>
            <a:ext cx="222895" cy="222895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2760000">
            <a:off x="10636258" y="2388214"/>
            <a:ext cx="222575" cy="22257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540000">
            <a:off x="1750388" y="488803"/>
            <a:ext cx="263823" cy="26382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140000">
            <a:off x="11025871" y="3561148"/>
            <a:ext cx="226815" cy="226815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2760000">
            <a:off x="3269978" y="2134924"/>
            <a:ext cx="240846" cy="24084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1200000">
            <a:off x="3324927" y="2117511"/>
            <a:ext cx="429517" cy="429517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460000">
            <a:off x="8632665" y="3605189"/>
            <a:ext cx="334008" cy="334008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940000">
            <a:off x="3021603" y="2310787"/>
            <a:ext cx="305191" cy="305191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1260000">
            <a:off x="11129363" y="812549"/>
            <a:ext cx="226029" cy="2260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660000">
            <a:off x="1884531" y="3667579"/>
            <a:ext cx="387794" cy="38779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2280000">
            <a:off x="540655" y="4212841"/>
            <a:ext cx="485874" cy="48587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780000">
            <a:off x="270944" y="1582474"/>
            <a:ext cx="375793" cy="375793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20000">
            <a:off x="1372799" y="1028925"/>
            <a:ext cx="252344" cy="25234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1200000">
            <a:off x="11423692" y="2187522"/>
            <a:ext cx="394741" cy="394741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2760000">
            <a:off x="11555404" y="1852735"/>
            <a:ext cx="310824" cy="31082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3120000">
            <a:off x="3285129" y="3094608"/>
            <a:ext cx="436839" cy="436839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2760000">
            <a:off x="3028139" y="612348"/>
            <a:ext cx="378775" cy="378775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60000">
            <a:off x="11660096" y="4505451"/>
            <a:ext cx="339808" cy="339808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880000">
            <a:off x="1300529" y="2121167"/>
            <a:ext cx="378271" cy="378271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1500000">
            <a:off x="2546715" y="4311684"/>
            <a:ext cx="256197" cy="256197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680000">
            <a:off x="11068354" y="1377081"/>
            <a:ext cx="462061" cy="46206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2580000">
            <a:off x="10841140" y="4415186"/>
            <a:ext cx="467697" cy="467697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>
            <a:off x="355752" y="2230136"/>
            <a:ext cx="293214" cy="293214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720000">
            <a:off x="1490412" y="1739679"/>
            <a:ext cx="450228" cy="450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660000">
            <a:off x="347903" y="4405231"/>
            <a:ext cx="255509" cy="25550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300000">
            <a:off x="10286082" y="780824"/>
            <a:ext cx="431386" cy="431386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1500000">
            <a:off x="10324779" y="886090"/>
            <a:ext cx="371559" cy="37155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660000">
            <a:off x="10516965" y="1200520"/>
            <a:ext cx="234734" cy="234734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240000">
            <a:off x="10059290" y="4449234"/>
            <a:ext cx="400672" cy="400672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15-ha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