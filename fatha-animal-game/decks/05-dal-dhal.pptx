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a_dog.wav" ContentType="audio/wav"/>
  <Override PartName="/ppt/media/snd_a_girl.wav" ContentType="audio/wav"/>
  <Override PartName="/ppt/media/snd_a_rabbit.wav" ContentType="audio/wav"/>
  <Override PartName="/ppt/media/snd_aww.wav" ContentType="audio/wav"/>
  <Override PartName="/ppt/media/snd_bell1.wav" ContentType="audio/wav"/>
  <Override PartName="/ppt/media/snd_bell2.wav" ContentType="audio/wav"/>
  <Override PartName="/ppt/media/snd_bell3.wav" ContentType="audio/wav"/>
  <Override PartName="/ppt/media/snd_bloop.wav" ContentType="audio/wav"/>
  <Override PartName="/ppt/media/snd_level.wav" ContentType="audio/wav"/>
  <Override PartName="/ppt/media/snd_oops.wav" ContentType="audio/wav"/>
  <Override PartName="/ppt/media/snd_pluck1.wav" ContentType="audio/wav"/>
  <Override PartName="/ppt/media/snd_pluck2.wav" ContentType="audio/wav"/>
  <Override PartName="/ppt/media/snd_pluck3.wav" ContentType="audio/wav"/>
  <Override PartName="/ppt/media/snd_whoosh.wav" ContentType="audio/wav"/>
  <Override PartName="/ppt/media/snd_win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up! Celebrate before the next set of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TIME: ask the child to read the equation, then tap the animal holding the answer they think is right. Right answer = celebration slide. Wrong answer = a hidden try-again slide; tap the green button to try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Hidden try-again slide: only shown after a wrong answer. Tap the green button to go back to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Finished! Give the child a big cheer.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dog.wav"/><Relationship Id="rId11" Type="http://schemas.openxmlformats.org/officeDocument/2006/relationships/audio" Target="../media/snd_win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.xml"/><Relationship Id="rId8" Type="http://schemas.openxmlformats.org/officeDocument/2006/relationships/slide" Target="slide11.xml"/><Relationship Id="rId9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Relationship Id="rId6" Type="http://schemas.openxmlformats.org/officeDocument/2006/relationships/slide" Target="slide9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.xml"/><Relationship Id="rId8" Type="http://schemas.openxmlformats.org/officeDocument/2006/relationships/slide" Target="slide22.xml"/><Relationship Id="rId9" Type="http://schemas.openxmlformats.org/officeDocument/2006/relationships/slide" Target="slide2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Relationship Id="rId6" Type="http://schemas.openxmlformats.org/officeDocument/2006/relationships/slide" Target="slide20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image" Target="../media/image12.png"/><Relationship Id="rId10" Type="http://schemas.openxmlformats.org/officeDocument/2006/relationships/audio" Target="../media/snd_a_dog.wav"/><Relationship Id="rId11" Type="http://schemas.openxmlformats.org/officeDocument/2006/relationships/audio" Target="../media/snd_win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5.xml"/><Relationship Id="rId8" Type="http://schemas.openxmlformats.org/officeDocument/2006/relationships/slide" Target="slide32.xml"/><Relationship Id="rId9" Type="http://schemas.openxmlformats.org/officeDocument/2006/relationships/slide" Target="slide3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Relationship Id="rId6" Type="http://schemas.openxmlformats.org/officeDocument/2006/relationships/slide" Target="slide31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Relationship Id="rId7" Type="http://schemas.openxmlformats.org/officeDocument/2006/relationships/image" Target="../media/image12.png"/><Relationship Id="rId8" Type="http://schemas.openxmlformats.org/officeDocument/2006/relationships/audio" Target="../media/snd_a_dog.wav"/><Relationship Id="rId9" Type="http://schemas.openxmlformats.org/officeDocument/2006/relationships/audio" Target="../media/snd_a_girl.wav"/><Relationship Id="rId10" Type="http://schemas.openxmlformats.org/officeDocument/2006/relationships/audio" Target="../media/snd_a_rabbit.wav"/><Relationship Id="rId11" Type="http://schemas.openxmlformats.org/officeDocument/2006/relationships/audio" Target="../media/snd_level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8.xml"/><Relationship Id="rId8" Type="http://schemas.openxmlformats.org/officeDocument/2006/relationships/slide" Target="slide45.xml"/><Relationship Id="rId9" Type="http://schemas.openxmlformats.org/officeDocument/2006/relationships/slide" Target="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Relationship Id="rId6" Type="http://schemas.openxmlformats.org/officeDocument/2006/relationships/slide" Target="slide43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pluck3.wav"/><Relationship Id="rId13" Type="http://schemas.openxmlformats.org/officeDocument/2006/relationships/audio" Target="../media/snd_bell3.wav"/><Relationship Id="rId14" Type="http://schemas.openxmlformats.org/officeDocument/2006/relationships/audio" Target="../media/snd_whoosh.wav"/><Relationship Id="rId15" Type="http://schemas.openxmlformats.org/officeDocument/2006/relationships/audio" Target="../media/snd_win.wav"/><Relationship Id="rId16" Type="http://schemas.openxmlformats.org/officeDocument/2006/relationships/image" Target="../media/image12.png"/><Relationship Id="rId17" Type="http://schemas.openxmlformats.org/officeDocument/2006/relationships/audio" Target="../media/snd_a_dog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10.xml"/><Relationship Id="rId8" Type="http://schemas.openxmlformats.org/officeDocument/2006/relationships/slide" Target="slide56.xml"/><Relationship Id="rId9" Type="http://schemas.openxmlformats.org/officeDocument/2006/relationships/slide" Target="slide5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2.png"/><Relationship Id="rId9" Type="http://schemas.openxmlformats.org/officeDocument/2006/relationships/audio" Target="../media/snd_a_dog.wav"/><Relationship Id="rId10" Type="http://schemas.openxmlformats.org/officeDocument/2006/relationships/audio" Target="../media/snd_a_girl.wav"/><Relationship Id="rId11" Type="http://schemas.openxmlformats.org/officeDocument/2006/relationships/audio" Target="../media/snd_a_rabbit.wav"/><Relationship Id="rId12" Type="http://schemas.openxmlformats.org/officeDocument/2006/relationships/audio" Target="../media/snd_bell1.wav"/><Relationship Id="rId13" Type="http://schemas.openxmlformats.org/officeDocument/2006/relationships/audio" Target="../media/snd_bell2.wav"/><Relationship Id="rId14" Type="http://schemas.openxmlformats.org/officeDocument/2006/relationships/audio" Target="../media/snd_bell3.wav"/><Relationship Id="rId15" Type="http://schemas.openxmlformats.org/officeDocument/2006/relationships/audio" Target="../media/snd_win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1.xml"/><Relationship Id="rId6" Type="http://schemas.openxmlformats.org/officeDocument/2006/relationships/slide" Target="slide54.xml"/><Relationship Id="rId7" Type="http://schemas.openxmlformats.org/officeDocument/2006/relationships/audio" Target="../media/snd_oops.wav"/><Relationship Id="rId8" Type="http://schemas.openxmlformats.org/officeDocument/2006/relationships/image" Target="../media/image12.png"/><Relationship Id="rId9" Type="http://schemas.openxmlformats.org/officeDocument/2006/relationships/audio" Target="../media/snd_aww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audio" Target="../media/snd_pluck1.wav"/><Relationship Id="rId8" Type="http://schemas.openxmlformats.org/officeDocument/2006/relationships/audio" Target="../media/snd_bell1.wav"/><Relationship Id="rId9" Type="http://schemas.openxmlformats.org/officeDocument/2006/relationships/audio" Target="../media/snd_bloop.wav"/><Relationship Id="rId10" Type="http://schemas.openxmlformats.org/officeDocument/2006/relationships/audio" Target="../media/snd_pluck2.wav"/><Relationship Id="rId11" Type="http://schemas.openxmlformats.org/officeDocument/2006/relationships/audio" Target="../media/snd_bell2.wav"/><Relationship Id="rId12" Type="http://schemas.openxmlformats.org/officeDocument/2006/relationships/audio" Target="../media/snd_whoosh.wav"/><Relationship Id="rId13" Type="http://schemas.openxmlformats.org/officeDocument/2006/relationships/audio" Target="../media/snd_win.wav"/><Relationship Id="rId14" Type="http://schemas.openxmlformats.org/officeDocument/2006/relationships/image" Target="../media/image12.png"/><Relationship Id="rId15" Type="http://schemas.openxmlformats.org/officeDocument/2006/relationships/audio" Target="../media/snd_a_dog.wav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12.xml"/><Relationship Id="rId7" Type="http://schemas.openxmlformats.org/officeDocument/2006/relationships/image" Target="../media/image12.png"/><Relationship Id="rId8" Type="http://schemas.openxmlformats.org/officeDocument/2006/relationships/audio" Target="../media/snd_a_dog.wav"/><Relationship Id="rId9" Type="http://schemas.openxmlformats.org/officeDocument/2006/relationships/audio" Target="../media/snd_a_girl.wav"/><Relationship Id="rId10" Type="http://schemas.openxmlformats.org/officeDocument/2006/relationships/audio" Target="../media/snd_a_rabbit.wav"/><Relationship Id="rId11" Type="http://schemas.openxmlformats.org/officeDocument/2006/relationships/audio" Target="../media/snd_win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د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9" name="S02 F1 mark" descr="د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10046208" y="6461760"/>
            <a:ext cx="195072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984" y="5949696"/>
            <a:ext cx="780288" cy="780288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888490" y="6461760"/>
            <a:ext cx="352790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66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712095" y="6461760"/>
            <a:ext cx="529185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871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535700" y="6461760"/>
            <a:ext cx="705580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476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359306" y="6461760"/>
            <a:ext cx="881974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082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182911" y="6461760"/>
            <a:ext cx="1058369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4687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9006516" y="6461760"/>
            <a:ext cx="1234764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292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30121" y="6461760"/>
            <a:ext cx="1411159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897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1D7FB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د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خ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خَد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خَدَ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دَخ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دَخَ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دَج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8830121" y="6461760"/>
            <a:ext cx="1411159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1897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دَخ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دَخَ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8830121" y="6461760"/>
            <a:ext cx="1411159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1897" y="5949696"/>
            <a:ext cx="780288" cy="780288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د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5" name="F2 mark" descr="د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د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أَدَبَ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653726" y="6461760"/>
            <a:ext cx="1587554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50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د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5" name="F2 mark" descr="د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د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بَدَتَ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477331" y="6461760"/>
            <a:ext cx="1763949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10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د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5" name="F2 mark" descr="د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د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تَدَثَ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300936" y="6461760"/>
            <a:ext cx="1940344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71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د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5" name="F2 mark" descr="د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د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ثَدَجَ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8124541" y="6461760"/>
            <a:ext cx="2116739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31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د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5" name="F2 mark" descr="د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د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جَدَحَ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948146" y="6461760"/>
            <a:ext cx="2293134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922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د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5" name="F2 mark" descr="د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د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حَدَخَ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771751" y="6461760"/>
            <a:ext cx="2469529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527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د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5" name="F2 mark" descr="د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د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خَدَأَ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7595357" y="6461760"/>
            <a:ext cx="2645923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133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18962" y="6461760"/>
            <a:ext cx="2822318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738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1D7FB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د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د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دَأَ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بَد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بَدَ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أَد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418962" y="6461760"/>
            <a:ext cx="2822318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738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د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أَدَ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7418962" y="6461760"/>
            <a:ext cx="2822318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738" y="5949696"/>
            <a:ext cx="780288" cy="780288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242567" y="6461760"/>
            <a:ext cx="2998713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343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7066172" y="6461760"/>
            <a:ext cx="3175108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948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889777" y="6461760"/>
            <a:ext cx="3351503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553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713382" y="6461760"/>
            <a:ext cx="3527898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158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536987" y="6461760"/>
            <a:ext cx="3704293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763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360592" y="6461760"/>
            <a:ext cx="3880688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368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4023360" y="1341120"/>
            <a:ext cx="4145280" cy="41452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 L1 letter" descr="ذ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9" name="S02 F1 mark" descr="ذَ"/>
          <p:cNvSpPr/>
          <p:nvPr/>
        </p:nvSpPr>
        <p:spPr>
          <a:xfrm>
            <a:off x="4023360" y="1341120"/>
            <a:ext cx="4145280" cy="41452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25333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ame progress"/>
          <p:cNvSpPr/>
          <p:nvPr/>
        </p:nvSpPr>
        <p:spPr>
          <a:xfrm>
            <a:off x="6184197" y="6461760"/>
            <a:ext cx="4057083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973" y="5949696"/>
            <a:ext cx="780288" cy="780288"/>
          </a:xfrm>
          <a:prstGeom prst="rect">
            <a:avLst/>
          </a:prstGeom>
        </p:spPr>
      </p:pic>
      <p:pic>
        <p:nvPicPr>
          <p:cNvPr id="19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0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أ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4" name="F2 mark" descr="أ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أ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ذَأَ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07803" y="6461760"/>
            <a:ext cx="423347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579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1D7FB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ذ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أ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ذ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ذَأَ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ذ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أَذَ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ذَب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6007803" y="6461760"/>
            <a:ext cx="423347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9579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ذَأ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ذَأَ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6007803" y="6461760"/>
            <a:ext cx="423347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9579" y="5949696"/>
            <a:ext cx="780288" cy="780288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elebrating" descr="dog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699000"/>
            <a:ext cx="2032000" cy="2032000"/>
          </a:xfrm>
          <a:prstGeom prst="rect">
            <a:avLst/>
          </a:prstGeom>
        </p:spPr>
      </p:pic>
      <p:sp>
        <p:nvSpPr>
          <p:cNvPr id="6" name="G confetti 1"/>
          <p:cNvSpPr/>
          <p:nvPr/>
        </p:nvSpPr>
        <p:spPr>
          <a:xfrm rot="1020000">
            <a:off x="5018504" y="303352"/>
            <a:ext cx="440796" cy="440796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G confetti 2"/>
          <p:cNvSpPr/>
          <p:nvPr/>
        </p:nvSpPr>
        <p:spPr>
          <a:xfrm rot="600000">
            <a:off x="1667998" y="2777452"/>
            <a:ext cx="370219" cy="370219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3"/>
          <p:cNvSpPr/>
          <p:nvPr/>
        </p:nvSpPr>
        <p:spPr>
          <a:xfrm rot="1440000">
            <a:off x="11223722" y="778108"/>
            <a:ext cx="481951" cy="48195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4"/>
          <p:cNvSpPr/>
          <p:nvPr/>
        </p:nvSpPr>
        <p:spPr>
          <a:xfrm rot="60000">
            <a:off x="8483549" y="1355583"/>
            <a:ext cx="311071" cy="311071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5"/>
          <p:cNvSpPr/>
          <p:nvPr/>
        </p:nvSpPr>
        <p:spPr>
          <a:xfrm rot="3180000">
            <a:off x="2293819" y="826128"/>
            <a:ext cx="330644" cy="330644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6"/>
          <p:cNvSpPr/>
          <p:nvPr/>
        </p:nvSpPr>
        <p:spPr>
          <a:xfrm rot="2940000">
            <a:off x="2909790" y="3308017"/>
            <a:ext cx="409730" cy="40973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7"/>
          <p:cNvSpPr/>
          <p:nvPr/>
        </p:nvSpPr>
        <p:spPr>
          <a:xfrm rot="720000">
            <a:off x="9493875" y="1603344"/>
            <a:ext cx="453667" cy="4536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8"/>
          <p:cNvSpPr/>
          <p:nvPr/>
        </p:nvSpPr>
        <p:spPr>
          <a:xfrm rot="2100000">
            <a:off x="9433990" y="3492288"/>
            <a:ext cx="269300" cy="26930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9"/>
          <p:cNvSpPr/>
          <p:nvPr/>
        </p:nvSpPr>
        <p:spPr>
          <a:xfrm rot="2940000">
            <a:off x="719899" y="1204403"/>
            <a:ext cx="483199" cy="483199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10"/>
          <p:cNvSpPr/>
          <p:nvPr/>
        </p:nvSpPr>
        <p:spPr>
          <a:xfrm rot="540000">
            <a:off x="1966035" y="1584646"/>
            <a:ext cx="364066" cy="364066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1"/>
          <p:cNvSpPr/>
          <p:nvPr/>
        </p:nvSpPr>
        <p:spPr>
          <a:xfrm rot="2220000">
            <a:off x="8968231" y="3057420"/>
            <a:ext cx="235958" cy="235958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2"/>
          <p:cNvSpPr/>
          <p:nvPr/>
        </p:nvSpPr>
        <p:spPr>
          <a:xfrm rot="780000">
            <a:off x="1161209" y="1209164"/>
            <a:ext cx="478904" cy="47890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3"/>
          <p:cNvSpPr/>
          <p:nvPr/>
        </p:nvSpPr>
        <p:spPr>
          <a:xfrm rot="1860000">
            <a:off x="2118122" y="1930992"/>
            <a:ext cx="363525" cy="363525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4"/>
          <p:cNvSpPr/>
          <p:nvPr/>
        </p:nvSpPr>
        <p:spPr>
          <a:xfrm rot="660000">
            <a:off x="282024" y="262479"/>
            <a:ext cx="352513" cy="352513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5"/>
          <p:cNvSpPr/>
          <p:nvPr/>
        </p:nvSpPr>
        <p:spPr>
          <a:xfrm rot="2820000">
            <a:off x="1342594" y="3200159"/>
            <a:ext cx="328392" cy="328392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6"/>
          <p:cNvSpPr/>
          <p:nvPr/>
        </p:nvSpPr>
        <p:spPr>
          <a:xfrm rot="3120000">
            <a:off x="11186224" y="2682542"/>
            <a:ext cx="284706" cy="284706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7"/>
          <p:cNvSpPr/>
          <p:nvPr/>
        </p:nvSpPr>
        <p:spPr>
          <a:xfrm rot="600000">
            <a:off x="556433" y="2177779"/>
            <a:ext cx="325344" cy="325344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8"/>
          <p:cNvSpPr/>
          <p:nvPr/>
        </p:nvSpPr>
        <p:spPr>
          <a:xfrm rot="1140000">
            <a:off x="3096819" y="2662249"/>
            <a:ext cx="405036" cy="405036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9"/>
          <p:cNvSpPr/>
          <p:nvPr/>
        </p:nvSpPr>
        <p:spPr>
          <a:xfrm rot="2220000">
            <a:off x="1019783" y="2938778"/>
            <a:ext cx="271777" cy="271777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20"/>
          <p:cNvSpPr/>
          <p:nvPr/>
        </p:nvSpPr>
        <p:spPr>
          <a:xfrm rot="1140000">
            <a:off x="2557589" y="1034032"/>
            <a:ext cx="459238" cy="459238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1"/>
          <p:cNvSpPr/>
          <p:nvPr/>
        </p:nvSpPr>
        <p:spPr>
          <a:xfrm rot="2400000">
            <a:off x="3593798" y="3393818"/>
            <a:ext cx="405438" cy="40543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2"/>
          <p:cNvSpPr/>
          <p:nvPr/>
        </p:nvSpPr>
        <p:spPr>
          <a:xfrm rot="1260000">
            <a:off x="9393818" y="1765028"/>
            <a:ext cx="333954" cy="333954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3"/>
          <p:cNvSpPr/>
          <p:nvPr/>
        </p:nvSpPr>
        <p:spPr>
          <a:xfrm rot="60000">
            <a:off x="8692747" y="3055249"/>
            <a:ext cx="290570" cy="29057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4"/>
          <p:cNvSpPr/>
          <p:nvPr/>
        </p:nvSpPr>
        <p:spPr>
          <a:xfrm rot="660000">
            <a:off x="10946563" y="422945"/>
            <a:ext cx="381049" cy="381049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5"/>
          <p:cNvSpPr/>
          <p:nvPr/>
        </p:nvSpPr>
        <p:spPr>
          <a:xfrm rot="120000">
            <a:off x="1108920" y="2004424"/>
            <a:ext cx="429787" cy="429787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6"/>
          <p:cNvSpPr/>
          <p:nvPr/>
        </p:nvSpPr>
        <p:spPr>
          <a:xfrm rot="780000">
            <a:off x="2418151" y="722879"/>
            <a:ext cx="438744" cy="438744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1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00" dur="400" fill="hold" repeatCount="3000" autoRev="1"/>
                                        <p:tgtEl>
                                          <p:spTgt spid="34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ب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4" name="F2 mark" descr="ب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ب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ذَبَ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831408" y="6461760"/>
            <a:ext cx="4409872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184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ت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4" name="F2 mark" descr="ت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ت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ذَتَ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655013" y="6461760"/>
            <a:ext cx="458626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789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ث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4" name="F2 mark" descr="ث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ث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ذَثَ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478618" y="6461760"/>
            <a:ext cx="4762662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394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ج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4" name="F2 mark" descr="ج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ج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ذَجَ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302223" y="6461760"/>
            <a:ext cx="493905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999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ح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4" name="F2 mark" descr="ح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ح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ذَحَ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5125828" y="6461760"/>
            <a:ext cx="5115452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604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خ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4" name="F2 mark" descr="خ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خ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ذَخَ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949433" y="6461760"/>
            <a:ext cx="529184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209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ذ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1" name="F1 mark" descr="ذ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د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4" name="F2 mark" descr="د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ذَد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ذَدَ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4773038" y="6461760"/>
            <a:ext cx="5468242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814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أ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2" name="F1 mark" descr="أ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ذ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5" name="F2 mark" descr="ذ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ب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8" name="F3 mark" descr="ب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أَذَب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أَذَبَ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596643" y="6461760"/>
            <a:ext cx="564463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419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969264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731520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Circle 3"/>
          <p:cNvSpPr/>
          <p:nvPr/>
        </p:nvSpPr>
        <p:spPr>
          <a:xfrm>
            <a:off x="4937760" y="121920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panel"/>
          <p:cNvSpPr/>
          <p:nvPr/>
        </p:nvSpPr>
        <p:spPr>
          <a:xfrm>
            <a:off x="792480" y="85344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Question mark" descr="؟"/>
          <p:cNvSpPr/>
          <p:nvPr/>
        </p:nvSpPr>
        <p:spPr>
          <a:xfrm>
            <a:off x="792480" y="85344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1D7FB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8" name="Letter 1" descr="أَ"/>
          <p:cNvSpPr/>
          <p:nvPr/>
        </p:nvSpPr>
        <p:spPr>
          <a:xfrm>
            <a:off x="969264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9" name="Plus 1"/>
          <p:cNvSpPr/>
          <p:nvPr/>
        </p:nvSpPr>
        <p:spPr>
          <a:xfrm>
            <a:off x="9125712" y="184099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tter 2" descr="ذَ"/>
          <p:cNvSpPr/>
          <p:nvPr/>
        </p:nvSpPr>
        <p:spPr>
          <a:xfrm>
            <a:off x="731520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1" name="Plus 2"/>
          <p:cNvSpPr/>
          <p:nvPr/>
        </p:nvSpPr>
        <p:spPr>
          <a:xfrm>
            <a:off x="6748272" y="184099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tter 3" descr="بَ"/>
          <p:cNvSpPr/>
          <p:nvPr/>
        </p:nvSpPr>
        <p:spPr>
          <a:xfrm>
            <a:off x="4937760" y="121920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Arrow"/>
          <p:cNvSpPr/>
          <p:nvPr/>
        </p:nvSpPr>
        <p:spPr>
          <a:xfrm>
            <a:off x="4053840" y="173126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5" name="LINK answer 1" descr="بَذ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بَذَأَ</a:t>
            </a:r>
          </a:p>
        </p:txBody>
      </p:sp>
      <p:pic>
        <p:nvPicPr>
          <p:cNvPr id="16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7" name="LINK answer 2" descr="أَذَبَ">
            <a:hlinkClick action="ppaction://hlinksldjump" r:id="rId9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أَذَبَ</a:t>
            </a:r>
          </a:p>
        </p:txBody>
      </p:sp>
      <p:pic>
        <p:nvPicPr>
          <p:cNvPr id="18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9" name="LINK answer 3" descr="أَدَبَ">
            <a:hlinkClick action="ppaction://hlinksldjump" r:id="rId8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200" b="0" lang="ar-SA">
                <a:solidFill>
                  <a:srgbClr val="16213E"/>
                </a:solidFill>
                <a:latin typeface="Arial"/>
                <a:cs typeface="Arial"/>
              </a:rPr>
              <a:t>أَدَبَ</a:t>
            </a:r>
          </a:p>
        </p:txBody>
      </p:sp>
      <p:sp>
        <p:nvSpPr>
          <p:cNvPr id="20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progress"/>
          <p:cNvSpPr/>
          <p:nvPr/>
        </p:nvSpPr>
        <p:spPr>
          <a:xfrm>
            <a:off x="4596643" y="6461760"/>
            <a:ext cx="564463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419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ذَب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أَذَبَ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4596643" y="6461760"/>
            <a:ext cx="5644637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8419" y="5949696"/>
            <a:ext cx="780288" cy="780288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ب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2" name="F1 mark" descr="ب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ذ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5" name="F2 mark" descr="ذ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ت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8" name="F3 mark" descr="ت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بَذَت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بَذَتَ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420249" y="6461760"/>
            <a:ext cx="5821031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02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ت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2" name="F1 mark" descr="ت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ذ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5" name="F2 mark" descr="ذ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ث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8" name="F3 mark" descr="ث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تَذَث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تَذَثَ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243854" y="6461760"/>
            <a:ext cx="5997426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63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ث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2" name="F1 mark" descr="ث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ذ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5" name="F2 mark" descr="ذ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ج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8" name="F3 mark" descr="ج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ثَذَج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ثَذَجَ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4067459" y="6461760"/>
            <a:ext cx="6173821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23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ج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2" name="F1 mark" descr="ج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ذ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5" name="F2 mark" descr="ذ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ح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8" name="F3 mark" descr="ح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جَذَح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جَذَحَ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891064" y="6461760"/>
            <a:ext cx="6350216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84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ح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2" name="F1 mark" descr="ح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ذ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5" name="F2 mark" descr="ذ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خ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8" name="F3 mark" descr="خ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حَذَخ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حَذَخَ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714669" y="6461760"/>
            <a:ext cx="6526611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44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خ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2" name="F1 mark" descr="خ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ذ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5" name="F2 mark" descr="ذ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د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8" name="F3 mark" descr="د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خَذَد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خَذَدَ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538274" y="6461760"/>
            <a:ext cx="6703006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050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969264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731520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ircle 3"/>
          <p:cNvSpPr/>
          <p:nvPr/>
        </p:nvSpPr>
        <p:spPr>
          <a:xfrm>
            <a:off x="4937760" y="2560320"/>
            <a:ext cx="1706880" cy="1706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sult panel"/>
          <p:cNvSpPr/>
          <p:nvPr/>
        </p:nvSpPr>
        <p:spPr>
          <a:xfrm>
            <a:off x="792480" y="2194560"/>
            <a:ext cx="3108960" cy="243840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1 letter" descr="د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2" name="F1 mark" descr="دَ"/>
          <p:cNvSpPr/>
          <p:nvPr/>
        </p:nvSpPr>
        <p:spPr>
          <a:xfrm>
            <a:off x="969264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3" name="P1 plus"/>
          <p:cNvSpPr/>
          <p:nvPr/>
        </p:nvSpPr>
        <p:spPr>
          <a:xfrm>
            <a:off x="912571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2 letter" descr="ذ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5" name="F2 mark" descr="ذَ"/>
          <p:cNvSpPr/>
          <p:nvPr/>
        </p:nvSpPr>
        <p:spPr>
          <a:xfrm>
            <a:off x="731520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6" name="P2 plus"/>
          <p:cNvSpPr/>
          <p:nvPr/>
        </p:nvSpPr>
        <p:spPr>
          <a:xfrm>
            <a:off x="6748272" y="3182112"/>
            <a:ext cx="463296" cy="463296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L3 letter" descr="أ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8" name="F3 mark" descr="أَ"/>
          <p:cNvSpPr/>
          <p:nvPr/>
        </p:nvSpPr>
        <p:spPr>
          <a:xfrm>
            <a:off x="4937760" y="2560320"/>
            <a:ext cx="1706880" cy="17068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8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9" name="A arrow"/>
          <p:cNvSpPr/>
          <p:nvPr/>
        </p:nvSpPr>
        <p:spPr>
          <a:xfrm>
            <a:off x="4053840" y="3072384"/>
            <a:ext cx="73152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 result" descr="دَذَأَ"/>
          <p:cNvSpPr/>
          <p:nvPr/>
        </p:nvSpPr>
        <p:spPr>
          <a:xfrm>
            <a:off x="792480" y="2194560"/>
            <a:ext cx="3108960" cy="24384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9600" b="0" lang="ar-SA">
                <a:solidFill>
                  <a:srgbClr val="16213E"/>
                </a:solidFill>
                <a:latin typeface="Arial"/>
                <a:cs typeface="Arial"/>
              </a:rPr>
              <a:t>دَذَأَ</a:t>
            </a:r>
          </a:p>
        </p:txBody>
      </p:sp>
      <p:sp>
        <p:nvSpPr>
          <p:cNvPr id="2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progress"/>
          <p:cNvSpPr/>
          <p:nvPr/>
        </p:nvSpPr>
        <p:spPr>
          <a:xfrm>
            <a:off x="3361879" y="6461760"/>
            <a:ext cx="6879401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655" y="5949696"/>
            <a:ext cx="780288" cy="780288"/>
          </a:xfrm>
          <a:prstGeom prst="rect">
            <a:avLst/>
          </a:prstGeom>
        </p:spPr>
      </p:pic>
      <p:pic>
        <p:nvPicPr>
          <p:cNvPr id="30" name="sound anchor" descr="sound anchor (invisible)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5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7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8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90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7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أ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</a:t>
            </a:r>
          </a:p>
        </p:txBody>
      </p:sp>
      <p:sp>
        <p:nvSpPr>
          <p:cNvPr id="11" name="F1 mark" descr="أ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أ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أَذَ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85484" y="6461760"/>
            <a:ext cx="7055796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260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ircle 1"/>
          <p:cNvSpPr/>
          <p:nvPr/>
        </p:nvSpPr>
        <p:spPr>
          <a:xfrm>
            <a:off x="896112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ircle 2"/>
          <p:cNvSpPr/>
          <p:nvPr/>
        </p:nvSpPr>
        <p:spPr>
          <a:xfrm>
            <a:off x="5791200" y="91440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Question panel"/>
          <p:cNvSpPr/>
          <p:nvPr/>
        </p:nvSpPr>
        <p:spPr>
          <a:xfrm>
            <a:off x="914400" y="73152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estion mark" descr="؟"/>
          <p:cNvSpPr/>
          <p:nvPr/>
        </p:nvSpPr>
        <p:spPr>
          <a:xfrm>
            <a:off x="914400" y="73152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4666" b="0" lang="ar-SA">
                <a:solidFill>
                  <a:srgbClr val="1D7FB5"/>
                </a:solidFill>
                <a:latin typeface="Arial"/>
                <a:cs typeface="Arial"/>
              </a:rPr>
              <a:t>؟</a:t>
            </a:r>
          </a:p>
        </p:txBody>
      </p:sp>
      <p:sp>
        <p:nvSpPr>
          <p:cNvPr id="7" name="Letter 1" descr="أَ"/>
          <p:cNvSpPr/>
          <p:nvPr/>
        </p:nvSpPr>
        <p:spPr>
          <a:xfrm>
            <a:off x="896112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أَ</a:t>
            </a:r>
          </a:p>
        </p:txBody>
      </p:sp>
      <p:sp>
        <p:nvSpPr>
          <p:cNvPr id="8" name="Plus 1"/>
          <p:cNvSpPr/>
          <p:nvPr/>
        </p:nvSpPr>
        <p:spPr>
          <a:xfrm>
            <a:off x="8260080" y="179832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Letter 2" descr="ذَ"/>
          <p:cNvSpPr/>
          <p:nvPr/>
        </p:nvSpPr>
        <p:spPr>
          <a:xfrm>
            <a:off x="5791200" y="91440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0" name="Arrow"/>
          <p:cNvSpPr/>
          <p:nvPr/>
        </p:nvSpPr>
        <p:spPr>
          <a:xfrm>
            <a:off x="4754880" y="173126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dog holding answer 1" descr="dog peeking over the answer c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250" y="3197860"/>
            <a:ext cx="1587500" cy="1587500"/>
          </a:xfrm>
          <a:prstGeom prst="rect">
            <a:avLst/>
          </a:prstGeom>
        </p:spPr>
      </p:pic>
      <p:sp>
        <p:nvSpPr>
          <p:cNvPr id="12" name="LINK answer 1" descr="ذَأَ">
            <a:hlinkClick action="ppaction://hlinksldjump" r:id="rId8"/>
          </p:cNvPr>
          <p:cNvSpPr/>
          <p:nvPr/>
        </p:nvSpPr>
        <p:spPr>
          <a:xfrm>
            <a:off x="7772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ذَأَ</a:t>
            </a:r>
          </a:p>
        </p:txBody>
      </p:sp>
      <p:pic>
        <p:nvPicPr>
          <p:cNvPr id="13" name="girl holding answer 2" descr="girl peeking over the answer c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250" y="3197860"/>
            <a:ext cx="1587500" cy="1587500"/>
          </a:xfrm>
          <a:prstGeom prst="rect">
            <a:avLst/>
          </a:prstGeom>
        </p:spPr>
      </p:pic>
      <p:sp>
        <p:nvSpPr>
          <p:cNvPr id="14" name="LINK answer 2" descr="أَدَ">
            <a:hlinkClick action="ppaction://hlinksldjump" r:id="rId8"/>
          </p:cNvPr>
          <p:cNvSpPr/>
          <p:nvPr/>
        </p:nvSpPr>
        <p:spPr>
          <a:xfrm>
            <a:off x="4724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أَدَ</a:t>
            </a:r>
          </a:p>
        </p:txBody>
      </p:sp>
      <p:pic>
        <p:nvPicPr>
          <p:cNvPr id="15" name="rabbit holding answer 3" descr="rabbit peeking over the answer 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250" y="3197860"/>
            <a:ext cx="1587500" cy="1587500"/>
          </a:xfrm>
          <a:prstGeom prst="rect">
            <a:avLst/>
          </a:prstGeom>
        </p:spPr>
      </p:pic>
      <p:sp>
        <p:nvSpPr>
          <p:cNvPr id="16" name="LINK answer 3" descr="أَذَ">
            <a:hlinkClick action="ppaction://hlinksldjump" r:id="rId9"/>
          </p:cNvPr>
          <p:cNvSpPr/>
          <p:nvPr/>
        </p:nvSpPr>
        <p:spPr>
          <a:xfrm>
            <a:off x="1676400" y="4328160"/>
            <a:ext cx="2743200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8533" b="0" lang="ar-SA">
                <a:solidFill>
                  <a:srgbClr val="16213E"/>
                </a:solidFill>
                <a:latin typeface="Arial"/>
                <a:cs typeface="Arial"/>
              </a:rPr>
              <a:t>أَذَ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185484" y="6461760"/>
            <a:ext cx="7055796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7260" y="5949696"/>
            <a:ext cx="780288" cy="780288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heering" descr="dog cheer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4" name="dog cheering 2" descr="dog cheer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206500"/>
            <a:ext cx="2540000" cy="2540000"/>
          </a:xfrm>
          <a:prstGeom prst="rect">
            <a:avLst/>
          </a:prstGeom>
        </p:spPr>
      </p:pic>
      <p:pic>
        <p:nvPicPr>
          <p:cNvPr id="5" name="girl cheering" descr="girl cheer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095500"/>
            <a:ext cx="2095500" cy="2095500"/>
          </a:xfrm>
          <a:prstGeom prst="rect">
            <a:avLst/>
          </a:prstGeom>
        </p:spPr>
      </p:pic>
      <p:pic>
        <p:nvPicPr>
          <p:cNvPr id="6" name="rabbit cheering" descr="rabbit cheer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2095500"/>
            <a:ext cx="2095500" cy="2095500"/>
          </a:xfrm>
          <a:prstGeom prst="rect">
            <a:avLst/>
          </a:prstGeom>
        </p:spPr>
      </p:pic>
      <p:sp>
        <p:nvSpPr>
          <p:cNvPr id="7" name="G star1"/>
          <p:cNvSpPr/>
          <p:nvPr/>
        </p:nvSpPr>
        <p:spPr>
          <a:xfrm>
            <a:off x="408432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star2"/>
          <p:cNvSpPr/>
          <p:nvPr/>
        </p:nvSpPr>
        <p:spPr>
          <a:xfrm>
            <a:off x="548640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star3"/>
          <p:cNvSpPr/>
          <p:nvPr/>
        </p:nvSpPr>
        <p:spPr>
          <a:xfrm>
            <a:off x="6888480" y="365760"/>
            <a:ext cx="1097280" cy="109728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panel" descr="أَذَ"/>
          <p:cNvSpPr/>
          <p:nvPr/>
        </p:nvSpPr>
        <p:spPr>
          <a:xfrm>
            <a:off x="3169920" y="4328160"/>
            <a:ext cx="5852160" cy="1584960"/>
          </a:xfrm>
          <a:prstGeom prst="roundRect">
            <a:avLst>
              <a:gd name="adj" fmla="val 20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0666" b="0" lang="ar-SA">
                <a:solidFill>
                  <a:srgbClr val="16213E"/>
                </a:solidFill>
                <a:latin typeface="Arial"/>
                <a:cs typeface="Arial"/>
              </a:rPr>
              <a:t>أَذَ</a:t>
            </a:r>
          </a:p>
        </p:txBody>
      </p:sp>
      <p:sp>
        <p:nvSpPr>
          <p:cNvPr id="11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ame progress"/>
          <p:cNvSpPr/>
          <p:nvPr/>
        </p:nvSpPr>
        <p:spPr>
          <a:xfrm>
            <a:off x="3185484" y="6461760"/>
            <a:ext cx="7055796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Game marker (host animal)" descr="progress mark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7260" y="5949696"/>
            <a:ext cx="780288" cy="780288"/>
          </a:xfrm>
          <a:prstGeom prst="rect">
            <a:avLst/>
          </a:prstGeom>
        </p:spPr>
      </p:pic>
      <p:pic>
        <p:nvPicPr>
          <p:cNvPr id="20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124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1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nodeType="withEffect">
                                  <p:stCondLst>
                                    <p:cond delay="29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3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sad" descr="dog s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413000" cy="2413000"/>
          </a:xfrm>
          <a:prstGeom prst="rect">
            <a:avLst/>
          </a:prstGeom>
        </p:spPr>
      </p:pic>
      <p:pic>
        <p:nvPicPr>
          <p:cNvPr id="4" name="girl encouraging" descr="girl encourag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2159000" cy="2159000"/>
          </a:xfrm>
          <a:prstGeom prst="rect">
            <a:avLst/>
          </a:prstGeom>
        </p:spPr>
      </p:pic>
      <p:sp>
        <p:nvSpPr>
          <p:cNvPr id="5" name="G oops"/>
          <p:cNvSpPr/>
          <p:nvPr/>
        </p:nvSpPr>
        <p:spPr>
          <a:xfrm>
            <a:off x="4632960" y="609600"/>
            <a:ext cx="2926080" cy="292608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NK retry button">
            <a:hlinkClick action="ppaction://hlinksldjump" r:id="rId6"/>
          </p:cNvPr>
          <p:cNvSpPr/>
          <p:nvPr/>
        </p:nvSpPr>
        <p:spPr>
          <a:xfrm>
            <a:off x="4145280" y="4023360"/>
            <a:ext cx="3901440" cy="18288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LINK retry icon">
            <a:hlinkClick action="ppaction://hlinksldjump" r:id="rId6"/>
          </p:cNvPr>
          <p:cNvSpPr/>
          <p:nvPr/>
        </p:nvSpPr>
        <p:spPr>
          <a:xfrm>
            <a:off x="5364480" y="4267200"/>
            <a:ext cx="1463040" cy="1341120"/>
          </a:xfrm>
          <a:prstGeom prst="circular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ww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150 0.0000 E" pathEditMode="relative" ptsTypes="AA">
                                      <p:cBhvr>
                                        <p:cTn id="11" dur="9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ب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</a:t>
            </a:r>
          </a:p>
        </p:txBody>
      </p:sp>
      <p:sp>
        <p:nvSpPr>
          <p:cNvPr id="11" name="F1 mark" descr="ب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ب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بَذَ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3009089" y="6461760"/>
            <a:ext cx="7232191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865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ت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</a:t>
            </a:r>
          </a:p>
        </p:txBody>
      </p:sp>
      <p:sp>
        <p:nvSpPr>
          <p:cNvPr id="11" name="F1 mark" descr="ت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تَ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ت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تَذَ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832694" y="6461760"/>
            <a:ext cx="7408586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470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ث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</a:t>
            </a:r>
          </a:p>
        </p:txBody>
      </p:sp>
      <p:sp>
        <p:nvSpPr>
          <p:cNvPr id="11" name="F1 mark" descr="ث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ثَ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ث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ثَذَ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656300" y="6461760"/>
            <a:ext cx="7584980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076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ج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</a:t>
            </a:r>
          </a:p>
        </p:txBody>
      </p:sp>
      <p:sp>
        <p:nvSpPr>
          <p:cNvPr id="11" name="F1 mark" descr="ج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جَ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ج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جَذَ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479905" y="6461760"/>
            <a:ext cx="7761375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681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ح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</a:t>
            </a:r>
          </a:p>
        </p:txBody>
      </p:sp>
      <p:sp>
        <p:nvSpPr>
          <p:cNvPr id="11" name="F1 mark" descr="ح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ح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حَذَ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303510" y="6461760"/>
            <a:ext cx="7937770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286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خ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</a:t>
            </a:r>
          </a:p>
        </p:txBody>
      </p:sp>
      <p:sp>
        <p:nvSpPr>
          <p:cNvPr id="11" name="F1 mark" descr="خ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خ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خَذَ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2127115" y="6461760"/>
            <a:ext cx="8114165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891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(host)" descr="dog (host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4" name="dog (happy)" descr="dog (happy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00" y="4445000"/>
            <a:ext cx="2159000" cy="2159000"/>
          </a:xfrm>
          <a:prstGeom prst="rect">
            <a:avLst/>
          </a:prstGeom>
        </p:spPr>
      </p:pic>
      <p:pic>
        <p:nvPicPr>
          <p:cNvPr id="5" name="girl (friend)" descr="girl (frien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pic>
        <p:nvPicPr>
          <p:cNvPr id="6" name="girl (happy)" descr="girl (happy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" y="4445000"/>
            <a:ext cx="2159000" cy="2159000"/>
          </a:xfrm>
          <a:prstGeom prst="rect">
            <a:avLst/>
          </a:prstGeom>
        </p:spPr>
      </p:pic>
      <p:sp>
        <p:nvSpPr>
          <p:cNvPr id="7" name="Circle 1"/>
          <p:cNvSpPr/>
          <p:nvPr/>
        </p:nvSpPr>
        <p:spPr>
          <a:xfrm>
            <a:off x="896112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ircle 2"/>
          <p:cNvSpPr/>
          <p:nvPr/>
        </p:nvSpPr>
        <p:spPr>
          <a:xfrm>
            <a:off x="5791200" y="2255520"/>
            <a:ext cx="2316480" cy="2316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sult panel"/>
          <p:cNvSpPr/>
          <p:nvPr/>
        </p:nvSpPr>
        <p:spPr>
          <a:xfrm>
            <a:off x="914400" y="2072640"/>
            <a:ext cx="3657600" cy="2682240"/>
          </a:xfrm>
          <a:prstGeom prst="roundRect">
            <a:avLst>
              <a:gd name="adj" fmla="val 14000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1 letter" descr="د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</a:t>
            </a:r>
          </a:p>
        </p:txBody>
      </p:sp>
      <p:sp>
        <p:nvSpPr>
          <p:cNvPr id="11" name="F1 mark" descr="دَ"/>
          <p:cNvSpPr/>
          <p:nvPr/>
        </p:nvSpPr>
        <p:spPr>
          <a:xfrm>
            <a:off x="896112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دَ</a:t>
            </a:r>
          </a:p>
        </p:txBody>
      </p:sp>
      <p:sp>
        <p:nvSpPr>
          <p:cNvPr id="12" name="P1 plus"/>
          <p:cNvSpPr/>
          <p:nvPr/>
        </p:nvSpPr>
        <p:spPr>
          <a:xfrm>
            <a:off x="8260080" y="3139440"/>
            <a:ext cx="548640" cy="548640"/>
          </a:xfrm>
          <a:prstGeom prst="mathPlus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L2 letter" descr="ذ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</a:t>
            </a:r>
          </a:p>
        </p:txBody>
      </p:sp>
      <p:sp>
        <p:nvSpPr>
          <p:cNvPr id="14" name="F2 mark" descr="ذَ"/>
          <p:cNvSpPr/>
          <p:nvPr/>
        </p:nvSpPr>
        <p:spPr>
          <a:xfrm>
            <a:off x="5791200" y="2255520"/>
            <a:ext cx="2316480" cy="231648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000" b="0" lang="ar-SA">
                <a:solidFill>
                  <a:srgbClr val="16213E"/>
                </a:solidFill>
                <a:latin typeface="Arial"/>
                <a:cs typeface="Arial"/>
              </a:rPr>
              <a:t>ذَ</a:t>
            </a:r>
          </a:p>
        </p:txBody>
      </p:sp>
      <p:sp>
        <p:nvSpPr>
          <p:cNvPr id="15" name="A arrow"/>
          <p:cNvSpPr/>
          <p:nvPr/>
        </p:nvSpPr>
        <p:spPr>
          <a:xfrm>
            <a:off x="4754880" y="3072384"/>
            <a:ext cx="853440" cy="682752"/>
          </a:xfrm>
          <a:prstGeom prst="leftArrow">
            <a:avLst/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 result" descr="دَذَ"/>
          <p:cNvSpPr/>
          <p:nvPr/>
        </p:nvSpPr>
        <p:spPr>
          <a:xfrm>
            <a:off x="914400" y="2072640"/>
            <a:ext cx="3657600" cy="268224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2800" b="0" lang="ar-SA">
                <a:solidFill>
                  <a:srgbClr val="16213E"/>
                </a:solidFill>
                <a:latin typeface="Arial"/>
                <a:cs typeface="Arial"/>
              </a:rPr>
              <a:t>دَذَ</a:t>
            </a:r>
          </a:p>
        </p:txBody>
      </p:sp>
      <p:sp>
        <p:nvSpPr>
          <p:cNvPr id="17" name="Game track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905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ame progress"/>
          <p:cNvSpPr/>
          <p:nvPr/>
        </p:nvSpPr>
        <p:spPr>
          <a:xfrm>
            <a:off x="1950720" y="6461760"/>
            <a:ext cx="8290560" cy="195072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ame milestone 1"/>
          <p:cNvSpPr/>
          <p:nvPr/>
        </p:nvSpPr>
        <p:spPr>
          <a:xfrm>
            <a:off x="8744777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ame milestone 2"/>
          <p:cNvSpPr/>
          <p:nvPr/>
        </p:nvSpPr>
        <p:spPr>
          <a:xfrm>
            <a:off x="7333618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ame milestone 3"/>
          <p:cNvSpPr/>
          <p:nvPr/>
        </p:nvSpPr>
        <p:spPr>
          <a:xfrm>
            <a:off x="592245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ame milestone 4"/>
          <p:cNvSpPr/>
          <p:nvPr/>
        </p:nvSpPr>
        <p:spPr>
          <a:xfrm>
            <a:off x="4511299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ame milestone 5"/>
          <p:cNvSpPr/>
          <p:nvPr/>
        </p:nvSpPr>
        <p:spPr>
          <a:xfrm>
            <a:off x="3100140" y="6473952"/>
            <a:ext cx="170688" cy="17068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ame goal star"/>
          <p:cNvSpPr/>
          <p:nvPr/>
        </p:nvSpPr>
        <p:spPr>
          <a:xfrm>
            <a:off x="1682496" y="6339840"/>
            <a:ext cx="438912" cy="438912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Game marker (host animal)" descr="progress mar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5949696"/>
            <a:ext cx="780288" cy="780288"/>
          </a:xfrm>
          <a:prstGeom prst="rect">
            <a:avLst/>
          </a:prstGeom>
        </p:spPr>
      </p:pic>
      <p:pic>
        <p:nvPicPr>
          <p:cNvPr id="26" name="sound anchor" descr="sound anchor (invisible)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8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1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6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18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3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32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3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41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0" dur="170" fill="hold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42" dur="17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4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2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90000">
                                        <p:cTn id="5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3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4" dur="170" fill="hold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500 E" pathEditMode="relative" ptsTypes="AA">
                                      <p:cBhvr>
                                        <p:cTn id="66" dur="170" fill="hold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6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Cartoon habita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dog celebrating" descr="dog celebrat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4699000"/>
            <a:ext cx="2032000" cy="2032000"/>
          </a:xfrm>
          <a:prstGeom prst="rect">
            <a:avLst/>
          </a:prstGeom>
        </p:spPr>
      </p:pic>
      <p:pic>
        <p:nvPicPr>
          <p:cNvPr id="4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00" y="4699000"/>
            <a:ext cx="2032000" cy="2032000"/>
          </a:xfrm>
          <a:prstGeom prst="rect">
            <a:avLst/>
          </a:prstGeom>
        </p:spPr>
      </p:pic>
      <p:pic>
        <p:nvPicPr>
          <p:cNvPr id="5" name="rabbit celebrating" descr="rabbit celebrat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500" y="4699000"/>
            <a:ext cx="2032000" cy="2032000"/>
          </a:xfrm>
          <a:prstGeom prst="rect">
            <a:avLst/>
          </a:prstGeom>
        </p:spPr>
      </p:pic>
      <p:pic>
        <p:nvPicPr>
          <p:cNvPr id="6" name="girl celebrating" descr="girl celebra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500" y="4699000"/>
            <a:ext cx="2032000" cy="2032000"/>
          </a:xfrm>
          <a:prstGeom prst="rect">
            <a:avLst/>
          </a:prstGeom>
        </p:spPr>
      </p:pic>
      <p:sp>
        <p:nvSpPr>
          <p:cNvPr id="7" name="G confetti 1"/>
          <p:cNvSpPr/>
          <p:nvPr/>
        </p:nvSpPr>
        <p:spPr>
          <a:xfrm rot="1800000">
            <a:off x="5106427" y="324928"/>
            <a:ext cx="249944" cy="249944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G confetti 2"/>
          <p:cNvSpPr/>
          <p:nvPr/>
        </p:nvSpPr>
        <p:spPr>
          <a:xfrm rot="120000">
            <a:off x="9312639" y="2239583"/>
            <a:ext cx="305113" cy="305113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G confetti 3"/>
          <p:cNvSpPr/>
          <p:nvPr/>
        </p:nvSpPr>
        <p:spPr>
          <a:xfrm rot="2040000">
            <a:off x="1385488" y="1112973"/>
            <a:ext cx="274779" cy="274779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G confetti 4"/>
          <p:cNvSpPr/>
          <p:nvPr/>
        </p:nvSpPr>
        <p:spPr>
          <a:xfrm rot="2340000">
            <a:off x="1295617" y="3331467"/>
            <a:ext cx="366838" cy="366838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G confetti 5"/>
          <p:cNvSpPr/>
          <p:nvPr/>
        </p:nvSpPr>
        <p:spPr>
          <a:xfrm rot="2100000">
            <a:off x="9157944" y="1131038"/>
            <a:ext cx="362049" cy="36204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G confetti 6"/>
          <p:cNvSpPr/>
          <p:nvPr/>
        </p:nvSpPr>
        <p:spPr>
          <a:xfrm rot="60000">
            <a:off x="9202464" y="1201904"/>
            <a:ext cx="330658" cy="330658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G confetti 7"/>
          <p:cNvSpPr/>
          <p:nvPr/>
        </p:nvSpPr>
        <p:spPr>
          <a:xfrm rot="120000">
            <a:off x="7785163" y="343552"/>
            <a:ext cx="345586" cy="34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G confetti 8"/>
          <p:cNvSpPr/>
          <p:nvPr/>
        </p:nvSpPr>
        <p:spPr>
          <a:xfrm rot="360000">
            <a:off x="1681674" y="3552473"/>
            <a:ext cx="234669" cy="234669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G confetti 9"/>
          <p:cNvSpPr/>
          <p:nvPr/>
        </p:nvSpPr>
        <p:spPr>
          <a:xfrm rot="3360000">
            <a:off x="11156100" y="808031"/>
            <a:ext cx="266158" cy="266158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G confetti 10"/>
          <p:cNvSpPr/>
          <p:nvPr/>
        </p:nvSpPr>
        <p:spPr>
          <a:xfrm rot="780000">
            <a:off x="1349268" y="3165592"/>
            <a:ext cx="235252" cy="235252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G confetti 11"/>
          <p:cNvSpPr/>
          <p:nvPr/>
        </p:nvSpPr>
        <p:spPr>
          <a:xfrm rot="3540000">
            <a:off x="2101932" y="3685716"/>
            <a:ext cx="284283" cy="284283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 confetti 12"/>
          <p:cNvSpPr/>
          <p:nvPr/>
        </p:nvSpPr>
        <p:spPr>
          <a:xfrm rot="2280000">
            <a:off x="10559229" y="3484146"/>
            <a:ext cx="469134" cy="469134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G confetti 13"/>
          <p:cNvSpPr/>
          <p:nvPr/>
        </p:nvSpPr>
        <p:spPr>
          <a:xfrm rot="2820000">
            <a:off x="9977071" y="328413"/>
            <a:ext cx="271738" cy="271738"/>
          </a:xfrm>
          <a:prstGeom prst="ellipse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G confetti 14"/>
          <p:cNvSpPr/>
          <p:nvPr/>
        </p:nvSpPr>
        <p:spPr>
          <a:xfrm rot="900000">
            <a:off x="9046059" y="3524448"/>
            <a:ext cx="252262" cy="252262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G confetti 15"/>
          <p:cNvSpPr/>
          <p:nvPr/>
        </p:nvSpPr>
        <p:spPr>
          <a:xfrm rot="2340000">
            <a:off x="2826170" y="2409854"/>
            <a:ext cx="404271" cy="404271"/>
          </a:xfrm>
          <a:prstGeom prst="rec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G confetti 16"/>
          <p:cNvSpPr/>
          <p:nvPr/>
        </p:nvSpPr>
        <p:spPr>
          <a:xfrm rot="3240000">
            <a:off x="1486694" y="420156"/>
            <a:ext cx="464503" cy="464503"/>
          </a:xfrm>
          <a:prstGeom prst="hear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G confetti 17"/>
          <p:cNvSpPr/>
          <p:nvPr/>
        </p:nvSpPr>
        <p:spPr>
          <a:xfrm rot="1980000">
            <a:off x="1516272" y="1702323"/>
            <a:ext cx="300921" cy="300921"/>
          </a:xfrm>
          <a:prstGeom prst="ellipse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G confetti 18"/>
          <p:cNvSpPr/>
          <p:nvPr/>
        </p:nvSpPr>
        <p:spPr>
          <a:xfrm rot="1380000">
            <a:off x="2206001" y="4507918"/>
            <a:ext cx="479577" cy="479577"/>
          </a:xfrm>
          <a:prstGeom prst="star5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G confetti 19"/>
          <p:cNvSpPr/>
          <p:nvPr/>
        </p:nvSpPr>
        <p:spPr>
          <a:xfrm rot="2580000">
            <a:off x="9389091" y="3925513"/>
            <a:ext cx="357999" cy="357999"/>
          </a:xfrm>
          <a:prstGeom prst="rec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G confetti 20"/>
          <p:cNvSpPr/>
          <p:nvPr/>
        </p:nvSpPr>
        <p:spPr>
          <a:xfrm rot="2220000">
            <a:off x="10542602" y="4304172"/>
            <a:ext cx="273535" cy="273535"/>
          </a:xfrm>
          <a:prstGeom prst="hear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G confetti 21"/>
          <p:cNvSpPr/>
          <p:nvPr/>
        </p:nvSpPr>
        <p:spPr>
          <a:xfrm rot="1980000">
            <a:off x="566154" y="2571241"/>
            <a:ext cx="277223" cy="27722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G confetti 22"/>
          <p:cNvSpPr/>
          <p:nvPr/>
        </p:nvSpPr>
        <p:spPr>
          <a:xfrm rot="900000">
            <a:off x="3113857" y="783882"/>
            <a:ext cx="432389" cy="432389"/>
          </a:xfrm>
          <a:prstGeom prst="star5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 confetti 23"/>
          <p:cNvSpPr/>
          <p:nvPr/>
        </p:nvSpPr>
        <p:spPr>
          <a:xfrm rot="2820000">
            <a:off x="6658388" y="340685"/>
            <a:ext cx="370590" cy="370590"/>
          </a:xfrm>
          <a:prstGeom prst="rect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G confetti 24"/>
          <p:cNvSpPr/>
          <p:nvPr/>
        </p:nvSpPr>
        <p:spPr>
          <a:xfrm rot="2160000">
            <a:off x="9240234" y="2165627"/>
            <a:ext cx="253897" cy="253897"/>
          </a:xfrm>
          <a:prstGeom prst="hear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G confetti 25"/>
          <p:cNvSpPr/>
          <p:nvPr/>
        </p:nvSpPr>
        <p:spPr>
          <a:xfrm rot="1380000">
            <a:off x="3756563" y="1916484"/>
            <a:ext cx="275814" cy="275814"/>
          </a:xfrm>
          <a:prstGeom prst="ellipse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G confetti 26"/>
          <p:cNvSpPr/>
          <p:nvPr/>
        </p:nvSpPr>
        <p:spPr>
          <a:xfrm rot="1800000">
            <a:off x="9530772" y="3584201"/>
            <a:ext cx="485083" cy="485083"/>
          </a:xfrm>
          <a:prstGeom prst="star5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G confetti 27"/>
          <p:cNvSpPr/>
          <p:nvPr/>
        </p:nvSpPr>
        <p:spPr>
          <a:xfrm rot="540000">
            <a:off x="11375460" y="4351746"/>
            <a:ext cx="465373" cy="465373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G confetti 28"/>
          <p:cNvSpPr/>
          <p:nvPr/>
        </p:nvSpPr>
        <p:spPr>
          <a:xfrm rot="1380000">
            <a:off x="3296424" y="2085611"/>
            <a:ext cx="330158" cy="330158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G confetti 29"/>
          <p:cNvSpPr/>
          <p:nvPr/>
        </p:nvSpPr>
        <p:spPr>
          <a:xfrm rot="2640000">
            <a:off x="1306208" y="2524781"/>
            <a:ext cx="391760" cy="391760"/>
          </a:xfrm>
          <a:prstGeom prst="ellipse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G confetti 30"/>
          <p:cNvSpPr/>
          <p:nvPr/>
        </p:nvSpPr>
        <p:spPr>
          <a:xfrm rot="540000">
            <a:off x="2878325" y="3876144"/>
            <a:ext cx="420920" cy="420920"/>
          </a:xfrm>
          <a:prstGeom prst="star5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G confetti 31"/>
          <p:cNvSpPr/>
          <p:nvPr/>
        </p:nvSpPr>
        <p:spPr>
          <a:xfrm rot="3240000">
            <a:off x="407985" y="1180917"/>
            <a:ext cx="401561" cy="401561"/>
          </a:xfrm>
          <a:prstGeom prst="rect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G confetti 32"/>
          <p:cNvSpPr/>
          <p:nvPr/>
        </p:nvSpPr>
        <p:spPr>
          <a:xfrm rot="1620000">
            <a:off x="693211" y="1679279"/>
            <a:ext cx="380536" cy="380536"/>
          </a:xfrm>
          <a:prstGeom prst="hear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G confetti 33"/>
          <p:cNvSpPr/>
          <p:nvPr/>
        </p:nvSpPr>
        <p:spPr>
          <a:xfrm>
            <a:off x="9371489" y="1018016"/>
            <a:ext cx="340539" cy="340539"/>
          </a:xfrm>
          <a:prstGeom prst="ellipse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G confetti 34"/>
          <p:cNvSpPr/>
          <p:nvPr/>
        </p:nvSpPr>
        <p:spPr>
          <a:xfrm rot="780000">
            <a:off x="8897541" y="1594272"/>
            <a:ext cx="481400" cy="481400"/>
          </a:xfrm>
          <a:prstGeom prst="star5">
            <a:avLst/>
          </a:prstGeom>
          <a:solidFill>
            <a:srgbClr val="FF8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G confetti 35"/>
          <p:cNvSpPr/>
          <p:nvPr/>
        </p:nvSpPr>
        <p:spPr>
          <a:xfrm rot="1140000">
            <a:off x="9725452" y="3726880"/>
            <a:ext cx="455788" cy="4557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G confetti 36"/>
          <p:cNvSpPr/>
          <p:nvPr/>
        </p:nvSpPr>
        <p:spPr>
          <a:xfrm rot="2520000">
            <a:off x="1361056" y="1330666"/>
            <a:ext cx="231870" cy="231870"/>
          </a:xfrm>
          <a:prstGeom prst="heart">
            <a:avLst/>
          </a:prstGeom>
          <a:solidFill>
            <a:srgbClr val="FF5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G confetti 37"/>
          <p:cNvSpPr/>
          <p:nvPr/>
        </p:nvSpPr>
        <p:spPr>
          <a:xfrm rot="2340000">
            <a:off x="9193066" y="976289"/>
            <a:ext cx="236663" cy="236663"/>
          </a:xfrm>
          <a:prstGeom prst="ellipse">
            <a:avLst/>
          </a:prstGeom>
          <a:solidFill>
            <a:srgbClr val="FFC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G confetti 38"/>
          <p:cNvSpPr/>
          <p:nvPr/>
        </p:nvSpPr>
        <p:spPr>
          <a:xfrm rot="2340000">
            <a:off x="256980" y="2216376"/>
            <a:ext cx="377081" cy="377081"/>
          </a:xfrm>
          <a:prstGeom prst="star5">
            <a:avLst/>
          </a:prstGeom>
          <a:solidFill>
            <a:srgbClr val="3A8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G confetti 39"/>
          <p:cNvSpPr/>
          <p:nvPr/>
        </p:nvSpPr>
        <p:spPr>
          <a:xfrm rot="60000">
            <a:off x="11413476" y="2061155"/>
            <a:ext cx="303944" cy="303944"/>
          </a:xfrm>
          <a:prstGeom prst="rect">
            <a:avLst/>
          </a:prstGeom>
          <a:solidFill>
            <a:srgbClr val="2FB5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G confetti 40"/>
          <p:cNvSpPr/>
          <p:nvPr/>
        </p:nvSpPr>
        <p:spPr>
          <a:xfrm rot="840000">
            <a:off x="1631261" y="2808106"/>
            <a:ext cx="391580" cy="391580"/>
          </a:xfrm>
          <a:prstGeom prst="heart">
            <a:avLst/>
          </a:prstGeom>
          <a:solidFill>
            <a:srgbClr val="8E5B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edal ribbon left"/>
          <p:cNvSpPr/>
          <p:nvPr/>
        </p:nvSpPr>
        <p:spPr>
          <a:xfrm rot="11400000">
            <a:off x="4754880" y="3698240"/>
            <a:ext cx="1097280" cy="12192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edal ribbon right"/>
          <p:cNvSpPr/>
          <p:nvPr/>
        </p:nvSpPr>
        <p:spPr>
          <a:xfrm rot="10200000">
            <a:off x="6339840" y="3698240"/>
            <a:ext cx="1097280" cy="12192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G medal"/>
          <p:cNvSpPr/>
          <p:nvPr/>
        </p:nvSpPr>
        <p:spPr>
          <a:xfrm>
            <a:off x="4145280" y="670560"/>
            <a:ext cx="3657600" cy="365760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G medal inner"/>
          <p:cNvSpPr/>
          <p:nvPr/>
        </p:nvSpPr>
        <p:spPr>
          <a:xfrm>
            <a:off x="4632960" y="1158240"/>
            <a:ext cx="2682240" cy="268224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G medal star"/>
          <p:cNvSpPr/>
          <p:nvPr/>
        </p:nvSpPr>
        <p:spPr>
          <a:xfrm>
            <a:off x="4998720" y="1524000"/>
            <a:ext cx="1950720" cy="19507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a_dog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7" dur="260" fill="hold" repeatCount="indefinite" autoRev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2" dur="26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a_rabbit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17" dur="260" fill="hold" repeatCount="indefinite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a_gir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600 E" pathEditMode="relative" ptsTypes="AA">
                                      <p:cBhvr>
                                        <p:cTn id="22" dur="260" fill="hold" repeatCount="indefinite" autoRev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4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8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47" dur="400" fill="hold" repeatCount="3000" autoRev="1"/>
                                        <p:tgtEl>
                                          <p:spTgt spid="4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 game 05-dal-dhal</dc:title>
  <dc:subject>Interactive cartoon adventure game for ages 4-8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