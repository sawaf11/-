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boy.wav" ContentType="audio/wav"/>
  <Override PartName="/ppt/media/snd_a_duck.wav" ContentType="audio/wav"/>
  <Override PartName="/ppt/media/snd_a_elephant.wav" ContentType="audio/wav"/>
  <Override PartName="/ppt/media/snd_a_girl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boy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oy.wav"/><Relationship Id="rId10" Type="http://schemas.openxmlformats.org/officeDocument/2006/relationships/audio" Target="../media/snd_a_elephant.wav"/><Relationship Id="rId11" Type="http://schemas.openxmlformats.org/officeDocument/2006/relationships/audio" Target="../media/snd_a_duck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oy.wav"/><Relationship Id="rId10" Type="http://schemas.openxmlformats.org/officeDocument/2006/relationships/audio" Target="../media/snd_a_elephant.wav"/><Relationship Id="rId11" Type="http://schemas.openxmlformats.org/officeDocument/2006/relationships/audio" Target="../media/snd_a_duck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oy.wav"/><Relationship Id="rId10" Type="http://schemas.openxmlformats.org/officeDocument/2006/relationships/audio" Target="../media/snd_a_elephant.wav"/><Relationship Id="rId11" Type="http://schemas.openxmlformats.org/officeDocument/2006/relationships/audio" Target="../media/snd_a_duck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3.png"/><Relationship Id="rId8" Type="http://schemas.openxmlformats.org/officeDocument/2006/relationships/audio" Target="../media/snd_a_boy.wav"/><Relationship Id="rId9" Type="http://schemas.openxmlformats.org/officeDocument/2006/relationships/audio" Target="../media/snd_a_elephant.wav"/><Relationship Id="rId10" Type="http://schemas.openxmlformats.org/officeDocument/2006/relationships/audio" Target="../media/snd_a_duck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oy.wav"/><Relationship Id="rId10" Type="http://schemas.openxmlformats.org/officeDocument/2006/relationships/audio" Target="../media/snd_a_elephant.wav"/><Relationship Id="rId11" Type="http://schemas.openxmlformats.org/officeDocument/2006/relationships/audio" Target="../media/snd_a_duck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boy.wav"/><Relationship Id="rId11" Type="http://schemas.openxmlformats.org/officeDocument/2006/relationships/audio" Target="../media/snd_win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oy.wav"/><Relationship Id="rId10" Type="http://schemas.openxmlformats.org/officeDocument/2006/relationships/audio" Target="../media/snd_a_elephant.wav"/><Relationship Id="rId11" Type="http://schemas.openxmlformats.org/officeDocument/2006/relationships/audio" Target="../media/snd_a_duck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Relationship Id="rId8" Type="http://schemas.openxmlformats.org/officeDocument/2006/relationships/slide" Target="slide66.xml"/><Relationship Id="rId9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oy.wav"/><Relationship Id="rId10" Type="http://schemas.openxmlformats.org/officeDocument/2006/relationships/audio" Target="../media/snd_a_elephant.wav"/><Relationship Id="rId11" Type="http://schemas.openxmlformats.org/officeDocument/2006/relationships/audio" Target="../media/snd_a_duck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Relationship Id="rId6" Type="http://schemas.openxmlformats.org/officeDocument/2006/relationships/slide" Target="slide65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3.png"/><Relationship Id="rId8" Type="http://schemas.openxmlformats.org/officeDocument/2006/relationships/audio" Target="../media/snd_a_boy.wav"/><Relationship Id="rId9" Type="http://schemas.openxmlformats.org/officeDocument/2006/relationships/audio" Target="../media/snd_a_elephant.wav"/><Relationship Id="rId10" Type="http://schemas.openxmlformats.org/officeDocument/2006/relationships/audio" Target="../media/snd_a_duck.wav"/><Relationship Id="rId11" Type="http://schemas.openxmlformats.org/officeDocument/2006/relationships/audio" Target="../media/snd_level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5.xml"/><Relationship Id="rId8" Type="http://schemas.openxmlformats.org/officeDocument/2006/relationships/slide" Target="slide79.xml"/><Relationship Id="rId9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oy.wav"/><Relationship Id="rId10" Type="http://schemas.openxmlformats.org/officeDocument/2006/relationships/audio" Target="../media/snd_a_elephant.wav"/><Relationship Id="rId11" Type="http://schemas.openxmlformats.org/officeDocument/2006/relationships/audio" Target="../media/snd_a_duck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Relationship Id="rId6" Type="http://schemas.openxmlformats.org/officeDocument/2006/relationships/slide" Target="slide77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oy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7.xml"/><Relationship Id="rId8" Type="http://schemas.openxmlformats.org/officeDocument/2006/relationships/slide" Target="slide90.xml"/><Relationship Id="rId9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oy.wav"/><Relationship Id="rId10" Type="http://schemas.openxmlformats.org/officeDocument/2006/relationships/audio" Target="../media/snd_a_elephant.wav"/><Relationship Id="rId11" Type="http://schemas.openxmlformats.org/officeDocument/2006/relationships/audio" Target="../media/snd_a_duck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8.xml"/><Relationship Id="rId6" Type="http://schemas.openxmlformats.org/officeDocument/2006/relationships/slide" Target="slide88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oy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19.xml"/><Relationship Id="rId8" Type="http://schemas.openxmlformats.org/officeDocument/2006/relationships/image" Target="../media/image13.png"/><Relationship Id="rId9" Type="http://schemas.openxmlformats.org/officeDocument/2006/relationships/audio" Target="../media/snd_a_boy.wav"/><Relationship Id="rId10" Type="http://schemas.openxmlformats.org/officeDocument/2006/relationships/audio" Target="../media/snd_a_elephant.wav"/><Relationship Id="rId11" Type="http://schemas.openxmlformats.org/officeDocument/2006/relationships/audio" Target="../media/snd_a_duck.wav"/><Relationship Id="rId12" Type="http://schemas.openxmlformats.org/officeDocument/2006/relationships/audio" Target="../media/snd_a_girl.wav"/><Relationship Id="rId13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س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9" name="S02 F1 mark" descr="س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0007743" y="6461760"/>
            <a:ext cx="233537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951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90975" y="6461760"/>
            <a:ext cx="350305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275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774206" y="6461760"/>
            <a:ext cx="467074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98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57438" y="6461760"/>
            <a:ext cx="583842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21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540669" y="6461760"/>
            <a:ext cx="700611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44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23901" y="6461760"/>
            <a:ext cx="817379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67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07132" y="6461760"/>
            <a:ext cx="934148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90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2B7A78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س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oy holding answer 1" descr="boy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س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خَسَ</a:t>
            </a:r>
          </a:p>
        </p:txBody>
      </p:sp>
      <p:pic>
        <p:nvPicPr>
          <p:cNvPr id="13" name="elephant holding answer 2" descr="elephan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س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سَخَ</a:t>
            </a:r>
          </a:p>
        </p:txBody>
      </p:sp>
      <p:pic>
        <p:nvPicPr>
          <p:cNvPr id="15" name="duck holding answer 3" descr="duck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سَج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سَجَ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07132" y="6461760"/>
            <a:ext cx="934148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890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cheering" descr="boy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oy cheering 2" descr="boy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elephant cheering" descr="elephan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uck cheering" descr="duck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س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سَخَ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307132" y="6461760"/>
            <a:ext cx="934148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8908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sad" descr="boy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elephant encouraging" descr="elephan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90364" y="6461760"/>
            <a:ext cx="1050916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14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73595" y="6461760"/>
            <a:ext cx="1167685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37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956827" y="6461760"/>
            <a:ext cx="1284453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60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840059" y="6461760"/>
            <a:ext cx="1401221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83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س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5" name="F2 mark" descr="س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س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أَسَبَ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723290" y="6461760"/>
            <a:ext cx="1517990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06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س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5" name="F2 mark" descr="س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س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بَسَتَ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606522" y="6461760"/>
            <a:ext cx="1634758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8298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س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5" name="F2 mark" descr="س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س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تَسَثَ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489753" y="6461760"/>
            <a:ext cx="1751527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529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س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5" name="F2 mark" descr="س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س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ثَسَجَ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372985" y="6461760"/>
            <a:ext cx="1868295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4761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2B7A78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ث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س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ج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boy holding answer 1" descr="boy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جَسَث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جَسَثَ</a:t>
            </a:r>
          </a:p>
        </p:txBody>
      </p:sp>
      <p:pic>
        <p:nvPicPr>
          <p:cNvPr id="16" name="elephant holding answer 2" descr="elephan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ثَسَح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ثَسَحَ</a:t>
            </a:r>
          </a:p>
        </p:txBody>
      </p:sp>
      <p:pic>
        <p:nvPicPr>
          <p:cNvPr id="18" name="duck holding answer 3" descr="duck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ثَسَج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ثَسَجَ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8372985" y="6461760"/>
            <a:ext cx="1868295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476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cheering" descr="boy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oy cheering 2" descr="boy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elephant cheering" descr="elephan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uck cheering" descr="duck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ثَسَج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ثَسَجَ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372985" y="6461760"/>
            <a:ext cx="1868295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4761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sad" descr="boy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elephant encouraging" descr="elephan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س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5" name="F2 mark" descr="س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س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جَسَحَ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256216" y="6461760"/>
            <a:ext cx="1985064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992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س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5" name="F2 mark" descr="س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س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حَسَخَ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139448" y="6461760"/>
            <a:ext cx="2101832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224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س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5" name="F2 mark" descr="س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س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خَسَدَ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022679" y="6461760"/>
            <a:ext cx="2218601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455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س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5" name="F2 mark" descr="س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س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دَسَذَ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905911" y="6461760"/>
            <a:ext cx="2335369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68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س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5" name="F2 mark" descr="س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س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ذَسَرَ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789143" y="6461760"/>
            <a:ext cx="2452137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919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س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5" name="F2 mark" descr="س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س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رَسَزَ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672374" y="6461760"/>
            <a:ext cx="2568906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150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س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5" name="F2 mark" descr="س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س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زَسَأَ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555606" y="6461760"/>
            <a:ext cx="2685674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382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38837" y="6461760"/>
            <a:ext cx="2802443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61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2B7A78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أ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س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oy holding answer 1" descr="boy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أَس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أَسَ</a:t>
            </a:r>
          </a:p>
        </p:txBody>
      </p:sp>
      <p:pic>
        <p:nvPicPr>
          <p:cNvPr id="13" name="elephant holding answer 2" descr="elephan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سَأ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سَأَ</a:t>
            </a:r>
          </a:p>
        </p:txBody>
      </p:sp>
      <p:pic>
        <p:nvPicPr>
          <p:cNvPr id="15" name="duck holding answer 3" descr="duck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أَش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38837" y="6461760"/>
            <a:ext cx="2802443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61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cheering" descr="boy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oy cheering 2" descr="boy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elephant cheering" descr="elephan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uck cheering" descr="duck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س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أَسَ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438837" y="6461760"/>
            <a:ext cx="2802443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0613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sad" descr="boy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elephant encouraging" descr="elephan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celebrating" descr="boy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elephant celebrating" descr="elephant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duck celebrating" descr="duck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322069" y="6461760"/>
            <a:ext cx="2919211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84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05300" y="6461760"/>
            <a:ext cx="3035980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07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088532" y="6461760"/>
            <a:ext cx="3152748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30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971763" y="6461760"/>
            <a:ext cx="3269517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53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54995" y="6461760"/>
            <a:ext cx="3386285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77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738226" y="6461760"/>
            <a:ext cx="3503054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00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621458" y="6461760"/>
            <a:ext cx="3619822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23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504690" y="6461760"/>
            <a:ext cx="3736590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46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2B7A78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ذ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س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oy holding answer 1" descr="boy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سَذ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سَذَ</a:t>
            </a:r>
          </a:p>
        </p:txBody>
      </p:sp>
      <p:pic>
        <p:nvPicPr>
          <p:cNvPr id="13" name="elephant holding answer 2" descr="elephan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ذَس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ذَسَ</a:t>
            </a:r>
          </a:p>
        </p:txBody>
      </p:sp>
      <p:pic>
        <p:nvPicPr>
          <p:cNvPr id="15" name="duck holding answer 3" descr="duck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دَس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دَسَ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504690" y="6461760"/>
            <a:ext cx="3736590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46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cheering" descr="boy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oy cheering 2" descr="boy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elephant cheering" descr="elephan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uck cheering" descr="duck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ذَس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ذَسَ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504690" y="6461760"/>
            <a:ext cx="3736590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466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sad" descr="boy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elephant encouraging" descr="elephan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387921" y="6461760"/>
            <a:ext cx="3853359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69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271153" y="6461760"/>
            <a:ext cx="3970127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92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ش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9" name="S02 F1 mark" descr="ش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6154384" y="6461760"/>
            <a:ext cx="4086896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160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037616" y="6461760"/>
            <a:ext cx="4203664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39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920847" y="6461760"/>
            <a:ext cx="4320433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62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804079" y="6461760"/>
            <a:ext cx="4437201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85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687310" y="6461760"/>
            <a:ext cx="4553970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08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570542" y="6461760"/>
            <a:ext cx="4670738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31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2B7A78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ش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ج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oy holding answer 1" descr="boy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جَش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جَشَ</a:t>
            </a:r>
          </a:p>
        </p:txBody>
      </p:sp>
      <p:pic>
        <p:nvPicPr>
          <p:cNvPr id="13" name="elephant holding answer 2" descr="elephan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شَح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شَحَ</a:t>
            </a:r>
          </a:p>
        </p:txBody>
      </p:sp>
      <p:pic>
        <p:nvPicPr>
          <p:cNvPr id="15" name="duck holding answer 3" descr="duck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شَج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شَجَ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570542" y="6461760"/>
            <a:ext cx="4670738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231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cheering" descr="boy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oy cheering 2" descr="boy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elephant cheering" descr="elephan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uck cheering" descr="duck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شَج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شَجَ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570542" y="6461760"/>
            <a:ext cx="4670738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2318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sad" descr="boy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elephant encouraging" descr="elephan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453774" y="6461760"/>
            <a:ext cx="4787506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55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337005" y="6461760"/>
            <a:ext cx="4904275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78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20237" y="6461760"/>
            <a:ext cx="5021043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01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103468" y="6461760"/>
            <a:ext cx="5137812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24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986700" y="6461760"/>
            <a:ext cx="5254580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47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869931" y="6461760"/>
            <a:ext cx="5371349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70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753163" y="6461760"/>
            <a:ext cx="5488117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93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ش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5" name="F2 mark" descr="ش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ش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أَشَبَ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636394" y="6461760"/>
            <a:ext cx="5604886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170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2B7A78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أ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ش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ب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boy holding answer 1" descr="boy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أَشَب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أَشَبَ</a:t>
            </a:r>
          </a:p>
        </p:txBody>
      </p:sp>
      <p:pic>
        <p:nvPicPr>
          <p:cNvPr id="16" name="elephant holding answer 2" descr="elephan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بَشَأ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بَشَأَ</a:t>
            </a:r>
          </a:p>
        </p:txBody>
      </p:sp>
      <p:pic>
        <p:nvPicPr>
          <p:cNvPr id="18" name="duck holding answer 3" descr="duck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بَشَب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بَشَبَ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4636394" y="6461760"/>
            <a:ext cx="5604886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8170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cheering" descr="boy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oy cheering 2" descr="boy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elephant cheering" descr="elephan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uck cheering" descr="duck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شَب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أَشَبَ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636394" y="6461760"/>
            <a:ext cx="5604886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8170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sad" descr="boy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elephant encouraging" descr="elephan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celebrating" descr="boy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elephant celebrating" descr="elephant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duck celebrating" descr="duck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ش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5" name="F2 mark" descr="ش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ش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بَشَتَ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519626" y="6461760"/>
            <a:ext cx="5721654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402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ش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5" name="F2 mark" descr="ش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ش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تَشَثَ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402857" y="6461760"/>
            <a:ext cx="5838423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633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ش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5" name="F2 mark" descr="ش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ش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ثَشَجَ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286089" y="6461760"/>
            <a:ext cx="5955191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865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ش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5" name="F2 mark" descr="ش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ش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جَشَحَ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169321" y="6461760"/>
            <a:ext cx="6071959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09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ش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5" name="F2 mark" descr="ش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ش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حَشَخَ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052552" y="6461760"/>
            <a:ext cx="6188728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328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ش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5" name="F2 mark" descr="ش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ش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خَشَدَ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935784" y="6461760"/>
            <a:ext cx="6305496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560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ش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5" name="F2 mark" descr="ش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ش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دَشَذَ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819015" y="6461760"/>
            <a:ext cx="6422265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791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ش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5" name="F2 mark" descr="ش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ش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ذَشَرَ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702247" y="6461760"/>
            <a:ext cx="6539033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023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2B7A78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ذ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ش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ر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boy holding answer 1" descr="boy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رَشَذ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رَشَذَ</a:t>
            </a:r>
          </a:p>
        </p:txBody>
      </p:sp>
      <p:pic>
        <p:nvPicPr>
          <p:cNvPr id="16" name="elephant holding answer 2" descr="elephan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ذَشَر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ذَشَرَ</a:t>
            </a:r>
          </a:p>
        </p:txBody>
      </p:sp>
      <p:pic>
        <p:nvPicPr>
          <p:cNvPr id="18" name="duck holding answer 3" descr="duck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ذَسَر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ذَسَرَ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3702247" y="6461760"/>
            <a:ext cx="6539033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402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cheering" descr="boy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oy cheering 2" descr="boy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elephant cheering" descr="elephan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uck cheering" descr="duck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ذَشَر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ذَشَرَ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702247" y="6461760"/>
            <a:ext cx="6539033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4023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sad" descr="boy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elephant encouraging" descr="elephan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ش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5" name="F2 mark" descr="ش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ش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رَشَزَ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585478" y="6461760"/>
            <a:ext cx="6655802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254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ش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5" name="F2 mark" descr="ش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ش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زَشَسَ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468710" y="6461760"/>
            <a:ext cx="6772570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8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ش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5" name="F2 mark" descr="ش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ش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سَشَأَ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351941" y="6461760"/>
            <a:ext cx="6889339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71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35173" y="6461760"/>
            <a:ext cx="7006107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94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18405" y="6461760"/>
            <a:ext cx="7122875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18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01636" y="6461760"/>
            <a:ext cx="7239644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41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84868" y="6461760"/>
            <a:ext cx="7356412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64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68099" y="6461760"/>
            <a:ext cx="7473181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87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2B7A78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ج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ش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oy holding answer 1" descr="boy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شَج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شَجَ</a:t>
            </a:r>
          </a:p>
        </p:txBody>
      </p:sp>
      <p:pic>
        <p:nvPicPr>
          <p:cNvPr id="13" name="elephant holding answer 2" descr="elephant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حَش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حَشَ</a:t>
            </a:r>
          </a:p>
        </p:txBody>
      </p:sp>
      <p:pic>
        <p:nvPicPr>
          <p:cNvPr id="15" name="duck holding answer 3" descr="duck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جَش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68099" y="6461760"/>
            <a:ext cx="7473181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987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cheering" descr="boy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oy cheering 2" descr="boy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elephant cheering" descr="elephant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uck cheering" descr="duck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جَش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جَشَ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768099" y="6461760"/>
            <a:ext cx="7473181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9875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sad" descr="boy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elephant encouraging" descr="elephant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51331" y="6461760"/>
            <a:ext cx="7589949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10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34562" y="6461760"/>
            <a:ext cx="7706718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33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17794" y="6461760"/>
            <a:ext cx="7823486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57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01025" y="6461760"/>
            <a:ext cx="7940255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80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84257" y="6461760"/>
            <a:ext cx="8057023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03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67488" y="6461760"/>
            <a:ext cx="8173792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26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(host)" descr="boy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oy (happy)" descr="boy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elephant (friend)" descr="elephant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elephant (happy)" descr="elephant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217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8764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5349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4193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8519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55105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6169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68275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oy celebrating" descr="boy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elephant celebrating" descr="elephant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duck celebrating" descr="duck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540000">
            <a:off x="11375460" y="4351746"/>
            <a:ext cx="465373" cy="46537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1380000">
            <a:off x="3296424" y="2085611"/>
            <a:ext cx="330158" cy="33015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2640000">
            <a:off x="1306208" y="2524781"/>
            <a:ext cx="391760" cy="391760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540000">
            <a:off x="2878325" y="3876144"/>
            <a:ext cx="420920" cy="420920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3240000">
            <a:off x="407985" y="1180917"/>
            <a:ext cx="401561" cy="40156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1620000">
            <a:off x="693211" y="1679279"/>
            <a:ext cx="380536" cy="38053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>
            <a:off x="9371489" y="1018016"/>
            <a:ext cx="340539" cy="340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 rot="780000">
            <a:off x="8897541" y="1594272"/>
            <a:ext cx="481400" cy="4814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1140000">
            <a:off x="9725452" y="3726880"/>
            <a:ext cx="455788" cy="45578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2520000">
            <a:off x="1361056" y="1330666"/>
            <a:ext cx="231870" cy="23187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2340000">
            <a:off x="9193066" y="976289"/>
            <a:ext cx="236663" cy="23666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2340000">
            <a:off x="256980" y="2216376"/>
            <a:ext cx="377081" cy="377081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60000">
            <a:off x="11413476" y="2061155"/>
            <a:ext cx="303944" cy="30394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840000">
            <a:off x="1631261" y="2808106"/>
            <a:ext cx="391580" cy="39158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1800000">
            <a:off x="1383398" y="4252240"/>
            <a:ext cx="399761" cy="39976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3060000">
            <a:off x="1859199" y="1396195"/>
            <a:ext cx="291367" cy="291367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3240000">
            <a:off x="10857969" y="519840"/>
            <a:ext cx="470718" cy="470718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2880000">
            <a:off x="9330461" y="1609023"/>
            <a:ext cx="478826" cy="47882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 rot="2040000">
            <a:off x="1841092" y="453255"/>
            <a:ext cx="320844" cy="32084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540000">
            <a:off x="2488064" y="2184078"/>
            <a:ext cx="238429" cy="2384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480000">
            <a:off x="525874" y="1102486"/>
            <a:ext cx="460717" cy="4607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1320000">
            <a:off x="3173876" y="4355268"/>
            <a:ext cx="358272" cy="358272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2100000">
            <a:off x="9447902" y="1324883"/>
            <a:ext cx="397091" cy="397091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2580000">
            <a:off x="9375280" y="2656418"/>
            <a:ext cx="475666" cy="475666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2880000">
            <a:off x="3201816" y="1018364"/>
            <a:ext cx="359244" cy="35924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960000">
            <a:off x="8749567" y="3972104"/>
            <a:ext cx="333948" cy="333948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1980000">
            <a:off x="9456681" y="4171879"/>
            <a:ext cx="397451" cy="397451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1320000">
            <a:off x="9305105" y="3690045"/>
            <a:ext cx="290089" cy="290089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1620000">
            <a:off x="10540174" y="4407990"/>
            <a:ext cx="384045" cy="384045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2280000">
            <a:off x="9464985" y="1464909"/>
            <a:ext cx="254867" cy="254867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3360000">
            <a:off x="9731725" y="840641"/>
            <a:ext cx="223313" cy="223313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1020000">
            <a:off x="10673113" y="1773825"/>
            <a:ext cx="441827" cy="441827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 rot="780000">
            <a:off x="9888064" y="319757"/>
            <a:ext cx="382641" cy="38264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 rot="1200000">
            <a:off x="10956751" y="2527288"/>
            <a:ext cx="223170" cy="22317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1320000">
            <a:off x="11241863" y="3041094"/>
            <a:ext cx="440164" cy="4401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1140000">
            <a:off x="2564342" y="852660"/>
            <a:ext cx="327419" cy="32741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420000">
            <a:off x="2993555" y="1813142"/>
            <a:ext cx="226050" cy="226050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2100000">
            <a:off x="2401539" y="2630365"/>
            <a:ext cx="222895" cy="222895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2760000">
            <a:off x="10636258" y="2388214"/>
            <a:ext cx="222575" cy="222575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540000">
            <a:off x="1750388" y="488803"/>
            <a:ext cx="263823" cy="263823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07-seen-sheen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