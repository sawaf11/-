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dog.wav" ContentType="audio/wav"/>
  <Override PartName="/ppt/media/snd_a_duck.wav" ContentType="audio/wav"/>
  <Override PartName="/ppt/media/snd_a_girl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duck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uck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uck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uck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8" Type="http://schemas.openxmlformats.org/officeDocument/2006/relationships/audio" Target="../media/snd_a_duck.wav"/><Relationship Id="rId9" Type="http://schemas.openxmlformats.org/officeDocument/2006/relationships/audio" Target="../media/snd_a_girl.wav"/><Relationship Id="rId10" Type="http://schemas.openxmlformats.org/officeDocument/2006/relationships/audio" Target="../media/snd_a_dog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uck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uck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uc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uck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2.png"/><Relationship Id="rId8" Type="http://schemas.openxmlformats.org/officeDocument/2006/relationships/audio" Target="../media/snd_a_duck.wav"/><Relationship Id="rId9" Type="http://schemas.openxmlformats.org/officeDocument/2006/relationships/audio" Target="../media/snd_a_girl.wav"/><Relationship Id="rId10" Type="http://schemas.openxmlformats.org/officeDocument/2006/relationships/audio" Target="../media/snd_a_dog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uck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uc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7.xml"/><Relationship Id="rId7" Type="http://schemas.openxmlformats.org/officeDocument/2006/relationships/image" Target="../media/image12.png"/><Relationship Id="rId8" Type="http://schemas.openxmlformats.org/officeDocument/2006/relationships/audio" Target="../media/snd_a_duck.wav"/><Relationship Id="rId9" Type="http://schemas.openxmlformats.org/officeDocument/2006/relationships/audio" Target="../media/snd_a_girl.wav"/><Relationship Id="rId10" Type="http://schemas.openxmlformats.org/officeDocument/2006/relationships/audio" Target="../media/snd_a_dog.wav"/><Relationship Id="rId11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ك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9" name="S02 F1 mark" descr="ك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82200" y="6461760"/>
            <a:ext cx="2590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9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52660" y="6461760"/>
            <a:ext cx="3886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4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23120" y="6461760"/>
            <a:ext cx="5181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8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93580" y="6461760"/>
            <a:ext cx="6477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3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64040" y="6461760"/>
            <a:ext cx="7772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8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34500" y="6461760"/>
            <a:ext cx="9067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2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04960" y="6461760"/>
            <a:ext cx="10363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7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07A5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ك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ك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خَكَ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ك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كَخَ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ك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كَجَ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04960" y="6461760"/>
            <a:ext cx="10363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673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ك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كَخَ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204960" y="6461760"/>
            <a:ext cx="10363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6736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75420" y="6461760"/>
            <a:ext cx="11658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1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45880" y="6461760"/>
            <a:ext cx="12954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16340" y="6461760"/>
            <a:ext cx="14249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1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686800" y="6461760"/>
            <a:ext cx="15544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5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557260" y="6461760"/>
            <a:ext cx="16840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0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427720" y="6461760"/>
            <a:ext cx="18135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4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98180" y="6461760"/>
            <a:ext cx="19431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9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68640" y="6461760"/>
            <a:ext cx="20726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07A5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ك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ك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ضَكَ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ل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لَضَ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ك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كَضَ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68640" y="6461760"/>
            <a:ext cx="20726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1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ك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كَضَ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168640" y="6461760"/>
            <a:ext cx="20726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039100" y="6461760"/>
            <a:ext cx="22021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8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909560" y="6461760"/>
            <a:ext cx="23317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3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80020" y="6461760"/>
            <a:ext cx="24612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7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50480" y="6461760"/>
            <a:ext cx="25908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2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520940" y="6461760"/>
            <a:ext cx="27203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7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91400" y="6461760"/>
            <a:ext cx="28498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ك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أَكَبَ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261860" y="6461760"/>
            <a:ext cx="29794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63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ك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بَكَتَ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132320" y="6461760"/>
            <a:ext cx="31089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9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07A5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ب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ك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ت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بَكَت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بَكَتَ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تَكَب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تَكَبَ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تَكَت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تَكَتَ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7132320" y="6461760"/>
            <a:ext cx="31089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409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بَك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بَكَتَ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132320" y="6461760"/>
            <a:ext cx="31089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4096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elebrating" descr="duck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ك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تَكَثَ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002780" y="6461760"/>
            <a:ext cx="32385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ك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ثَكَجَ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873240" y="6461760"/>
            <a:ext cx="33680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01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ك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جَكَحَ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743700" y="6461760"/>
            <a:ext cx="34975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47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ك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حَكَخَ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614160" y="6461760"/>
            <a:ext cx="36271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ك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خَكَدَ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484620" y="6461760"/>
            <a:ext cx="37566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39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ك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دَكَذَ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355080" y="6461760"/>
            <a:ext cx="38862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85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ك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ذَكَرَ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225540" y="6461760"/>
            <a:ext cx="40157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ك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رَكَزَ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07A5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ر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ك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ز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زَكَر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زَكَرَ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رَكَز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رَكَزَ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رَلَز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رَلَزَ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رَكَز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رَكَزَ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ك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زَكَسَ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966460" y="6461760"/>
            <a:ext cx="42748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23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ك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سَكَشَ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836920" y="6461760"/>
            <a:ext cx="44043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ك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شَكَصَ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07380" y="6461760"/>
            <a:ext cx="45339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15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ك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صَكَضَ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577840" y="6461760"/>
            <a:ext cx="46634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61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ك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ضَكَطَ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448300" y="6461760"/>
            <a:ext cx="47929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ك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طَكَظَ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318760" y="6461760"/>
            <a:ext cx="49225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53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ك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ظَكَعَ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189220" y="6461760"/>
            <a:ext cx="50520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99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ك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عَكَغَ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059680" y="6461760"/>
            <a:ext cx="51816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07A5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ع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ك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غ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غَكَع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غَكَعَ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عَكَع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عَكَعَ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عَكَغ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عَكَغَ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5059680" y="6461760"/>
            <a:ext cx="51816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عَكَغ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عَكَغَ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059680" y="6461760"/>
            <a:ext cx="51816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ك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غَكَفَ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930140" y="6461760"/>
            <a:ext cx="53111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1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ق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8" name="F3 mark" descr="ق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كَق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فَكَقَ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800600" y="6461760"/>
            <a:ext cx="54406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37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ق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F1 mark" descr="ق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ك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5" name="F2 mark" descr="ك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قَك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قَكَأَ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71060" y="6461760"/>
            <a:ext cx="55702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3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541520" y="6461760"/>
            <a:ext cx="56997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2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411980" y="6461760"/>
            <a:ext cx="58293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82440" y="6461760"/>
            <a:ext cx="59588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152900" y="6461760"/>
            <a:ext cx="60883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6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23360" y="6461760"/>
            <a:ext cx="62179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07A5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ك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جَك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جَكَ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كَج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كَجَ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حَك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23360" y="6461760"/>
            <a:ext cx="62179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513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ك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جَكَ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023360" y="6461760"/>
            <a:ext cx="62179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5136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elebrating" descr="duck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93820" y="6461760"/>
            <a:ext cx="63474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764280" y="6461760"/>
            <a:ext cx="64770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0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634740" y="6461760"/>
            <a:ext cx="66065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5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505200" y="6461760"/>
            <a:ext cx="67360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375660" y="6461760"/>
            <a:ext cx="68656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4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46120" y="6461760"/>
            <a:ext cx="69951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8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16580" y="6461760"/>
            <a:ext cx="71247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87040" y="6461760"/>
            <a:ext cx="72542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8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E07A5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ش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ك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كَش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كَشَ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شَك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شَكَ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شَل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شَلَ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87040" y="6461760"/>
            <a:ext cx="72542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81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شَك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شَكَ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987040" y="6461760"/>
            <a:ext cx="72542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816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57500" y="6461760"/>
            <a:ext cx="73837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27960" y="6461760"/>
            <a:ext cx="75133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98420" y="6461760"/>
            <a:ext cx="76428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1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68880" y="6461760"/>
            <a:ext cx="777240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65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39340" y="6461760"/>
            <a:ext cx="790194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1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09800" y="6461760"/>
            <a:ext cx="803148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80260" y="6461760"/>
            <a:ext cx="816102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3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196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0832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04697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01065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97433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93801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90169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E07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elebrating" descr="duck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980000">
            <a:off x="9456681" y="4171879"/>
            <a:ext cx="397451" cy="39745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20000">
            <a:off x="9305105" y="3690045"/>
            <a:ext cx="290089" cy="290089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1620000">
            <a:off x="10540174" y="4407990"/>
            <a:ext cx="384045" cy="384045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280000">
            <a:off x="9464985" y="1464909"/>
            <a:ext cx="254867" cy="254867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360000">
            <a:off x="9731725" y="840641"/>
            <a:ext cx="223313" cy="223313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020000">
            <a:off x="10673113" y="1773825"/>
            <a:ext cx="441827" cy="44182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780000">
            <a:off x="9888064" y="319757"/>
            <a:ext cx="382641" cy="38264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200000">
            <a:off x="10956751" y="2527288"/>
            <a:ext cx="223170" cy="22317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320000">
            <a:off x="11241863" y="3041094"/>
            <a:ext cx="440164" cy="4401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1140000">
            <a:off x="2564342" y="852660"/>
            <a:ext cx="327419" cy="32741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420000">
            <a:off x="2993555" y="1813142"/>
            <a:ext cx="226050" cy="22605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100000">
            <a:off x="2401539" y="2630365"/>
            <a:ext cx="222895" cy="222895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760000">
            <a:off x="10636258" y="2388214"/>
            <a:ext cx="222575" cy="222575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540000">
            <a:off x="1750388" y="488803"/>
            <a:ext cx="263823" cy="263823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12-kaf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