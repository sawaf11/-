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oy.wav" ContentType="audio/wav"/>
  <Override PartName="/ppt/media/snd_a_dog.wav" ContentType="audio/wav"/>
  <Override PartName="/ppt/media/snd_a_elephant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elephant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elephant.wav"/><Relationship Id="rId11" Type="http://schemas.openxmlformats.org/officeDocument/2006/relationships/audio" Target="../media/snd_win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elephant.wav"/><Relationship Id="rId9" Type="http://schemas.openxmlformats.org/officeDocument/2006/relationships/audio" Target="../media/snd_a_boy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elephant.wav"/><Relationship Id="rId11" Type="http://schemas.openxmlformats.org/officeDocument/2006/relationships/audio" Target="../media/snd_win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elephant.wav"/><Relationship Id="rId9" Type="http://schemas.openxmlformats.org/officeDocument/2006/relationships/audio" Target="../media/snd_a_boy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elephant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elephant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19.xml"/><Relationship Id="rId8" Type="http://schemas.openxmlformats.org/officeDocument/2006/relationships/image" Target="../media/image13.png"/><Relationship Id="rId9" Type="http://schemas.openxmlformats.org/officeDocument/2006/relationships/audio" Target="../media/snd_a_elephant.wav"/><Relationship Id="rId10" Type="http://schemas.openxmlformats.org/officeDocument/2006/relationships/audio" Target="../media/snd_a_boy.wav"/><Relationship Id="rId11" Type="http://schemas.openxmlformats.org/officeDocument/2006/relationships/audio" Target="../media/snd_a_dog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ج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9" name="S02 F1 mark" descr="ج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90051" y="6461760"/>
            <a:ext cx="25122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82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64436" y="6461760"/>
            <a:ext cx="376844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21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38822" y="6461760"/>
            <a:ext cx="50245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59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13207" y="6461760"/>
            <a:ext cx="62807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98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87593" y="6461760"/>
            <a:ext cx="753687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36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61978" y="6461760"/>
            <a:ext cx="87930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5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36364" y="6461760"/>
            <a:ext cx="100491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14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د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د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دَجَ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جَد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جَدَ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ذ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36364" y="6461760"/>
            <a:ext cx="100491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814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د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جَدَ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236364" y="6461760"/>
            <a:ext cx="100491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8140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ج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أَجَبَ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9110749" y="6461760"/>
            <a:ext cx="113053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52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ج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بَجَتَ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985135" y="6461760"/>
            <a:ext cx="125614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1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ج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تَجَثَ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859520" y="6461760"/>
            <a:ext cx="1381760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29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ج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ثَجَحَ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33905" y="6461760"/>
            <a:ext cx="150737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68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ج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حَجَخَ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08291" y="6461760"/>
            <a:ext cx="163298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06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ج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خَجَدَ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82676" y="6461760"/>
            <a:ext cx="1758604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45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ج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5" name="F2 mark" descr="ج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ج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دَجَأَ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57062" y="6461760"/>
            <a:ext cx="188421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3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31447" y="6461760"/>
            <a:ext cx="200983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22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ج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ج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جَأَ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بَج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بَجَ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ج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31447" y="6461760"/>
            <a:ext cx="200983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22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ج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أَجَ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231447" y="6461760"/>
            <a:ext cx="200983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322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05833" y="6461760"/>
            <a:ext cx="2135447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60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80218" y="6461760"/>
            <a:ext cx="226106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99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854604" y="6461760"/>
            <a:ext cx="238667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38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28989" y="6461760"/>
            <a:ext cx="251229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76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03375" y="6461760"/>
            <a:ext cx="263790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15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77760" y="6461760"/>
            <a:ext cx="2763520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3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ح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9" name="S02 F1 mark" descr="ح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7352145" y="6461760"/>
            <a:ext cx="288913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21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ح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أ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ح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حَأَ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ح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أَحَ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ح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حَأ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حَأَ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00916" y="6461760"/>
            <a:ext cx="3140364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9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75302" y="6461760"/>
            <a:ext cx="326597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7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49687" y="6461760"/>
            <a:ext cx="339159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6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24073" y="6461760"/>
            <a:ext cx="3517207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84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98458" y="6461760"/>
            <a:ext cx="364282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23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72844" y="6461760"/>
            <a:ext cx="376843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2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ح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أَحَبَ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347229" y="6461760"/>
            <a:ext cx="389405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00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ح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بَحَتَ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21615" y="6461760"/>
            <a:ext cx="401966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39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ب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ح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ت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تَح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تَحَبَ</a:t>
            </a:r>
          </a:p>
        </p:txBody>
      </p:sp>
      <p:pic>
        <p:nvPicPr>
          <p:cNvPr id="16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بَحَت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بَحَتَ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خَت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بَخَتَ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221615" y="6461760"/>
            <a:ext cx="401966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39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بَح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بَحَتَ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221615" y="6461760"/>
            <a:ext cx="401966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39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ح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تَحَثَ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ح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ثَحَجَ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70385" y="6461760"/>
            <a:ext cx="427089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6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ح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جَحَخَ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844771" y="6461760"/>
            <a:ext cx="439650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4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ح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خَحَدَ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19156" y="6461760"/>
            <a:ext cx="4522124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93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ح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5" name="F2 mark" descr="ح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ح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دَحَأَ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93542" y="6461760"/>
            <a:ext cx="464773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31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67927" y="6461760"/>
            <a:ext cx="477335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0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42313" y="6461760"/>
            <a:ext cx="4898967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08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16698" y="6461760"/>
            <a:ext cx="502458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7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ت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ح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حَت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حَتَ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تَخ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تَخَ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تَح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16698" y="6461760"/>
            <a:ext cx="502458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47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تَح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تَحَ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216698" y="6461760"/>
            <a:ext cx="502458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8474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91084" y="6461760"/>
            <a:ext cx="515019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86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65469" y="6461760"/>
            <a:ext cx="527581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24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39855" y="6461760"/>
            <a:ext cx="540142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3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14240" y="6461760"/>
            <a:ext cx="5527040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01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خ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9" name="S02 F1 mark" descr="خ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4588625" y="6461760"/>
            <a:ext cx="565265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01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63011" y="6461760"/>
            <a:ext cx="577826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78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37396" y="6461760"/>
            <a:ext cx="5903884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17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خ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ت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ت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خَتَ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ت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تَخَ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ت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خ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خَتَ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86167" y="6461760"/>
            <a:ext cx="615511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94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960553" y="6461760"/>
            <a:ext cx="6280727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2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34938" y="6461760"/>
            <a:ext cx="640634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71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709324" y="6461760"/>
            <a:ext cx="653195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10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خ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أَخَبَ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83709" y="6461760"/>
            <a:ext cx="665757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48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خ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بَخَتَ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58095" y="6461760"/>
            <a:ext cx="678318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7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خ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تَخَثَ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32480" y="6461760"/>
            <a:ext cx="6908800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25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خ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ثَخَجَ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206865" y="6461760"/>
            <a:ext cx="703441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64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ث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خ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ج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جَخَث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جَخَثَ</a:t>
            </a:r>
          </a:p>
        </p:txBody>
      </p:sp>
      <p:pic>
        <p:nvPicPr>
          <p:cNvPr id="16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ثَخَج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ثَخَجَ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ثَج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ثَجَجَ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206865" y="6461760"/>
            <a:ext cx="703441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864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ثَخَج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ثَخَجَ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206865" y="6461760"/>
            <a:ext cx="703441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864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خ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جَخَحَ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081251" y="6461760"/>
            <a:ext cx="7160029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2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خ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حَخَدَ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2955636" y="6461760"/>
            <a:ext cx="7285644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41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خ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5" name="F2 mark" descr="خ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خ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دَخَأَ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2830022" y="6461760"/>
            <a:ext cx="7411258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79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04407" y="6461760"/>
            <a:ext cx="7536873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18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78793" y="6461760"/>
            <a:ext cx="7662487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6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53178" y="6461760"/>
            <a:ext cx="7788102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5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27564" y="6461760"/>
            <a:ext cx="7913716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34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01949" y="6461760"/>
            <a:ext cx="803933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2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3F12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خَجَ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حَخ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حَخَ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خ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01949" y="6461760"/>
            <a:ext cx="803933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72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201949" y="6461760"/>
            <a:ext cx="8039331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725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76335" y="6461760"/>
            <a:ext cx="8164945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1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7A3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3F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04-jeem-ha-kha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