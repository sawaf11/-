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a_bird.wav" ContentType="audio/wav"/>
  <Override PartName="/ppt/media/snd_a_cat.wav" ContentType="audio/wav"/>
  <Override PartName="/ppt/media/snd_a_girl.wav" ContentType="audio/wav"/>
  <Override PartName="/ppt/media/snd_a_turtle.wav" ContentType="audio/wav"/>
  <Override PartName="/ppt/media/snd_aww.wav" ContentType="audio/wav"/>
  <Override PartName="/ppt/media/snd_bell1.wav" ContentType="audio/wav"/>
  <Override PartName="/ppt/media/snd_bell2.wav" ContentType="audio/wav"/>
  <Override PartName="/ppt/media/snd_bell3.wav" ContentType="audio/wav"/>
  <Override PartName="/ppt/media/snd_bloop.wav" ContentType="audio/wav"/>
  <Override PartName="/ppt/media/snd_level.wav" ContentType="audio/wav"/>
  <Override PartName="/ppt/media/snd_oops.wav" ContentType="audio/wav"/>
  <Override PartName="/ppt/media/snd_pluck1.wav" ContentType="audio/wav"/>
  <Override PartName="/ppt/media/snd_pluck2.wav" ContentType="audio/wav"/>
  <Override PartName="/ppt/media/snd_pluck3.wav" ContentType="audio/wav"/>
  <Override PartName="/ppt/media/snd_whoosh.wav" ContentType="audio/wav"/>
  <Override PartName="/ppt/media/snd_win.wav" ContentType="audio/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Finished! Give the child a big cheer.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image" Target="../media/image13.png"/><Relationship Id="rId10" Type="http://schemas.openxmlformats.org/officeDocument/2006/relationships/audio" Target="../media/snd_a_turtle.wav"/><Relationship Id="rId11" Type="http://schemas.openxmlformats.org/officeDocument/2006/relationships/audio" Target="../media/snd_win.wav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.xml"/><Relationship Id="rId8" Type="http://schemas.openxmlformats.org/officeDocument/2006/relationships/slide" Target="slide11.xml"/><Relationship Id="rId9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turtle.wav"/><Relationship Id="rId10" Type="http://schemas.openxmlformats.org/officeDocument/2006/relationships/audio" Target="../media/snd_a_cat.wav"/><Relationship Id="rId11" Type="http://schemas.openxmlformats.org/officeDocument/2006/relationships/audio" Target="../media/snd_a_bird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.xml"/><Relationship Id="rId6" Type="http://schemas.openxmlformats.org/officeDocument/2006/relationships/slide" Target="slide9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3.xml"/><Relationship Id="rId8" Type="http://schemas.openxmlformats.org/officeDocument/2006/relationships/slide" Target="slide22.xml"/><Relationship Id="rId9" Type="http://schemas.openxmlformats.org/officeDocument/2006/relationships/slide" Target="slide2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turtle.wav"/><Relationship Id="rId10" Type="http://schemas.openxmlformats.org/officeDocument/2006/relationships/audio" Target="../media/snd_a_cat.wav"/><Relationship Id="rId11" Type="http://schemas.openxmlformats.org/officeDocument/2006/relationships/audio" Target="../media/snd_a_bird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4.xml"/><Relationship Id="rId6" Type="http://schemas.openxmlformats.org/officeDocument/2006/relationships/slide" Target="slide20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5.xml"/><Relationship Id="rId8" Type="http://schemas.openxmlformats.org/officeDocument/2006/relationships/slide" Target="slide32.xml"/><Relationship Id="rId9" Type="http://schemas.openxmlformats.org/officeDocument/2006/relationships/slide" Target="slide3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turtle.wav"/><Relationship Id="rId10" Type="http://schemas.openxmlformats.org/officeDocument/2006/relationships/audio" Target="../media/snd_a_cat.wav"/><Relationship Id="rId11" Type="http://schemas.openxmlformats.org/officeDocument/2006/relationships/audio" Target="../media/snd_a_bird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6.xml"/><Relationship Id="rId6" Type="http://schemas.openxmlformats.org/officeDocument/2006/relationships/slide" Target="slide31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7.xml"/><Relationship Id="rId7" Type="http://schemas.openxmlformats.org/officeDocument/2006/relationships/image" Target="../media/image13.png"/><Relationship Id="rId8" Type="http://schemas.openxmlformats.org/officeDocument/2006/relationships/audio" Target="../media/snd_a_turtle.wav"/><Relationship Id="rId9" Type="http://schemas.openxmlformats.org/officeDocument/2006/relationships/audio" Target="../media/snd_a_cat.wav"/><Relationship Id="rId10" Type="http://schemas.openxmlformats.org/officeDocument/2006/relationships/audio" Target="../media/snd_a_bird.wav"/><Relationship Id="rId11" Type="http://schemas.openxmlformats.org/officeDocument/2006/relationships/audio" Target="../media/snd_level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8.xml"/><Relationship Id="rId8" Type="http://schemas.openxmlformats.org/officeDocument/2006/relationships/slide" Target="slide45.xml"/><Relationship Id="rId9" Type="http://schemas.openxmlformats.org/officeDocument/2006/relationships/slide" Target="slide4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turtle.wav"/><Relationship Id="rId10" Type="http://schemas.openxmlformats.org/officeDocument/2006/relationships/audio" Target="../media/snd_a_cat.wav"/><Relationship Id="rId11" Type="http://schemas.openxmlformats.org/officeDocument/2006/relationships/audio" Target="../media/snd_a_bird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9.xml"/><Relationship Id="rId6" Type="http://schemas.openxmlformats.org/officeDocument/2006/relationships/slide" Target="slide43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0.xml"/><Relationship Id="rId8" Type="http://schemas.openxmlformats.org/officeDocument/2006/relationships/slide" Target="slide56.xml"/><Relationship Id="rId9" Type="http://schemas.openxmlformats.org/officeDocument/2006/relationships/slide" Target="slide5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turtle.wav"/><Relationship Id="rId10" Type="http://schemas.openxmlformats.org/officeDocument/2006/relationships/audio" Target="../media/snd_a_cat.wav"/><Relationship Id="rId11" Type="http://schemas.openxmlformats.org/officeDocument/2006/relationships/audio" Target="../media/snd_a_bird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1.xml"/><Relationship Id="rId6" Type="http://schemas.openxmlformats.org/officeDocument/2006/relationships/slide" Target="slide54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2.xml"/><Relationship Id="rId8" Type="http://schemas.openxmlformats.org/officeDocument/2006/relationships/slide" Target="slide66.xml"/><Relationship Id="rId9" Type="http://schemas.openxmlformats.org/officeDocument/2006/relationships/slide" Target="slide6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turtle.wav"/><Relationship Id="rId10" Type="http://schemas.openxmlformats.org/officeDocument/2006/relationships/audio" Target="../media/snd_a_cat.wav"/><Relationship Id="rId11" Type="http://schemas.openxmlformats.org/officeDocument/2006/relationships/audio" Target="../media/snd_a_bird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3.xml"/><Relationship Id="rId6" Type="http://schemas.openxmlformats.org/officeDocument/2006/relationships/slide" Target="slide65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14.xml"/><Relationship Id="rId7" Type="http://schemas.openxmlformats.org/officeDocument/2006/relationships/image" Target="../media/image13.png"/><Relationship Id="rId8" Type="http://schemas.openxmlformats.org/officeDocument/2006/relationships/audio" Target="../media/snd_a_turtle.wav"/><Relationship Id="rId9" Type="http://schemas.openxmlformats.org/officeDocument/2006/relationships/audio" Target="../media/snd_a_cat.wav"/><Relationship Id="rId10" Type="http://schemas.openxmlformats.org/officeDocument/2006/relationships/audio" Target="../media/snd_a_bird.wav"/><Relationship Id="rId11" Type="http://schemas.openxmlformats.org/officeDocument/2006/relationships/audio" Target="../media/snd_level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image" Target="../media/image13.png"/><Relationship Id="rId10" Type="http://schemas.openxmlformats.org/officeDocument/2006/relationships/audio" Target="../media/snd_a_turtle.wav"/><Relationship Id="rId11" Type="http://schemas.openxmlformats.org/officeDocument/2006/relationships/audio" Target="../media/snd_win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5.xml"/><Relationship Id="rId8" Type="http://schemas.openxmlformats.org/officeDocument/2006/relationships/slide" Target="slide79.xml"/><Relationship Id="rId9" Type="http://schemas.openxmlformats.org/officeDocument/2006/relationships/slide" Target="slide7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turtle.wav"/><Relationship Id="rId10" Type="http://schemas.openxmlformats.org/officeDocument/2006/relationships/audio" Target="../media/snd_a_cat.wav"/><Relationship Id="rId11" Type="http://schemas.openxmlformats.org/officeDocument/2006/relationships/audio" Target="../media/snd_a_bird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6.xml"/><Relationship Id="rId6" Type="http://schemas.openxmlformats.org/officeDocument/2006/relationships/slide" Target="slide77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7.xml"/><Relationship Id="rId8" Type="http://schemas.openxmlformats.org/officeDocument/2006/relationships/slide" Target="slide90.xml"/><Relationship Id="rId9" Type="http://schemas.openxmlformats.org/officeDocument/2006/relationships/slide" Target="slide89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turtle.wav"/><Relationship Id="rId10" Type="http://schemas.openxmlformats.org/officeDocument/2006/relationships/audio" Target="../media/snd_a_cat.wav"/><Relationship Id="rId11" Type="http://schemas.openxmlformats.org/officeDocument/2006/relationships/audio" Target="../media/snd_a_bird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8.xml"/><Relationship Id="rId6" Type="http://schemas.openxmlformats.org/officeDocument/2006/relationships/slide" Target="slide88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9.xml"/><Relationship Id="rId8" Type="http://schemas.openxmlformats.org/officeDocument/2006/relationships/slide" Target="slide100.xml"/><Relationship Id="rId9" Type="http://schemas.openxmlformats.org/officeDocument/2006/relationships/slide" Target="slide10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turtle.wav"/><Relationship Id="rId10" Type="http://schemas.openxmlformats.org/officeDocument/2006/relationships/audio" Target="../media/snd_a_cat.wav"/><Relationship Id="rId11" Type="http://schemas.openxmlformats.org/officeDocument/2006/relationships/audio" Target="../media/snd_a_bird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0.xml"/><Relationship Id="rId6" Type="http://schemas.openxmlformats.org/officeDocument/2006/relationships/slide" Target="slide99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21.xml"/><Relationship Id="rId7" Type="http://schemas.openxmlformats.org/officeDocument/2006/relationships/image" Target="../media/image13.png"/><Relationship Id="rId8" Type="http://schemas.openxmlformats.org/officeDocument/2006/relationships/audio" Target="../media/snd_a_turtle.wav"/><Relationship Id="rId9" Type="http://schemas.openxmlformats.org/officeDocument/2006/relationships/audio" Target="../media/snd_a_cat.wav"/><Relationship Id="rId10" Type="http://schemas.openxmlformats.org/officeDocument/2006/relationships/audio" Target="../media/snd_a_bird.wav"/><Relationship Id="rId11" Type="http://schemas.openxmlformats.org/officeDocument/2006/relationships/audio" Target="../media/snd_level.wav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22.xml"/><Relationship Id="rId8" Type="http://schemas.openxmlformats.org/officeDocument/2006/relationships/slide" Target="slide113.xml"/><Relationship Id="rId9" Type="http://schemas.openxmlformats.org/officeDocument/2006/relationships/slide" Target="slide11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turtle.wav"/><Relationship Id="rId10" Type="http://schemas.openxmlformats.org/officeDocument/2006/relationships/audio" Target="../media/snd_a_cat.wav"/><Relationship Id="rId11" Type="http://schemas.openxmlformats.org/officeDocument/2006/relationships/audio" Target="../media/snd_a_bird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3.xml"/><Relationship Id="rId6" Type="http://schemas.openxmlformats.org/officeDocument/2006/relationships/slide" Target="slide111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24.xml"/><Relationship Id="rId8" Type="http://schemas.openxmlformats.org/officeDocument/2006/relationships/slide" Target="slide124.xml"/><Relationship Id="rId9" Type="http://schemas.openxmlformats.org/officeDocument/2006/relationships/slide" Target="slide123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turtle.wav"/><Relationship Id="rId10" Type="http://schemas.openxmlformats.org/officeDocument/2006/relationships/audio" Target="../media/snd_a_cat.wav"/><Relationship Id="rId11" Type="http://schemas.openxmlformats.org/officeDocument/2006/relationships/audio" Target="../media/snd_a_bird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5.xml"/><Relationship Id="rId6" Type="http://schemas.openxmlformats.org/officeDocument/2006/relationships/slide" Target="slide122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turtle.wav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26.xml"/><Relationship Id="rId8" Type="http://schemas.openxmlformats.org/officeDocument/2006/relationships/slide" Target="slide134.xml"/><Relationship Id="rId9" Type="http://schemas.openxmlformats.org/officeDocument/2006/relationships/slide" Target="slide135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turtle.wav"/><Relationship Id="rId10" Type="http://schemas.openxmlformats.org/officeDocument/2006/relationships/audio" Target="../media/snd_a_cat.wav"/><Relationship Id="rId11" Type="http://schemas.openxmlformats.org/officeDocument/2006/relationships/audio" Target="../media/snd_a_bird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7.xml"/><Relationship Id="rId6" Type="http://schemas.openxmlformats.org/officeDocument/2006/relationships/slide" Target="slide133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28.xml"/><Relationship Id="rId7" Type="http://schemas.openxmlformats.org/officeDocument/2006/relationships/image" Target="../media/image13.png"/><Relationship Id="rId8" Type="http://schemas.openxmlformats.org/officeDocument/2006/relationships/audio" Target="../media/snd_a_turtle.wav"/><Relationship Id="rId9" Type="http://schemas.openxmlformats.org/officeDocument/2006/relationships/audio" Target="../media/snd_a_cat.wav"/><Relationship Id="rId10" Type="http://schemas.openxmlformats.org/officeDocument/2006/relationships/audio" Target="../media/snd_a_bird.wav"/><Relationship Id="rId11" Type="http://schemas.openxmlformats.org/officeDocument/2006/relationships/audio" Target="../media/snd_level.wav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29.xml"/><Relationship Id="rId8" Type="http://schemas.openxmlformats.org/officeDocument/2006/relationships/slide" Target="slide147.xml"/><Relationship Id="rId9" Type="http://schemas.openxmlformats.org/officeDocument/2006/relationships/slide" Target="slide146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turtle.wav"/><Relationship Id="rId10" Type="http://schemas.openxmlformats.org/officeDocument/2006/relationships/audio" Target="../media/snd_a_cat.wav"/><Relationship Id="rId11" Type="http://schemas.openxmlformats.org/officeDocument/2006/relationships/audio" Target="../media/snd_a_bird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30.xml"/><Relationship Id="rId6" Type="http://schemas.openxmlformats.org/officeDocument/2006/relationships/slide" Target="slide145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turtle.wav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31.xml"/><Relationship Id="rId8" Type="http://schemas.openxmlformats.org/officeDocument/2006/relationships/image" Target="../media/image13.png"/><Relationship Id="rId9" Type="http://schemas.openxmlformats.org/officeDocument/2006/relationships/audio" Target="../media/snd_a_turtle.wav"/><Relationship Id="rId10" Type="http://schemas.openxmlformats.org/officeDocument/2006/relationships/audio" Target="../media/snd_a_cat.wav"/><Relationship Id="rId11" Type="http://schemas.openxmlformats.org/officeDocument/2006/relationships/audio" Target="../media/snd_a_bird.wav"/><Relationship Id="rId12" Type="http://schemas.openxmlformats.org/officeDocument/2006/relationships/audio" Target="../media/snd_a_girl.wav"/><Relationship Id="rId13" Type="http://schemas.openxmlformats.org/officeDocument/2006/relationships/audio" Target="../media/snd_win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4023360" y="1341120"/>
            <a:ext cx="4145280" cy="41452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1 L1 letter" descr="ع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9" name="S02 F1 mark" descr="عَ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ame progress"/>
          <p:cNvSpPr/>
          <p:nvPr/>
        </p:nvSpPr>
        <p:spPr>
          <a:xfrm>
            <a:off x="10046208" y="6461760"/>
            <a:ext cx="195072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7984" y="5949696"/>
            <a:ext cx="780288" cy="780288"/>
          </a:xfrm>
          <a:prstGeom prst="rect">
            <a:avLst/>
          </a:prstGeom>
        </p:spPr>
      </p:pic>
      <p:pic>
        <p:nvPicPr>
          <p:cNvPr id="27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0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ع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1" name="F1 mark" descr="ع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ع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عَأَ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10046208" y="6461760"/>
            <a:ext cx="195072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7984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ع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1" name="F1 mark" descr="ع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ع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عَبَ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10008834" y="6461760"/>
            <a:ext cx="232446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0610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ع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1" name="F1 mark" descr="ع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ع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عَتَ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931353" y="6461760"/>
            <a:ext cx="309927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3129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ع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1" name="F1 mark" descr="ع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ع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عَثَ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853871" y="6461760"/>
            <a:ext cx="387409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5647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ع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1" name="F1 mark" descr="ع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ع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عَجَ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776389" y="6461760"/>
            <a:ext cx="464891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165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ع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1" name="F1 mark" descr="ع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ع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عَحَ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698907" y="6461760"/>
            <a:ext cx="542373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0683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ع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1" name="F1 mark" descr="ع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ع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عَخَ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621425" y="6461760"/>
            <a:ext cx="619855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3201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7DF9F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ع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خ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turtle holding answer 1" descr="turtle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خَع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خَعَ</a:t>
            </a:r>
          </a:p>
        </p:txBody>
      </p:sp>
      <p:pic>
        <p:nvPicPr>
          <p:cNvPr id="13" name="cat holding answer 2" descr="cat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عَخ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عَخَ</a:t>
            </a:r>
          </a:p>
        </p:txBody>
      </p:sp>
      <p:pic>
        <p:nvPicPr>
          <p:cNvPr id="15" name="bird holding answer 3" descr="bird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عَج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عَجَ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621425" y="6461760"/>
            <a:ext cx="619855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3201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cheering" descr="turtle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turtle cheering 2" descr="turtle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cat cheering" descr="cat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ird cheering" descr="bird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عَخ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عَخَ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9621425" y="6461760"/>
            <a:ext cx="619855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3201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sad" descr="turtle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cat encouraging" descr="cat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ع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1" name="F1 mark" descr="ع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ع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عَدَ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543943" y="6461760"/>
            <a:ext cx="697337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719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ع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1" name="F1 mark" descr="ع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ذ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4" name="F2 mark" descr="ذ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عَذ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عَذَ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466461" y="6461760"/>
            <a:ext cx="774819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237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ع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1" name="F1 mark" descr="ع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ر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4" name="F2 mark" descr="ر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عَر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عَرَ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388979" y="6461760"/>
            <a:ext cx="852301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0755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ع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1" name="F1 mark" descr="ع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ز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4" name="F2 mark" descr="ز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عَز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عَزَ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311498" y="6461760"/>
            <a:ext cx="929782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3274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ع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1" name="F1 mark" descr="ع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س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4" name="F2 mark" descr="س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عَس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عَسَ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234016" y="6461760"/>
            <a:ext cx="1007264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5792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ع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1" name="F1 mark" descr="ع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ش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4" name="F2 mark" descr="ش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عَش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عَشَ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156534" y="6461760"/>
            <a:ext cx="1084746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8310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ع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1" name="F1 mark" descr="ع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ص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4" name="F2 mark" descr="ص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عَص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عَصَ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079052" y="6461760"/>
            <a:ext cx="1162228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0828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ع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1" name="F1 mark" descr="ع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ض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4" name="F2 mark" descr="ض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عَض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عَضَ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001570" y="6461760"/>
            <a:ext cx="1239710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3346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7DF9F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ع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ض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turtle holding answer 1" descr="turtle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ضَع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ضَعَ</a:t>
            </a:r>
          </a:p>
        </p:txBody>
      </p:sp>
      <p:pic>
        <p:nvPicPr>
          <p:cNvPr id="13" name="cat holding answer 2" descr="cat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غَض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غَضَ</a:t>
            </a:r>
          </a:p>
        </p:txBody>
      </p:sp>
      <p:pic>
        <p:nvPicPr>
          <p:cNvPr id="15" name="bird holding answer 3" descr="bird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عَض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عَضَ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001570" y="6461760"/>
            <a:ext cx="1239710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3346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cheering" descr="turtle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turtle cheering 2" descr="turtle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cat cheering" descr="cat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ird cheering" descr="bird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عَض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عَضَ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9001570" y="6461760"/>
            <a:ext cx="1239710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334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sad" descr="turtle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cat encouraging" descr="cat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ع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1" name="F1 mark" descr="ع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ط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4" name="F2 mark" descr="ط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عَط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عَطَ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924088" y="6461760"/>
            <a:ext cx="1317192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5864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ع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1" name="F1 mark" descr="ع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ظ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4" name="F2 mark" descr="ظ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عَظ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عَظَ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846606" y="6461760"/>
            <a:ext cx="1394674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382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أ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2" name="F1 mark" descr="أ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ع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5" name="F2 mark" descr="ع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ب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8" name="F3 mark" descr="ب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أَعَب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أَعَبَ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769124" y="6461760"/>
            <a:ext cx="1472156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900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ب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2" name="F1 mark" descr="ب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ع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5" name="F2 mark" descr="ع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ت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8" name="F3 mark" descr="ت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بَعَت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بَعَتَ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691643" y="6461760"/>
            <a:ext cx="1549637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419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ت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2" name="F1 mark" descr="ت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ع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5" name="F2 mark" descr="ع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ث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8" name="F3 mark" descr="ث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تَعَث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تَعَثَ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614161" y="6461760"/>
            <a:ext cx="1627119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5937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ث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2" name="F1 mark" descr="ث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ع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5" name="F2 mark" descr="ع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ج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8" name="F3 mark" descr="ج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ثَعَج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ثَعَجَ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536679" y="6461760"/>
            <a:ext cx="1704601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455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ج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2" name="F1 mark" descr="ج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ع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5" name="F2 mark" descr="ع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ح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8" name="F3 mark" descr="ح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جَعَح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جَعَحَ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459197" y="6461760"/>
            <a:ext cx="1782083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0973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ح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2" name="F1 mark" descr="ح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ع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5" name="F2 mark" descr="ع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خ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8" name="F3 mark" descr="خ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حَعَخ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حَعَخَ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381715" y="6461760"/>
            <a:ext cx="1859565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3491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7DF9F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ح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ع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خ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turtle holding answer 1" descr="turtle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حَعَخ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حَعَخَ</a:t>
            </a:r>
          </a:p>
        </p:txBody>
      </p:sp>
      <p:pic>
        <p:nvPicPr>
          <p:cNvPr id="16" name="cat holding answer 2" descr="cat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خَعَح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خَعَحَ</a:t>
            </a:r>
          </a:p>
        </p:txBody>
      </p:sp>
      <p:pic>
        <p:nvPicPr>
          <p:cNvPr id="18" name="bird holding answer 3" descr="bird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خَعَخ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خَعَخَ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8381715" y="6461760"/>
            <a:ext cx="1859565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3491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cheering" descr="turtle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turtle cheering 2" descr="turtle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cat cheering" descr="cat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ird cheering" descr="bird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حَعَخ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حَعَخَ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8381715" y="6461760"/>
            <a:ext cx="1859565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3491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sad" descr="turtle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cat encouraging" descr="cat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celebrating" descr="turtle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cat celebrating" descr="cat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bird celebrating" descr="bird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020000">
            <a:off x="5018504" y="303352"/>
            <a:ext cx="440796" cy="440796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600000">
            <a:off x="1667998" y="2777452"/>
            <a:ext cx="370219" cy="370219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1440000">
            <a:off x="11223722" y="778108"/>
            <a:ext cx="481951" cy="481951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60000">
            <a:off x="8483549" y="1355583"/>
            <a:ext cx="311071" cy="311071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3180000">
            <a:off x="2293819" y="826128"/>
            <a:ext cx="330644" cy="330644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2940000">
            <a:off x="2909790" y="3308017"/>
            <a:ext cx="409730" cy="409730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720000">
            <a:off x="9493875" y="1603344"/>
            <a:ext cx="453667" cy="4536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2100000">
            <a:off x="9433990" y="3492288"/>
            <a:ext cx="269300" cy="26930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2940000">
            <a:off x="719899" y="1204403"/>
            <a:ext cx="483199" cy="483199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540000">
            <a:off x="1966035" y="1584646"/>
            <a:ext cx="364066" cy="364066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2220000">
            <a:off x="8968231" y="3057420"/>
            <a:ext cx="235958" cy="235958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780000">
            <a:off x="1161209" y="1209164"/>
            <a:ext cx="478904" cy="478904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1860000">
            <a:off x="2118122" y="1930992"/>
            <a:ext cx="363525" cy="363525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660000">
            <a:off x="282024" y="262479"/>
            <a:ext cx="352513" cy="352513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2820000">
            <a:off x="1342594" y="3200159"/>
            <a:ext cx="328392" cy="328392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120000">
            <a:off x="11186224" y="2682542"/>
            <a:ext cx="284706" cy="284706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600000">
            <a:off x="556433" y="2177779"/>
            <a:ext cx="325344" cy="325344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1140000">
            <a:off x="3096819" y="2662249"/>
            <a:ext cx="405036" cy="40503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220000">
            <a:off x="1019783" y="2938778"/>
            <a:ext cx="271777" cy="271777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1140000">
            <a:off x="2557589" y="1034032"/>
            <a:ext cx="459238" cy="459238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2400000">
            <a:off x="3593798" y="3393818"/>
            <a:ext cx="405438" cy="4054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1260000">
            <a:off x="9393818" y="1765028"/>
            <a:ext cx="333954" cy="333954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60000">
            <a:off x="8692747" y="3055249"/>
            <a:ext cx="290570" cy="290570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660000">
            <a:off x="10946563" y="422945"/>
            <a:ext cx="381049" cy="381049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120000">
            <a:off x="1108920" y="2004424"/>
            <a:ext cx="429787" cy="429787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780000">
            <a:off x="2418151" y="722879"/>
            <a:ext cx="438744" cy="438744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خ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2" name="F1 mark" descr="خ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ع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5" name="F2 mark" descr="ع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د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8" name="F3 mark" descr="د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خَعَد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خَعَدَ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304233" y="6461760"/>
            <a:ext cx="1937047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6009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د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2" name="F1 mark" descr="د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ع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5" name="F2 mark" descr="ع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ذ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8" name="F3 mark" descr="ذ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دَعَذ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دَعَذَ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226751" y="6461760"/>
            <a:ext cx="2014529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8527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ذ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2" name="F1 mark" descr="ذ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ع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5" name="F2 mark" descr="ع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ر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8" name="F3 mark" descr="ر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ذَعَر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ذَعَرَ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149270" y="6461760"/>
            <a:ext cx="2092010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046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ر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2" name="F1 mark" descr="ر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ع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5" name="F2 mark" descr="ع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ز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8" name="F3 mark" descr="ز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رَعَز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رَعَزَ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071788" y="6461760"/>
            <a:ext cx="2169492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3564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ز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2" name="F1 mark" descr="ز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ع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5" name="F2 mark" descr="ع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س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8" name="F3 mark" descr="س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زَعَس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زَعَسَ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994306" y="6461760"/>
            <a:ext cx="2246974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082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س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2" name="F1 mark" descr="س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ع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5" name="F2 mark" descr="ع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ش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8" name="F3 mark" descr="ش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سَعَش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سَعَشَ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916824" y="6461760"/>
            <a:ext cx="2324456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600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ش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2" name="F1 mark" descr="ش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ع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5" name="F2 mark" descr="ع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ص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8" name="F3 mark" descr="ص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شَعَص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شَعَصَ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839342" y="6461760"/>
            <a:ext cx="2401938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118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ص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2" name="F1 mark" descr="ص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ع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5" name="F2 mark" descr="ع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ض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8" name="F3 mark" descr="ض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صَعَض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صَعَضَ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761860" y="6461760"/>
            <a:ext cx="2479420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636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7DF9F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ص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ع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ض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turtle holding answer 1" descr="turtle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ضَعَص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ضَعَصَ</a:t>
            </a:r>
          </a:p>
        </p:txBody>
      </p:sp>
      <p:pic>
        <p:nvPicPr>
          <p:cNvPr id="16" name="cat holding answer 2" descr="cat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صَعَض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صَعَضَ</a:t>
            </a:r>
          </a:p>
        </p:txBody>
      </p:sp>
      <p:pic>
        <p:nvPicPr>
          <p:cNvPr id="18" name="bird holding answer 3" descr="bird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صَغَض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صَغَضَ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7761860" y="6461760"/>
            <a:ext cx="2479420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636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cheering" descr="turtle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turtle cheering 2" descr="turtle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cat cheering" descr="cat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ird cheering" descr="bird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صَعَض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صَعَضَ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7761860" y="6461760"/>
            <a:ext cx="2479420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363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sad" descr="turtle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cat encouraging" descr="cat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ض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2" name="F1 mark" descr="ض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ع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5" name="F2 mark" descr="ع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ط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8" name="F3 mark" descr="ط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ضَعَط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ضَعَطَ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684378" y="6461760"/>
            <a:ext cx="2556902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154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ط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2" name="F1 mark" descr="ط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ع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5" name="F2 mark" descr="ع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ظ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8" name="F3 mark" descr="ظ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طَعَظ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طَعَظَ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606896" y="6461760"/>
            <a:ext cx="2634384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672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ظ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2" name="F1 mark" descr="ظ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ع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5" name="F2 mark" descr="ع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أ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8" name="F3 mark" descr="أ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ظَعَأ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ظَعَأَ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529415" y="6461760"/>
            <a:ext cx="2711865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191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ع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4" name="F2 mark" descr="ع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ع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أَعَ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451933" y="6461760"/>
            <a:ext cx="2789347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709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ع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4" name="F2 mark" descr="ع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ع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بَعَ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374451" y="6461760"/>
            <a:ext cx="2866829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6227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ع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4" name="F2 mark" descr="ع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ع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تَعَ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296969" y="6461760"/>
            <a:ext cx="2944311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8745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ع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4" name="F2 mark" descr="ع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ع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ثَعَ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219487" y="6461760"/>
            <a:ext cx="3021793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1263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ع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4" name="F2 mark" descr="ع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ع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جَعَ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142005" y="6461760"/>
            <a:ext cx="3099275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3781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7DF9F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ج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ع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turtle holding answer 1" descr="turtle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عَج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عَجَ</a:t>
            </a:r>
          </a:p>
        </p:txBody>
      </p:sp>
      <p:pic>
        <p:nvPicPr>
          <p:cNvPr id="13" name="cat holding answer 2" descr="cat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جَغ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جَغَ</a:t>
            </a:r>
          </a:p>
        </p:txBody>
      </p:sp>
      <p:pic>
        <p:nvPicPr>
          <p:cNvPr id="15" name="bird holding answer 3" descr="bird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جَع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جَعَ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142005" y="6461760"/>
            <a:ext cx="3099275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3781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cheering" descr="turtle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turtle cheering 2" descr="turtle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cat cheering" descr="cat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ird cheering" descr="bird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جَع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جَعَ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7142005" y="6461760"/>
            <a:ext cx="3099275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3781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sad" descr="turtle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cat encouraging" descr="cat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ع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4" name="F2 mark" descr="ع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ع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حَعَ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064523" y="6461760"/>
            <a:ext cx="3176757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6299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ع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4" name="F2 mark" descr="ع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ع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خَعَ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987041" y="6461760"/>
            <a:ext cx="3254239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817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ع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4" name="F2 mark" descr="ع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ع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دَعَ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909560" y="6461760"/>
            <a:ext cx="3331720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336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ذ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1" name="F1 mark" descr="ذ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ع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4" name="F2 mark" descr="ع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ذَع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ذَعَ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832078" y="6461760"/>
            <a:ext cx="3409202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854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ر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1" name="F1 mark" descr="ر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ع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4" name="F2 mark" descr="ع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رَع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رَعَ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754596" y="6461760"/>
            <a:ext cx="3486684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372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ز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1" name="F1 mark" descr="ز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ع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4" name="F2 mark" descr="ع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زَع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زَعَ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677114" y="6461760"/>
            <a:ext cx="3564166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890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س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1" name="F1 mark" descr="س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ع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4" name="F2 mark" descr="ع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سَع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سَعَ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599632" y="6461760"/>
            <a:ext cx="3641648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408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ش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1" name="F1 mark" descr="ش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ع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4" name="F2 mark" descr="ع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شَع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شَعَ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522150" y="6461760"/>
            <a:ext cx="3719130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926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7DF9F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ش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ع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turtle holding answer 1" descr="turtle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شَع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شَعَ</a:t>
            </a:r>
          </a:p>
        </p:txBody>
      </p:sp>
      <p:pic>
        <p:nvPicPr>
          <p:cNvPr id="13" name="cat holding answer 2" descr="cat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عَش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عَشَ</a:t>
            </a:r>
          </a:p>
        </p:txBody>
      </p:sp>
      <p:pic>
        <p:nvPicPr>
          <p:cNvPr id="15" name="bird holding answer 3" descr="bird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سَع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سَعَ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522150" y="6461760"/>
            <a:ext cx="3719130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3926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cheering" descr="turtle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turtle cheering 2" descr="turtle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cat cheering" descr="cat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ird cheering" descr="bird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شَع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شَعَ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6522150" y="6461760"/>
            <a:ext cx="3719130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392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sad" descr="turtle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cat encouraging" descr="cat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celebrating" descr="turtle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cat celebrating" descr="cat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bird celebrating" descr="bird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800000">
            <a:off x="5106427" y="324928"/>
            <a:ext cx="249944" cy="249944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120000">
            <a:off x="9312639" y="2239583"/>
            <a:ext cx="305113" cy="305113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2040000">
            <a:off x="1385488" y="1112973"/>
            <a:ext cx="274779" cy="274779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2340000">
            <a:off x="1295617" y="3331467"/>
            <a:ext cx="366838" cy="366838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2100000">
            <a:off x="9157944" y="1131038"/>
            <a:ext cx="362049" cy="362049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60000">
            <a:off x="9202464" y="1201904"/>
            <a:ext cx="330658" cy="330658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120000">
            <a:off x="7785163" y="343552"/>
            <a:ext cx="345586" cy="3455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360000">
            <a:off x="1681674" y="3552473"/>
            <a:ext cx="234669" cy="234669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3360000">
            <a:off x="11156100" y="808031"/>
            <a:ext cx="266158" cy="266158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780000">
            <a:off x="1349268" y="3165592"/>
            <a:ext cx="235252" cy="235252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3540000">
            <a:off x="2101932" y="3685716"/>
            <a:ext cx="284283" cy="284283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2280000">
            <a:off x="10559229" y="3484146"/>
            <a:ext cx="469134" cy="469134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2820000">
            <a:off x="9977071" y="328413"/>
            <a:ext cx="271738" cy="271738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900000">
            <a:off x="9046059" y="3524448"/>
            <a:ext cx="252262" cy="252262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2340000">
            <a:off x="2826170" y="2409854"/>
            <a:ext cx="404271" cy="404271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240000">
            <a:off x="1486694" y="420156"/>
            <a:ext cx="464503" cy="464503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1980000">
            <a:off x="1516272" y="1702323"/>
            <a:ext cx="300921" cy="300921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1380000">
            <a:off x="2206001" y="4507918"/>
            <a:ext cx="479577" cy="479577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580000">
            <a:off x="9389091" y="3925513"/>
            <a:ext cx="357999" cy="357999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2220000">
            <a:off x="10542602" y="4304172"/>
            <a:ext cx="273535" cy="273535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1980000">
            <a:off x="566154" y="2571241"/>
            <a:ext cx="277223" cy="2772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900000">
            <a:off x="3113857" y="783882"/>
            <a:ext cx="432389" cy="432389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2820000">
            <a:off x="6658388" y="340685"/>
            <a:ext cx="370590" cy="370590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2160000">
            <a:off x="9240234" y="2165627"/>
            <a:ext cx="253897" cy="253897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1380000">
            <a:off x="3756563" y="1916484"/>
            <a:ext cx="275814" cy="275814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1800000">
            <a:off x="9530772" y="3584201"/>
            <a:ext cx="485083" cy="485083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ص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1" name="F1 mark" descr="ص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ع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4" name="F2 mark" descr="ع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صَع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صَعَ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444668" y="6461760"/>
            <a:ext cx="3796612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444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ض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1" name="F1 mark" descr="ض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ع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4" name="F2 mark" descr="ع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ضَع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ضَعَ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367187" y="6461760"/>
            <a:ext cx="3874093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963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ط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1" name="F1 mark" descr="ط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ع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4" name="F2 mark" descr="ع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طَع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طَعَ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289705" y="6461760"/>
            <a:ext cx="3951575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481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ظ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1" name="F1 mark" descr="ظ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ع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4" name="F2 mark" descr="ع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ظَع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ظَعَ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212223" y="6461760"/>
            <a:ext cx="4029057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999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4023360" y="1341120"/>
            <a:ext cx="4145280" cy="41452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1 L1 letter" descr="غ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9" name="S02 F1 mark" descr="غَ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ame progress"/>
          <p:cNvSpPr/>
          <p:nvPr/>
        </p:nvSpPr>
        <p:spPr>
          <a:xfrm>
            <a:off x="6134741" y="6461760"/>
            <a:ext cx="4106539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517" y="5949696"/>
            <a:ext cx="780288" cy="780288"/>
          </a:xfrm>
          <a:prstGeom prst="rect">
            <a:avLst/>
          </a:prstGeom>
        </p:spPr>
      </p:pic>
      <p:pic>
        <p:nvPicPr>
          <p:cNvPr id="27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0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غ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1" name="F1 mark" descr="غ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غ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غَأَ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057259" y="6461760"/>
            <a:ext cx="4184021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035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غ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1" name="F1 mark" descr="غ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غ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غَبَ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979777" y="6461760"/>
            <a:ext cx="4261503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1553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غ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1" name="F1 mark" descr="غ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غ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غَتَ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902295" y="6461760"/>
            <a:ext cx="4338985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071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7DF9F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غ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ت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turtle holding answer 1" descr="turtle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تَغ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تَغَ</a:t>
            </a:r>
          </a:p>
        </p:txBody>
      </p:sp>
      <p:pic>
        <p:nvPicPr>
          <p:cNvPr id="13" name="cat holding answer 2" descr="cat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غَت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غَتَ</a:t>
            </a:r>
          </a:p>
        </p:txBody>
      </p:sp>
      <p:pic>
        <p:nvPicPr>
          <p:cNvPr id="15" name="bird holding answer 3" descr="bird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غَث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غَثَ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902295" y="6461760"/>
            <a:ext cx="4338985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4071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cheering" descr="turtle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turtle cheering 2" descr="turtle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cat cheering" descr="cat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ird cheering" descr="bird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غَت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غَتَ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5902295" y="6461760"/>
            <a:ext cx="4338985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4071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sad" descr="turtle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cat encouraging" descr="cat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غ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1" name="F1 mark" descr="غ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غ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غَثَ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824813" y="6461760"/>
            <a:ext cx="4416467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589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غ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1" name="F1 mark" descr="غ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غ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غَجَ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747332" y="6461760"/>
            <a:ext cx="4493948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108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غ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1" name="F1 mark" descr="غ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غ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غَحَ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669850" y="6461760"/>
            <a:ext cx="4571430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626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غ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1" name="F1 mark" descr="غ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غ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غَخَ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592368" y="6461760"/>
            <a:ext cx="4648912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144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غ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1" name="F1 mark" descr="غ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غ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غَدَ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514886" y="6461760"/>
            <a:ext cx="4726394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6662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غ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1" name="F1 mark" descr="غ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ذ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4" name="F2 mark" descr="ذ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غَذ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غَذَ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437404" y="6461760"/>
            <a:ext cx="4803876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180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غ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1" name="F1 mark" descr="غ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ر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4" name="F2 mark" descr="ر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غَر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غَرَ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359922" y="6461760"/>
            <a:ext cx="4881358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698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غ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1" name="F1 mark" descr="غ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ز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4" name="F2 mark" descr="ز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غَز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غَزَ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282440" y="6461760"/>
            <a:ext cx="4958840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216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7DF9F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غ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ز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turtle holding answer 1" descr="turtle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زَغ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زَغَ</a:t>
            </a:r>
          </a:p>
        </p:txBody>
      </p:sp>
      <p:pic>
        <p:nvPicPr>
          <p:cNvPr id="13" name="cat holding answer 2" descr="cat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عَز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عَزَ</a:t>
            </a:r>
          </a:p>
        </p:txBody>
      </p:sp>
      <p:pic>
        <p:nvPicPr>
          <p:cNvPr id="15" name="bird holding answer 3" descr="bird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غَز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غَزَ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282440" y="6461760"/>
            <a:ext cx="4958840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4216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cheering" descr="turtle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turtle cheering 2" descr="turtle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cat cheering" descr="cat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ird cheering" descr="bird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غَز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غَزَ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5282440" y="6461760"/>
            <a:ext cx="4958840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421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sad" descr="turtle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cat encouraging" descr="cat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غ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1" name="F1 mark" descr="غ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س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4" name="F2 mark" descr="س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غَس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غَسَ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204959" y="6461760"/>
            <a:ext cx="5036321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735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غ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1" name="F1 mark" descr="غ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ش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4" name="F2 mark" descr="ش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غَش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غَشَ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127477" y="6461760"/>
            <a:ext cx="5113803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253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غ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1" name="F1 mark" descr="غ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ص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4" name="F2 mark" descr="ص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غَص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غَصَ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049995" y="6461760"/>
            <a:ext cx="5191285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771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غ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1" name="F1 mark" descr="غ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ض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4" name="F2 mark" descr="ض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غَض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غَضَ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972513" y="6461760"/>
            <a:ext cx="5268767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289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غ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1" name="F1 mark" descr="غ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ط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4" name="F2 mark" descr="ط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غَط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غَطَ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895031" y="6461760"/>
            <a:ext cx="5346249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07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غ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1" name="F1 mark" descr="غ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ظ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4" name="F2 mark" descr="ظ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غَظ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غَظَ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817549" y="6461760"/>
            <a:ext cx="5423731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325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غ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1" name="F1 mark" descr="غ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ع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4" name="F2 mark" descr="ع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غَع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غَعَ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740067" y="6461760"/>
            <a:ext cx="5501213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843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أ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2" name="F1 mark" descr="أ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غ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5" name="F2 mark" descr="غ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ب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8" name="F3 mark" descr="ب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أَغَب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أَغَبَ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662585" y="6461760"/>
            <a:ext cx="5578695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361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7DF9F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أ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غ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ب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turtle holding answer 1" descr="turtle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أَغَب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أَغَبَ</a:t>
            </a:r>
          </a:p>
        </p:txBody>
      </p:sp>
      <p:pic>
        <p:nvPicPr>
          <p:cNvPr id="16" name="cat holding answer 2" descr="cat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بَغَأ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بَغَأَ</a:t>
            </a:r>
          </a:p>
        </p:txBody>
      </p:sp>
      <p:pic>
        <p:nvPicPr>
          <p:cNvPr id="18" name="bird holding answer 3" descr="bird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بَغَب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بَغَبَ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4662585" y="6461760"/>
            <a:ext cx="5578695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4361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cheering" descr="turtle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turtle cheering 2" descr="turtle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cat cheering" descr="cat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ird cheering" descr="bird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أَغَب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أَغَبَ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4662585" y="6461760"/>
            <a:ext cx="5578695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4361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sad" descr="turtle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cat encouraging" descr="cat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celebrating" descr="turtle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cat celebrating" descr="cat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bird celebrating" descr="bird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540000">
            <a:off x="11375460" y="4351746"/>
            <a:ext cx="465373" cy="465373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1380000">
            <a:off x="3296424" y="2085611"/>
            <a:ext cx="330158" cy="330158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2640000">
            <a:off x="1306208" y="2524781"/>
            <a:ext cx="391760" cy="391760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540000">
            <a:off x="2878325" y="3876144"/>
            <a:ext cx="420920" cy="420920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3240000">
            <a:off x="407985" y="1180917"/>
            <a:ext cx="401561" cy="401561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1620000">
            <a:off x="693211" y="1679279"/>
            <a:ext cx="380536" cy="380536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>
            <a:off x="9371489" y="1018016"/>
            <a:ext cx="340539" cy="3405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780000">
            <a:off x="8897541" y="1594272"/>
            <a:ext cx="481400" cy="48140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1140000">
            <a:off x="9725452" y="3726880"/>
            <a:ext cx="455788" cy="455788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2520000">
            <a:off x="1361056" y="1330666"/>
            <a:ext cx="231870" cy="231870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2340000">
            <a:off x="9193066" y="976289"/>
            <a:ext cx="236663" cy="236663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2340000">
            <a:off x="256980" y="2216376"/>
            <a:ext cx="377081" cy="377081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60000">
            <a:off x="11413476" y="2061155"/>
            <a:ext cx="303944" cy="303944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840000">
            <a:off x="1631261" y="2808106"/>
            <a:ext cx="391580" cy="391580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1800000">
            <a:off x="1383398" y="4252240"/>
            <a:ext cx="399761" cy="399761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060000">
            <a:off x="1859199" y="1396195"/>
            <a:ext cx="291367" cy="291367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3240000">
            <a:off x="10857969" y="519840"/>
            <a:ext cx="470718" cy="470718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2880000">
            <a:off x="9330461" y="1609023"/>
            <a:ext cx="478826" cy="47882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040000">
            <a:off x="1841092" y="453255"/>
            <a:ext cx="320844" cy="320844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540000">
            <a:off x="2488064" y="2184078"/>
            <a:ext cx="238429" cy="238429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480000">
            <a:off x="525874" y="1102486"/>
            <a:ext cx="460717" cy="46071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1320000">
            <a:off x="3173876" y="4355268"/>
            <a:ext cx="358272" cy="358272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2100000">
            <a:off x="9447902" y="1324883"/>
            <a:ext cx="397091" cy="397091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2580000">
            <a:off x="9375280" y="2656418"/>
            <a:ext cx="475666" cy="475666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2880000">
            <a:off x="3201816" y="1018364"/>
            <a:ext cx="359244" cy="359244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960000">
            <a:off x="8749567" y="3972104"/>
            <a:ext cx="333948" cy="333948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ب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2" name="F1 mark" descr="ب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غ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5" name="F2 mark" descr="غ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ت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8" name="F3 mark" descr="ت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بَغَت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بَغَتَ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585104" y="6461760"/>
            <a:ext cx="5656176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880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ت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2" name="F1 mark" descr="ت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غ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5" name="F2 mark" descr="غ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ث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8" name="F3 mark" descr="ث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تَغَث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تَغَثَ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507622" y="6461760"/>
            <a:ext cx="5733658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398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ث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2" name="F1 mark" descr="ث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غ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5" name="F2 mark" descr="غ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ج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8" name="F3 mark" descr="ج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ثَغَج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ثَغَجَ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430140" y="6461760"/>
            <a:ext cx="5811140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1916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ج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2" name="F1 mark" descr="ج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غ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5" name="F2 mark" descr="غ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ح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8" name="F3 mark" descr="ح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جَغَح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جَغَحَ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352658" y="6461760"/>
            <a:ext cx="5888622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434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ح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2" name="F1 mark" descr="ح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غ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5" name="F2 mark" descr="غ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خ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8" name="F3 mark" descr="خ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حَغَخ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حَغَخَ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275176" y="6461760"/>
            <a:ext cx="5966104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952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خ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2" name="F1 mark" descr="خ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غ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5" name="F2 mark" descr="غ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د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8" name="F3 mark" descr="د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خَغَد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خَغَدَ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197694" y="6461760"/>
            <a:ext cx="6043586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9470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د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2" name="F1 mark" descr="د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غ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5" name="F2 mark" descr="غ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ذ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8" name="F3 mark" descr="ذ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دَغَذ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دَغَذَ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120212" y="6461760"/>
            <a:ext cx="6121068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988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ذ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2" name="F1 mark" descr="ذ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غ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5" name="F2 mark" descr="غ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ر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8" name="F3 mark" descr="ر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ذَغَر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ذَغَرَ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042730" y="6461760"/>
            <a:ext cx="6198550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506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7DF9F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ذ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غ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ر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turtle holding answer 1" descr="turtle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رَغَذ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رَغَذَ</a:t>
            </a:r>
          </a:p>
        </p:txBody>
      </p:sp>
      <p:pic>
        <p:nvPicPr>
          <p:cNvPr id="16" name="cat holding answer 2" descr="cat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ذَغَر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ذَغَرَ</a:t>
            </a:r>
          </a:p>
        </p:txBody>
      </p:sp>
      <p:pic>
        <p:nvPicPr>
          <p:cNvPr id="18" name="bird holding answer 3" descr="bird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ذَعَر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ذَعَرَ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4042730" y="6461760"/>
            <a:ext cx="6198550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4506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cheering" descr="turtle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turtle cheering 2" descr="turtle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cat cheering" descr="cat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ird cheering" descr="bird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ذَغَر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ذَغَرَ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4042730" y="6461760"/>
            <a:ext cx="6198550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450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sad" descr="turtle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cat encouraging" descr="cat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ر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2" name="F1 mark" descr="ر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غ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5" name="F2 mark" descr="غ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ز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8" name="F3 mark" descr="ز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رَغَز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رَغَزَ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965249" y="6461760"/>
            <a:ext cx="6276031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7025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ز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2" name="F1 mark" descr="ز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غ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5" name="F2 mark" descr="غ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س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8" name="F3 mark" descr="س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زَغَس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زَغَسَ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887767" y="6461760"/>
            <a:ext cx="6353513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43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س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2" name="F1 mark" descr="س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غ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5" name="F2 mark" descr="غ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ش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8" name="F3 mark" descr="ش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سَغَش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سَغَشَ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810285" y="6461760"/>
            <a:ext cx="6430995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2061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ش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2" name="F1 mark" descr="ش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غ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5" name="F2 mark" descr="غ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ص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8" name="F3 mark" descr="ص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شَغَص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شَغَصَ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732803" y="6461760"/>
            <a:ext cx="6508477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4579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ص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2" name="F1 mark" descr="ص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غ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5" name="F2 mark" descr="غ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ض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8" name="F3 mark" descr="ض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صَغَض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صَغَضَ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655321" y="6461760"/>
            <a:ext cx="6585959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7097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ض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2" name="F1 mark" descr="ض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غ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5" name="F2 mark" descr="غ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ط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8" name="F3 mark" descr="ط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ضَغَط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ضَغَطَ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577839" y="6461760"/>
            <a:ext cx="6663441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615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ط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2" name="F1 mark" descr="ط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غ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5" name="F2 mark" descr="غ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ظ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8" name="F3 mark" descr="ظ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طَغَظ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طَغَظَ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500357" y="6461760"/>
            <a:ext cx="6740923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133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ظ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2" name="F1 mark" descr="ظ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غ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5" name="F2 mark" descr="غ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ع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8" name="F3 mark" descr="ع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ظَغَع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ظَغَعَ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422876" y="6461760"/>
            <a:ext cx="6818404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52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7DF9F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ظ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غ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ع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turtle holding answer 1" descr="turtle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عَغَظ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عَغَظَ</a:t>
            </a:r>
          </a:p>
        </p:txBody>
      </p:sp>
      <p:pic>
        <p:nvPicPr>
          <p:cNvPr id="16" name="cat holding answer 2" descr="cat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ظَغَغ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ظَغَغَ</a:t>
            </a:r>
          </a:p>
        </p:txBody>
      </p:sp>
      <p:pic>
        <p:nvPicPr>
          <p:cNvPr id="18" name="bird holding answer 3" descr="bird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ظَغَع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ظَغَعَ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3422876" y="6461760"/>
            <a:ext cx="6818404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652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cheering" descr="turtle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turtle cheering 2" descr="turtle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cat cheering" descr="cat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ird cheering" descr="bird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ظَغَع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ظَغَعَ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3422876" y="6461760"/>
            <a:ext cx="6818404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4652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sad" descr="turtle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cat encouraging" descr="cat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ع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2" name="F1 mark" descr="ع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غ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5" name="F2 mark" descr="غ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أ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8" name="F3 mark" descr="أ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عَغَأ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عَغَأَ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345394" y="6461760"/>
            <a:ext cx="6895886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7170" y="5949696"/>
            <a:ext cx="780288" cy="780288"/>
          </a:xfrm>
          <a:prstGeom prst="rect">
            <a:avLst/>
          </a:prstGeom>
        </p:spPr>
      </p:pic>
      <p:pic>
        <p:nvPicPr>
          <p:cNvPr id="38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غ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4" name="F2 mark" descr="غ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غ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أَغَ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267912" y="6461760"/>
            <a:ext cx="6973368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688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غ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4" name="F2 mark" descr="غ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غ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بَغَ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190430" y="6461760"/>
            <a:ext cx="7050850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206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غ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4" name="F2 mark" descr="غ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غ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تَغَ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112948" y="6461760"/>
            <a:ext cx="7128332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724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غ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4" name="F2 mark" descr="غ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غ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ثَغَ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035466" y="6461760"/>
            <a:ext cx="7205814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242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غ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4" name="F2 mark" descr="غ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غ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جَغَ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957984" y="6461760"/>
            <a:ext cx="7283296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760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غ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4" name="F2 mark" descr="غ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غ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حَغَ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880502" y="6461760"/>
            <a:ext cx="7360778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278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غ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4" name="F2 mark" descr="غ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غ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خَغَ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803021" y="6461760"/>
            <a:ext cx="7438259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797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7DF9F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خ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غ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turtle holding answer 1" descr="turtle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خَغ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خَغَ</a:t>
            </a:r>
          </a:p>
        </p:txBody>
      </p:sp>
      <p:pic>
        <p:nvPicPr>
          <p:cNvPr id="13" name="cat holding answer 2" descr="cat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غَخ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غَخَ</a:t>
            </a:r>
          </a:p>
        </p:txBody>
      </p:sp>
      <p:pic>
        <p:nvPicPr>
          <p:cNvPr id="15" name="bird holding answer 3" descr="bird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جَغ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جَغَ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803021" y="6461760"/>
            <a:ext cx="7438259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4797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cheering" descr="turtle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turtle cheering 2" descr="turtle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cat cheering" descr="cat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ird cheering" descr="bird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خَغ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خَغَ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2803021" y="6461760"/>
            <a:ext cx="7438259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4797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sad" descr="turtle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cat encouraging" descr="cat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celebrating" descr="turtle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cat celebrating" descr="cat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bird celebrating" descr="bird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980000">
            <a:off x="9456681" y="4171879"/>
            <a:ext cx="397451" cy="397451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1320000">
            <a:off x="9305105" y="3690045"/>
            <a:ext cx="290089" cy="290089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1620000">
            <a:off x="10540174" y="4407990"/>
            <a:ext cx="384045" cy="384045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2280000">
            <a:off x="9464985" y="1464909"/>
            <a:ext cx="254867" cy="254867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3360000">
            <a:off x="9731725" y="840641"/>
            <a:ext cx="223313" cy="223313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1020000">
            <a:off x="10673113" y="1773825"/>
            <a:ext cx="441827" cy="441827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780000">
            <a:off x="9888064" y="319757"/>
            <a:ext cx="382641" cy="3826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1200000">
            <a:off x="10956751" y="2527288"/>
            <a:ext cx="223170" cy="22317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1320000">
            <a:off x="11241863" y="3041094"/>
            <a:ext cx="440164" cy="440164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1140000">
            <a:off x="2564342" y="852660"/>
            <a:ext cx="327419" cy="327419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420000">
            <a:off x="2993555" y="1813142"/>
            <a:ext cx="226050" cy="226050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2100000">
            <a:off x="2401539" y="2630365"/>
            <a:ext cx="222895" cy="222895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2760000">
            <a:off x="10636258" y="2388214"/>
            <a:ext cx="222575" cy="222575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540000">
            <a:off x="1750388" y="488803"/>
            <a:ext cx="263823" cy="263823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1140000">
            <a:off x="11025871" y="3561148"/>
            <a:ext cx="226815" cy="226815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2760000">
            <a:off x="3269978" y="2134924"/>
            <a:ext cx="240846" cy="240846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1200000">
            <a:off x="3324927" y="2117511"/>
            <a:ext cx="429517" cy="429517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2460000">
            <a:off x="8632665" y="3605189"/>
            <a:ext cx="334008" cy="334008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940000">
            <a:off x="3021603" y="2310787"/>
            <a:ext cx="305191" cy="305191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1260000">
            <a:off x="11129363" y="812549"/>
            <a:ext cx="226029" cy="226029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660000">
            <a:off x="1884531" y="3667579"/>
            <a:ext cx="387794" cy="38779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2280000">
            <a:off x="540655" y="4212841"/>
            <a:ext cx="485874" cy="485874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780000">
            <a:off x="270944" y="1582474"/>
            <a:ext cx="375793" cy="375793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2520000">
            <a:off x="1372799" y="1028925"/>
            <a:ext cx="252344" cy="252344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1200000">
            <a:off x="11423692" y="2187522"/>
            <a:ext cx="394741" cy="394741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2760000">
            <a:off x="11555404" y="1852735"/>
            <a:ext cx="310824" cy="310824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غ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4" name="F2 mark" descr="غ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غ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دَغَ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725539" y="6461760"/>
            <a:ext cx="7515741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315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ذ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1" name="F1 mark" descr="ذ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غ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4" name="F2 mark" descr="غ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ذَغ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ذَغَ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648057" y="6461760"/>
            <a:ext cx="7593223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833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ر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1" name="F1 mark" descr="ر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غ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4" name="F2 mark" descr="غ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رَغ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رَغَ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570575" y="6461760"/>
            <a:ext cx="7670705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351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ز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1" name="F1 mark" descr="ز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غ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4" name="F2 mark" descr="غ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زَغ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زَغَ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493093" y="6461760"/>
            <a:ext cx="7748187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869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س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1" name="F1 mark" descr="س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غ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4" name="F2 mark" descr="غ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سَغ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سَغَ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415611" y="6461760"/>
            <a:ext cx="7825669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387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ش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1" name="F1 mark" descr="ش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غ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4" name="F2 mark" descr="غ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شَغ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شَغَ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338129" y="6461760"/>
            <a:ext cx="7903151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905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ص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1" name="F1 mark" descr="ص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غ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4" name="F2 mark" descr="غ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صَغ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صَغَ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260647" y="6461760"/>
            <a:ext cx="7980633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423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ض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1" name="F1 mark" descr="ض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غ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4" name="F2 mark" descr="غ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ضَغ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ضَغَ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183166" y="6461760"/>
            <a:ext cx="8058114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942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7DF9F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ض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غ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turtle holding answer 1" descr="turtle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غَض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غَضَ</a:t>
            </a:r>
          </a:p>
        </p:txBody>
      </p:sp>
      <p:pic>
        <p:nvPicPr>
          <p:cNvPr id="13" name="cat holding answer 2" descr="cat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ضَغ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ضَغَ</a:t>
            </a:r>
          </a:p>
        </p:txBody>
      </p:sp>
      <p:pic>
        <p:nvPicPr>
          <p:cNvPr id="15" name="bird holding answer 3" descr="bird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ضَع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ضَعَ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183166" y="6461760"/>
            <a:ext cx="8058114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4942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cheering" descr="turtle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turtle cheering 2" descr="turtle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cat cheering" descr="cat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ird cheering" descr="bird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ضَغ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ضَغَ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2183166" y="6461760"/>
            <a:ext cx="8058114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14942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sad" descr="turtle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cat encouraging" descr="cat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ط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1" name="F1 mark" descr="ط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غ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4" name="F2 mark" descr="غ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طَغ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طَغَ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105684" y="6461760"/>
            <a:ext cx="8135596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460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ظ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1" name="F1 mark" descr="ظ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غ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4" name="F2 mark" descr="غ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ظَغ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ظَغَ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028202" y="6461760"/>
            <a:ext cx="8213078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978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(host)" descr="turtle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turtle (happy)" descr="turtle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cat (friend)" descr="ca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cat (happy)" descr="ca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ع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1" name="F1 mark" descr="ع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غ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4" name="F2 mark" descr="غ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عَغ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عَغَ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360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91622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2963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6765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0566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43680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5816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1970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45772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3957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333753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27176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09782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urtle celebrating" descr="turtle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0" y="4699000"/>
            <a:ext cx="2032000" cy="2032000"/>
          </a:xfrm>
          <a:prstGeom prst="rect">
            <a:avLst/>
          </a:prstGeom>
        </p:spPr>
      </p:pic>
      <p:pic>
        <p:nvPicPr>
          <p:cNvPr id="4" name="cat celebrating" descr="cat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00" y="4699000"/>
            <a:ext cx="2032000" cy="2032000"/>
          </a:xfrm>
          <a:prstGeom prst="rect">
            <a:avLst/>
          </a:prstGeom>
        </p:spPr>
      </p:pic>
      <p:pic>
        <p:nvPicPr>
          <p:cNvPr id="5" name="bird celebrating" descr="bird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2500" y="4699000"/>
            <a:ext cx="2032000" cy="2032000"/>
          </a:xfrm>
          <a:prstGeom prst="rect">
            <a:avLst/>
          </a:prstGeom>
        </p:spPr>
      </p:pic>
      <p:pic>
        <p:nvPicPr>
          <p:cNvPr id="6" name="girl celebrating" descr="girl celebrat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500" y="4699000"/>
            <a:ext cx="2032000" cy="2032000"/>
          </a:xfrm>
          <a:prstGeom prst="rect">
            <a:avLst/>
          </a:prstGeom>
        </p:spPr>
      </p:pic>
      <p:sp>
        <p:nvSpPr>
          <p:cNvPr id="7" name="G confetti 1"/>
          <p:cNvSpPr/>
          <p:nvPr/>
        </p:nvSpPr>
        <p:spPr>
          <a:xfrm rot="3120000">
            <a:off x="3285129" y="3094608"/>
            <a:ext cx="436839" cy="436839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2"/>
          <p:cNvSpPr/>
          <p:nvPr/>
        </p:nvSpPr>
        <p:spPr>
          <a:xfrm rot="2760000">
            <a:off x="3028139" y="612348"/>
            <a:ext cx="378775" cy="378775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3"/>
          <p:cNvSpPr/>
          <p:nvPr/>
        </p:nvSpPr>
        <p:spPr>
          <a:xfrm rot="60000">
            <a:off x="11660096" y="4505451"/>
            <a:ext cx="339808" cy="339808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4"/>
          <p:cNvSpPr/>
          <p:nvPr/>
        </p:nvSpPr>
        <p:spPr>
          <a:xfrm rot="2880000">
            <a:off x="1300529" y="2121167"/>
            <a:ext cx="378271" cy="378271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5"/>
          <p:cNvSpPr/>
          <p:nvPr/>
        </p:nvSpPr>
        <p:spPr>
          <a:xfrm rot="1500000">
            <a:off x="2546715" y="4311684"/>
            <a:ext cx="256197" cy="256197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6"/>
          <p:cNvSpPr/>
          <p:nvPr/>
        </p:nvSpPr>
        <p:spPr>
          <a:xfrm rot="1680000">
            <a:off x="11068354" y="1377081"/>
            <a:ext cx="462061" cy="462061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7"/>
          <p:cNvSpPr/>
          <p:nvPr/>
        </p:nvSpPr>
        <p:spPr>
          <a:xfrm rot="2580000">
            <a:off x="10841140" y="4415186"/>
            <a:ext cx="467697" cy="4676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8"/>
          <p:cNvSpPr/>
          <p:nvPr/>
        </p:nvSpPr>
        <p:spPr>
          <a:xfrm>
            <a:off x="355752" y="2230136"/>
            <a:ext cx="293214" cy="293214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9"/>
          <p:cNvSpPr/>
          <p:nvPr/>
        </p:nvSpPr>
        <p:spPr>
          <a:xfrm rot="720000">
            <a:off x="1490412" y="1739679"/>
            <a:ext cx="450228" cy="450228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0"/>
          <p:cNvSpPr/>
          <p:nvPr/>
        </p:nvSpPr>
        <p:spPr>
          <a:xfrm rot="660000">
            <a:off x="347903" y="4405231"/>
            <a:ext cx="255509" cy="255509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1"/>
          <p:cNvSpPr/>
          <p:nvPr/>
        </p:nvSpPr>
        <p:spPr>
          <a:xfrm rot="300000">
            <a:off x="10286082" y="780824"/>
            <a:ext cx="431386" cy="431386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2"/>
          <p:cNvSpPr/>
          <p:nvPr/>
        </p:nvSpPr>
        <p:spPr>
          <a:xfrm rot="1500000">
            <a:off x="10324779" y="886090"/>
            <a:ext cx="371559" cy="371559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3"/>
          <p:cNvSpPr/>
          <p:nvPr/>
        </p:nvSpPr>
        <p:spPr>
          <a:xfrm rot="660000">
            <a:off x="10516965" y="1200520"/>
            <a:ext cx="234734" cy="234734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4"/>
          <p:cNvSpPr/>
          <p:nvPr/>
        </p:nvSpPr>
        <p:spPr>
          <a:xfrm rot="240000">
            <a:off x="10059290" y="4449234"/>
            <a:ext cx="400672" cy="400672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5"/>
          <p:cNvSpPr/>
          <p:nvPr/>
        </p:nvSpPr>
        <p:spPr>
          <a:xfrm rot="3000000">
            <a:off x="3762849" y="1404081"/>
            <a:ext cx="319952" cy="319952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6"/>
          <p:cNvSpPr/>
          <p:nvPr/>
        </p:nvSpPr>
        <p:spPr>
          <a:xfrm rot="2700000">
            <a:off x="316362" y="2713199"/>
            <a:ext cx="412926" cy="412926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7"/>
          <p:cNvSpPr/>
          <p:nvPr/>
        </p:nvSpPr>
        <p:spPr>
          <a:xfrm rot="1980000">
            <a:off x="380598" y="917739"/>
            <a:ext cx="238445" cy="238445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8"/>
          <p:cNvSpPr/>
          <p:nvPr/>
        </p:nvSpPr>
        <p:spPr>
          <a:xfrm rot="360000">
            <a:off x="1329318" y="2563477"/>
            <a:ext cx="295156" cy="29515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19"/>
          <p:cNvSpPr/>
          <p:nvPr/>
        </p:nvSpPr>
        <p:spPr>
          <a:xfrm>
            <a:off x="1033446" y="2169000"/>
            <a:ext cx="405630" cy="405630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0"/>
          <p:cNvSpPr/>
          <p:nvPr/>
        </p:nvSpPr>
        <p:spPr>
          <a:xfrm rot="660000">
            <a:off x="6224282" y="358090"/>
            <a:ext cx="451259" cy="451259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1"/>
          <p:cNvSpPr/>
          <p:nvPr/>
        </p:nvSpPr>
        <p:spPr>
          <a:xfrm rot="120000">
            <a:off x="10485948" y="289373"/>
            <a:ext cx="435588" cy="4355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2"/>
          <p:cNvSpPr/>
          <p:nvPr/>
        </p:nvSpPr>
        <p:spPr>
          <a:xfrm rot="300000">
            <a:off x="8468420" y="3792180"/>
            <a:ext cx="416124" cy="416124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3"/>
          <p:cNvSpPr/>
          <p:nvPr/>
        </p:nvSpPr>
        <p:spPr>
          <a:xfrm rot="960000">
            <a:off x="10139171" y="755384"/>
            <a:ext cx="283492" cy="283492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4"/>
          <p:cNvSpPr/>
          <p:nvPr/>
        </p:nvSpPr>
        <p:spPr>
          <a:xfrm rot="300000">
            <a:off x="9929165" y="1901515"/>
            <a:ext cx="233514" cy="233514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5"/>
          <p:cNvSpPr/>
          <p:nvPr/>
        </p:nvSpPr>
        <p:spPr>
          <a:xfrm rot="2280000">
            <a:off x="264378" y="4263718"/>
            <a:ext cx="285792" cy="285792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 confetti 26"/>
          <p:cNvSpPr/>
          <p:nvPr/>
        </p:nvSpPr>
        <p:spPr>
          <a:xfrm rot="60000">
            <a:off x="8957114" y="4074410"/>
            <a:ext cx="239303" cy="239303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 confetti 27"/>
          <p:cNvSpPr/>
          <p:nvPr/>
        </p:nvSpPr>
        <p:spPr>
          <a:xfrm rot="1500000">
            <a:off x="2617171" y="966023"/>
            <a:ext cx="465811" cy="465811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confetti 28"/>
          <p:cNvSpPr/>
          <p:nvPr/>
        </p:nvSpPr>
        <p:spPr>
          <a:xfrm rot="3300000">
            <a:off x="9440805" y="1730619"/>
            <a:ext cx="413912" cy="413912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confetti 29"/>
          <p:cNvSpPr/>
          <p:nvPr/>
        </p:nvSpPr>
        <p:spPr>
          <a:xfrm rot="960000">
            <a:off x="9994470" y="1720056"/>
            <a:ext cx="293709" cy="293709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confetti 30"/>
          <p:cNvSpPr/>
          <p:nvPr/>
        </p:nvSpPr>
        <p:spPr>
          <a:xfrm rot="60000">
            <a:off x="1242559" y="1756428"/>
            <a:ext cx="430901" cy="430901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 confetti 31"/>
          <p:cNvSpPr/>
          <p:nvPr/>
        </p:nvSpPr>
        <p:spPr>
          <a:xfrm rot="600000">
            <a:off x="3550310" y="2202899"/>
            <a:ext cx="378147" cy="378147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 confetti 32"/>
          <p:cNvSpPr/>
          <p:nvPr/>
        </p:nvSpPr>
        <p:spPr>
          <a:xfrm rot="2100000">
            <a:off x="8890577" y="2349195"/>
            <a:ext cx="286186" cy="286186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 confetti 33"/>
          <p:cNvSpPr/>
          <p:nvPr/>
        </p:nvSpPr>
        <p:spPr>
          <a:xfrm rot="2640000">
            <a:off x="3720614" y="1369732"/>
            <a:ext cx="444751" cy="444751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 confetti 34"/>
          <p:cNvSpPr/>
          <p:nvPr/>
        </p:nvSpPr>
        <p:spPr>
          <a:xfrm rot="1560000">
            <a:off x="3651614" y="2014405"/>
            <a:ext cx="253337" cy="253337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 confetti 35"/>
          <p:cNvSpPr/>
          <p:nvPr/>
        </p:nvSpPr>
        <p:spPr>
          <a:xfrm rot="3240000">
            <a:off x="10965779" y="679170"/>
            <a:ext cx="467704" cy="4677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 confetti 36"/>
          <p:cNvSpPr/>
          <p:nvPr/>
        </p:nvSpPr>
        <p:spPr>
          <a:xfrm rot="3480000">
            <a:off x="9536370" y="993659"/>
            <a:ext cx="452504" cy="452504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G confetti 37"/>
          <p:cNvSpPr/>
          <p:nvPr/>
        </p:nvSpPr>
        <p:spPr>
          <a:xfrm rot="3120000">
            <a:off x="8728505" y="3255113"/>
            <a:ext cx="311439" cy="311439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G confetti 38"/>
          <p:cNvSpPr/>
          <p:nvPr/>
        </p:nvSpPr>
        <p:spPr>
          <a:xfrm rot="1020000">
            <a:off x="1186417" y="345619"/>
            <a:ext cx="407750" cy="407750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G confetti 39"/>
          <p:cNvSpPr/>
          <p:nvPr/>
        </p:nvSpPr>
        <p:spPr>
          <a:xfrm rot="3000000">
            <a:off x="1759044" y="2040557"/>
            <a:ext cx="343390" cy="343390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G confetti 40"/>
          <p:cNvSpPr/>
          <p:nvPr/>
        </p:nvSpPr>
        <p:spPr>
          <a:xfrm rot="3180000">
            <a:off x="9738562" y="4190940"/>
            <a:ext cx="365900" cy="365900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22" dur="26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8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7" dur="400" fill="hold" repeatCount="3000" autoRev="1"/>
                                        <p:tgtEl>
                                          <p:spTgt spid="4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 game 10-ain-ghain</dc:title>
  <dc:subject>Interactive cartoon adventure game for ages 4-8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