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boy.wav" ContentType="audio/wav"/>
  <Override PartName="/ppt/media/snd_a_elephant.wav" ContentType="audio/wav"/>
  <Override PartName="/ppt/media/snd_a_girl.wav" ContentType="audio/wav"/>
  <Override PartName="/ppt/media/snd_a_turtle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girl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8" Type="http://schemas.openxmlformats.org/officeDocument/2006/relationships/audio" Target="../media/snd_a_girl.wav"/><Relationship Id="rId9" Type="http://schemas.openxmlformats.org/officeDocument/2006/relationships/audio" Target="../media/snd_a_turtle.wav"/><Relationship Id="rId10" Type="http://schemas.openxmlformats.org/officeDocument/2006/relationships/audio" Target="../media/snd_a_elephant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girl.wav"/><Relationship Id="rId11" Type="http://schemas.openxmlformats.org/officeDocument/2006/relationships/audio" Target="../media/snd_win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3.png"/><Relationship Id="rId8" Type="http://schemas.openxmlformats.org/officeDocument/2006/relationships/audio" Target="../media/snd_a_girl.wav"/><Relationship Id="rId9" Type="http://schemas.openxmlformats.org/officeDocument/2006/relationships/audio" Target="../media/snd_a_turtle.wav"/><Relationship Id="rId10" Type="http://schemas.openxmlformats.org/officeDocument/2006/relationships/audio" Target="../media/snd_a_elephant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9.xml"/><Relationship Id="rId8" Type="http://schemas.openxmlformats.org/officeDocument/2006/relationships/slide" Target="slide100.xml"/><Relationship Id="rId9" Type="http://schemas.openxmlformats.org/officeDocument/2006/relationships/slide" Target="slide10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0.xml"/><Relationship Id="rId6" Type="http://schemas.openxmlformats.org/officeDocument/2006/relationships/slide" Target="slide9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3.png"/><Relationship Id="rId8" Type="http://schemas.openxmlformats.org/officeDocument/2006/relationships/audio" Target="../media/snd_a_girl.wav"/><Relationship Id="rId9" Type="http://schemas.openxmlformats.org/officeDocument/2006/relationships/audio" Target="../media/snd_a_turtle.wav"/><Relationship Id="rId10" Type="http://schemas.openxmlformats.org/officeDocument/2006/relationships/audio" Target="../media/snd_a_elephant.wav"/><Relationship Id="rId11" Type="http://schemas.openxmlformats.org/officeDocument/2006/relationships/audio" Target="../media/snd_level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girl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2.xml"/><Relationship Id="rId8" Type="http://schemas.openxmlformats.org/officeDocument/2006/relationships/slide" Target="slide113.xml"/><Relationship Id="rId9" Type="http://schemas.openxmlformats.org/officeDocument/2006/relationships/slide" Target="slide11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3.xml"/><Relationship Id="rId6" Type="http://schemas.openxmlformats.org/officeDocument/2006/relationships/slide" Target="slide11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4.xml"/><Relationship Id="rId8" Type="http://schemas.openxmlformats.org/officeDocument/2006/relationships/slide" Target="slide124.xml"/><Relationship Id="rId9" Type="http://schemas.openxmlformats.org/officeDocument/2006/relationships/slide" Target="slide12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5.xml"/><Relationship Id="rId6" Type="http://schemas.openxmlformats.org/officeDocument/2006/relationships/slide" Target="slide122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girl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26.xml"/><Relationship Id="rId8" Type="http://schemas.openxmlformats.org/officeDocument/2006/relationships/image" Target="../media/image13.png"/><Relationship Id="rId9" Type="http://schemas.openxmlformats.org/officeDocument/2006/relationships/audio" Target="../media/snd_a_girl.wav"/><Relationship Id="rId10" Type="http://schemas.openxmlformats.org/officeDocument/2006/relationships/audio" Target="../media/snd_a_turtle.wav"/><Relationship Id="rId11" Type="http://schemas.openxmlformats.org/officeDocument/2006/relationships/audio" Target="../media/snd_a_elephant.wav"/><Relationship Id="rId12" Type="http://schemas.openxmlformats.org/officeDocument/2006/relationships/audio" Target="../media/snd_a_boy.wav"/><Relationship Id="rId13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ط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9" name="S02 F1 mark" descr="ط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79473" y="6461760"/>
            <a:ext cx="26180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249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92204" y="6461760"/>
            <a:ext cx="34907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980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04935" y="6461760"/>
            <a:ext cx="43634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711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17666" y="6461760"/>
            <a:ext cx="52361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442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30397" y="6461760"/>
            <a:ext cx="61088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2173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43128" y="6461760"/>
            <a:ext cx="69815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904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ط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ط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خَطَ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ط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طَخَ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ط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طَجَ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43128" y="6461760"/>
            <a:ext cx="69815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490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ط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طَخَ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543128" y="6461760"/>
            <a:ext cx="69815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4904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55859" y="6461760"/>
            <a:ext cx="78542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635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68589" y="6461760"/>
            <a:ext cx="87269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365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81320" y="6461760"/>
            <a:ext cx="95996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09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94051" y="6461760"/>
            <a:ext cx="104722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827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06782" y="6461760"/>
            <a:ext cx="113449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558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19513" y="6461760"/>
            <a:ext cx="122176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289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32244" y="6461760"/>
            <a:ext cx="130903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020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44975" y="6461760"/>
            <a:ext cx="139630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751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ط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ط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ضَطَ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ظ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ظَضَ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طَض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طَضَ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44975" y="6461760"/>
            <a:ext cx="139630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675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ط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طَضَ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844975" y="6461760"/>
            <a:ext cx="139630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751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ط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أَطَبَ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757706" y="6461760"/>
            <a:ext cx="148357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482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ط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بَطَتَ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70437" y="6461760"/>
            <a:ext cx="157084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213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ط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تَطَثَ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583168" y="6461760"/>
            <a:ext cx="165811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944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ط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ثَطَجَ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95899" y="6461760"/>
            <a:ext cx="174538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675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ط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جَطَحَ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08630" y="6461760"/>
            <a:ext cx="183265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406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ط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حَطَخَ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21361" y="6461760"/>
            <a:ext cx="191991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137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ط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خَطَدَ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234092" y="6461760"/>
            <a:ext cx="200718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868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ط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دَطَذَ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146823" y="6461760"/>
            <a:ext cx="209445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599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د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ط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ذ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دَطَذ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دَطَذَ</a:t>
            </a:r>
          </a:p>
        </p:txBody>
      </p:sp>
      <p:pic>
        <p:nvPicPr>
          <p:cNvPr id="16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ذَطَد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ذَطَدَ</a:t>
            </a:r>
          </a:p>
        </p:txBody>
      </p:sp>
      <p:pic>
        <p:nvPicPr>
          <p:cNvPr id="18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ذَطَذ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ذَطَذَ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8146823" y="6461760"/>
            <a:ext cx="209445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8599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دَطَذ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دَطَذَ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146823" y="6461760"/>
            <a:ext cx="209445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8599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elebrating" descr="girl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elephant celebrating" descr="elephan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ط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ذَطَرَ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059554" y="6461760"/>
            <a:ext cx="218172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330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ط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رَطَزَ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972285" y="6461760"/>
            <a:ext cx="226899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061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ط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زَطَسَ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885016" y="6461760"/>
            <a:ext cx="235626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792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ط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سَطَشَ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797747" y="6461760"/>
            <a:ext cx="244353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523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ط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شَطَصَ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710477" y="6461760"/>
            <a:ext cx="253080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253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ط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صَطَضَ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623208" y="6461760"/>
            <a:ext cx="261807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984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ط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F2 mark" descr="ط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ط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ضَطَأَ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535939" y="6461760"/>
            <a:ext cx="270534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715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48670" y="6461760"/>
            <a:ext cx="279261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44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أ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ط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ط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طَأَ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أَط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أَطَ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بَط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48670" y="6461760"/>
            <a:ext cx="279261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044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ط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أَطَ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448670" y="6461760"/>
            <a:ext cx="279261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0446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61401" y="6461760"/>
            <a:ext cx="287987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177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74132" y="6461760"/>
            <a:ext cx="296714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908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86863" y="6461760"/>
            <a:ext cx="305441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639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99594" y="6461760"/>
            <a:ext cx="314168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370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12325" y="6461760"/>
            <a:ext cx="322895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101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925056" y="6461760"/>
            <a:ext cx="331622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37787" y="6461760"/>
            <a:ext cx="340349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563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50518" y="6461760"/>
            <a:ext cx="349076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294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ذ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ط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طَذ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طَذَ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ذَظ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ذَظَ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ذَط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50518" y="6461760"/>
            <a:ext cx="349076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229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ط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ذَطَ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750518" y="6461760"/>
            <a:ext cx="349076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2294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663249" y="6461760"/>
            <a:ext cx="357803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025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75980" y="6461760"/>
            <a:ext cx="366530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75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88711" y="6461760"/>
            <a:ext cx="375256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87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01442" y="6461760"/>
            <a:ext cx="383983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218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14173" y="6461760"/>
            <a:ext cx="392710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949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226904" y="6461760"/>
            <a:ext cx="401437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0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ظ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9" name="S02 F1 mark" descr="ظ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6139635" y="6461760"/>
            <a:ext cx="410164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411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52365" y="6461760"/>
            <a:ext cx="418891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141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ظ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أ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ظ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ظَأَ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أَظ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أَظَ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طَأ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طَأَ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52365" y="6461760"/>
            <a:ext cx="418891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414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ظَأ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ظَأَ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052365" y="6461760"/>
            <a:ext cx="418891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4141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elebrating" descr="girl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elephant celebrating" descr="elephan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65096" y="6461760"/>
            <a:ext cx="427618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872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877827" y="6461760"/>
            <a:ext cx="436345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603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790558" y="6461760"/>
            <a:ext cx="445072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334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703289" y="6461760"/>
            <a:ext cx="453799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065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616020" y="6461760"/>
            <a:ext cx="462526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79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28751" y="6461760"/>
            <a:ext cx="471252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527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41482" y="6461760"/>
            <a:ext cx="479979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58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54213" y="6461760"/>
            <a:ext cx="488706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989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ظ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ذ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ذَظ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ذَظَ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ظَذ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ظَذَ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ظَد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ظَدَ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54213" y="6461760"/>
            <a:ext cx="488706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5989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ظَذ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ظَذَ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354213" y="6461760"/>
            <a:ext cx="488706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5989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66944" y="6461760"/>
            <a:ext cx="497433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20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179675" y="6461760"/>
            <a:ext cx="506160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451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092406" y="6461760"/>
            <a:ext cx="514887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182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005137" y="6461760"/>
            <a:ext cx="523614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913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17868" y="6461760"/>
            <a:ext cx="532341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644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30599" y="6461760"/>
            <a:ext cx="541068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375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743330" y="6461760"/>
            <a:ext cx="549795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10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ظ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أَظَبَ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56061" y="6461760"/>
            <a:ext cx="558521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837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أ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ظ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ب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بَظ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بَظَأَ</a:t>
            </a:r>
          </a:p>
        </p:txBody>
      </p:sp>
      <p:pic>
        <p:nvPicPr>
          <p:cNvPr id="16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أَظَت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أَظَتَ</a:t>
            </a:r>
          </a:p>
        </p:txBody>
      </p:sp>
      <p:pic>
        <p:nvPicPr>
          <p:cNvPr id="18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أَظَب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أَظَبَ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656061" y="6461760"/>
            <a:ext cx="558521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783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ظَب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أَظَبَ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656061" y="6461760"/>
            <a:ext cx="558521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837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ظ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بَظَتَ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68792" y="6461760"/>
            <a:ext cx="567248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568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ظ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تَظَثَ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481523" y="6461760"/>
            <a:ext cx="575975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299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ظ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ثَظَجَ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394253" y="6461760"/>
            <a:ext cx="584702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029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ظ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جَظَحَ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306984" y="6461760"/>
            <a:ext cx="593429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760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ظ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حَظَخَ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219715" y="6461760"/>
            <a:ext cx="602156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491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ظ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خَظَدَ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132446" y="6461760"/>
            <a:ext cx="610883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222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ظ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دَظَذَ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045177" y="6461760"/>
            <a:ext cx="619610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953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ظ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ذَظَرَ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957908" y="6461760"/>
            <a:ext cx="628337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84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ذ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ظ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ر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ذَظَر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ذَظَرَ</a:t>
            </a:r>
          </a:p>
        </p:txBody>
      </p:sp>
      <p:pic>
        <p:nvPicPr>
          <p:cNvPr id="16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رَظَذ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رَظَذَ</a:t>
            </a:r>
          </a:p>
        </p:txBody>
      </p:sp>
      <p:pic>
        <p:nvPicPr>
          <p:cNvPr id="18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دَظَر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دَظَرَ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3957908" y="6461760"/>
            <a:ext cx="628337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68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ظَر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ذَظَرَ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957908" y="6461760"/>
            <a:ext cx="628337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9684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elebrating" descr="girl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elephant celebrating" descr="elephan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ظ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رَظَزَ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870639" y="6461760"/>
            <a:ext cx="637064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415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ظ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زَظَسَ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783370" y="6461760"/>
            <a:ext cx="645791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146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ظ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سَظَشَ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696101" y="6461760"/>
            <a:ext cx="654517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877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ظ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شَظَصَ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608832" y="6461760"/>
            <a:ext cx="663244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608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ظ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صَظَضَ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21563" y="6461760"/>
            <a:ext cx="671971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339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ظ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ضَظَطَ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434294" y="6461760"/>
            <a:ext cx="680698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070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ظ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F2 mark" descr="ظ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ظ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طَظَأَ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347025" y="6461760"/>
            <a:ext cx="689425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801" y="5949696"/>
            <a:ext cx="780288" cy="780288"/>
          </a:xfrm>
          <a:prstGeom prst="rect">
            <a:avLst/>
          </a:prstGeom>
        </p:spPr>
      </p:pic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59756" y="6461760"/>
            <a:ext cx="698152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532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أ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ظ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ظ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ظَأَ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أَظ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أَظَ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بَظ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59756" y="6461760"/>
            <a:ext cx="698152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1532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ظ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أَظَ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259756" y="6461760"/>
            <a:ext cx="698152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1532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72487" y="6461760"/>
            <a:ext cx="706879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263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85218" y="6461760"/>
            <a:ext cx="715606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994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97949" y="6461760"/>
            <a:ext cx="724333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725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10680" y="6461760"/>
            <a:ext cx="733060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5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23411" y="6461760"/>
            <a:ext cx="741786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187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36141" y="6461760"/>
            <a:ext cx="750513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917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48872" y="6461760"/>
            <a:ext cx="759240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648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61603" y="6461760"/>
            <a:ext cx="767967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379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ذ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ظ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girl holding answer 1" descr="girl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ظَذ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ظَذَ</a:t>
            </a:r>
          </a:p>
        </p:txBody>
      </p:sp>
      <p:pic>
        <p:nvPicPr>
          <p:cNvPr id="13" name="turtle holding answer 2" descr="turtle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ذَط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ذَطَ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ذَظ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61603" y="6461760"/>
            <a:ext cx="767967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379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heering" descr="girl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girl cheering 2" descr="girl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turtle cheering" descr="turtle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ظ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ذَظَ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561603" y="6461760"/>
            <a:ext cx="767967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3379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sad" descr="girl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turtle encouraging" descr="turtle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74334" y="6461760"/>
            <a:ext cx="776694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110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87065" y="6461760"/>
            <a:ext cx="785421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841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99796" y="6461760"/>
            <a:ext cx="794148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572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12527" y="6461760"/>
            <a:ext cx="802875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303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25258" y="6461760"/>
            <a:ext cx="811602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034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37989" y="6461760"/>
            <a:ext cx="820329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765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(host)" descr="girl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girl (happy)" descr="girl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turtle (friend)" descr="turtle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turtle (happy)" descr="turtle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4577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75963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06147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3633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9670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26886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45707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38725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24762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irl celebrating" descr="girl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turtle celebrating" descr="turtle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elephant celebrating" descr="elephan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boy celebrating" descr="boy celebr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1980000">
            <a:off x="9456681" y="4171879"/>
            <a:ext cx="397451" cy="397451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20000">
            <a:off x="9305105" y="3690045"/>
            <a:ext cx="290089" cy="29008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1620000">
            <a:off x="10540174" y="4407990"/>
            <a:ext cx="384045" cy="384045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2280000">
            <a:off x="9464985" y="1464909"/>
            <a:ext cx="254867" cy="25486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360000">
            <a:off x="9731725" y="840641"/>
            <a:ext cx="223313" cy="223313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020000">
            <a:off x="10673113" y="1773825"/>
            <a:ext cx="441827" cy="441827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 rot="780000">
            <a:off x="9888064" y="319757"/>
            <a:ext cx="382641" cy="382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1200000">
            <a:off x="10956751" y="2527288"/>
            <a:ext cx="223170" cy="22317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320000">
            <a:off x="11241863" y="3041094"/>
            <a:ext cx="440164" cy="440164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1140000">
            <a:off x="2564342" y="852660"/>
            <a:ext cx="327419" cy="32741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420000">
            <a:off x="2993555" y="1813142"/>
            <a:ext cx="226050" cy="226050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100000">
            <a:off x="2401539" y="2630365"/>
            <a:ext cx="222895" cy="222895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2760000">
            <a:off x="10636258" y="2388214"/>
            <a:ext cx="222575" cy="22257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540000">
            <a:off x="1750388" y="488803"/>
            <a:ext cx="263823" cy="26382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140000">
            <a:off x="11025871" y="3561148"/>
            <a:ext cx="226815" cy="226815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2760000">
            <a:off x="3269978" y="2134924"/>
            <a:ext cx="240846" cy="24084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1200000">
            <a:off x="3324927" y="2117511"/>
            <a:ext cx="429517" cy="429517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460000">
            <a:off x="8632665" y="3605189"/>
            <a:ext cx="334008" cy="334008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940000">
            <a:off x="3021603" y="2310787"/>
            <a:ext cx="305191" cy="305191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1260000">
            <a:off x="11129363" y="812549"/>
            <a:ext cx="226029" cy="2260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660000">
            <a:off x="1884531" y="3667579"/>
            <a:ext cx="387794" cy="38779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2280000">
            <a:off x="540655" y="4212841"/>
            <a:ext cx="485874" cy="48587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780000">
            <a:off x="270944" y="1582474"/>
            <a:ext cx="375793" cy="375793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20000">
            <a:off x="1372799" y="1028925"/>
            <a:ext cx="252344" cy="25234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1200000">
            <a:off x="11423692" y="2187522"/>
            <a:ext cx="394741" cy="394741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2760000">
            <a:off x="11555404" y="1852735"/>
            <a:ext cx="310824" cy="31082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3120000">
            <a:off x="3285129" y="3094608"/>
            <a:ext cx="436839" cy="436839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2760000">
            <a:off x="3028139" y="612348"/>
            <a:ext cx="378775" cy="378775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60000">
            <a:off x="11660096" y="4505451"/>
            <a:ext cx="339808" cy="339808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880000">
            <a:off x="1300529" y="2121167"/>
            <a:ext cx="378271" cy="378271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1500000">
            <a:off x="2546715" y="4311684"/>
            <a:ext cx="256197" cy="256197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680000">
            <a:off x="11068354" y="1377081"/>
            <a:ext cx="462061" cy="46206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2580000">
            <a:off x="10841140" y="4415186"/>
            <a:ext cx="467697" cy="467697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>
            <a:off x="355752" y="2230136"/>
            <a:ext cx="293214" cy="293214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720000">
            <a:off x="1490412" y="1739679"/>
            <a:ext cx="450228" cy="450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660000">
            <a:off x="347903" y="4405231"/>
            <a:ext cx="255509" cy="25550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300000">
            <a:off x="10286082" y="780824"/>
            <a:ext cx="431386" cy="431386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1500000">
            <a:off x="10324779" y="886090"/>
            <a:ext cx="371559" cy="37155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660000">
            <a:off x="10516965" y="1200520"/>
            <a:ext cx="234734" cy="234734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240000">
            <a:off x="10059290" y="4449234"/>
            <a:ext cx="400672" cy="400672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09-ta-dha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