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notesMaster" Target="notesMasters/notesMaster1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أُطُبُ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بُطُتُ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تُطُثُ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ثُطُجُ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جُطُحُ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حُطُخُ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خُطُدُ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دُطُذُ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ذُطُرُ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رُطُزُ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زُطُسُ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سُطُشُ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شُطُصُ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صُطُضُ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ضُطُأُ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أُظُبُ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بُظُتُ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تُظُثُ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ثُظُجُ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جُظُحُ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حُظُخُ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خُظُدُ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دُظُذُ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ذُظُرُ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رُظُزُ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زُظُسُ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سُظُشُ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شُظُصُ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صُظُضُ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ضُظُطُ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طُظُأُ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95</Slides>
  <Notes>95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dammah 09-ta-dha</dc:title>
  <dc:subject>PptxGenJS Presentation</dc:subject>
  <dc:creator>PptxGenJS</dc:creator>
  <cp:lastModifiedBy>PptxGenJS</cp:lastModifiedBy>
  <cp:revision>1</cp:revision>
  <dcterms:created xsi:type="dcterms:W3CDTF">2026-10-10T05:02:37Z</dcterms:created>
  <dcterms:modified xsi:type="dcterms:W3CDTF">2026-10-10T05:02:37Z</dcterms:modified>
</cp:coreProperties>
</file>