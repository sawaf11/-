
<file path=[Content_Types].xml><?xml version="1.0" encoding="utf-8"?>
<Types xmlns="http://schemas.openxmlformats.org/package/2006/content-types">
  <Default Extension="wav" ContentType="audio/wav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slideMasters/slideMaster75.xml" ContentType="application/vnd.openxmlformats-officedocument.presentationml.slideMaster+xml"/>
  <Override PartName="/ppt/slides/slide75.xml" ContentType="application/vnd.openxmlformats-officedocument.presentationml.slide+xml"/>
  <Override PartName="/ppt/slideMasters/slideMaster76.xml" ContentType="application/vnd.openxmlformats-officedocument.presentationml.slideMaster+xml"/>
  <Override PartName="/ppt/slides/slide76.xml" ContentType="application/vnd.openxmlformats-officedocument.presentationml.slide+xml"/>
  <Override PartName="/ppt/slideMasters/slideMaster77.xml" ContentType="application/vnd.openxmlformats-officedocument.presentationml.slideMaster+xml"/>
  <Override PartName="/ppt/slides/slide77.xml" ContentType="application/vnd.openxmlformats-officedocument.presentationml.slide+xml"/>
  <Override PartName="/ppt/slideMasters/slideMaster78.xml" ContentType="application/vnd.openxmlformats-officedocument.presentationml.slideMaster+xml"/>
  <Override PartName="/ppt/slides/slide78.xml" ContentType="application/vnd.openxmlformats-officedocument.presentationml.slide+xml"/>
  <Override PartName="/ppt/slideMasters/slideMaster79.xml" ContentType="application/vnd.openxmlformats-officedocument.presentationml.slideMaster+xml"/>
  <Override PartName="/ppt/slides/slide79.xml" ContentType="application/vnd.openxmlformats-officedocument.presentationml.slide+xml"/>
  <Override PartName="/ppt/slideMasters/slideMaster80.xml" ContentType="application/vnd.openxmlformats-officedocument.presentationml.slideMaster+xml"/>
  <Override PartName="/ppt/slides/slide80.xml" ContentType="application/vnd.openxmlformats-officedocument.presentationml.slide+xml"/>
  <Override PartName="/ppt/slideMasters/slideMaster81.xml" ContentType="application/vnd.openxmlformats-officedocument.presentationml.slideMaster+xml"/>
  <Override PartName="/ppt/slides/slide81.xml" ContentType="application/vnd.openxmlformats-officedocument.presentationml.slide+xml"/>
  <Override PartName="/ppt/slideMasters/slideMaster82.xml" ContentType="application/vnd.openxmlformats-officedocument.presentationml.slideMaster+xml"/>
  <Override PartName="/ppt/slides/slide82.xml" ContentType="application/vnd.openxmlformats-officedocument.presentationml.slide+xml"/>
  <Override PartName="/ppt/slideMasters/slideMaster83.xml" ContentType="application/vnd.openxmlformats-officedocument.presentationml.slideMaster+xml"/>
  <Override PartName="/ppt/slides/slide83.xml" ContentType="application/vnd.openxmlformats-officedocument.presentationml.slide+xml"/>
  <Override PartName="/ppt/slideMasters/slideMaster84.xml" ContentType="application/vnd.openxmlformats-officedocument.presentationml.slideMaster+xml"/>
  <Override PartName="/ppt/slides/slide84.xml" ContentType="application/vnd.openxmlformats-officedocument.presentationml.slide+xml"/>
  <Override PartName="/ppt/slideMasters/slideMaster85.xml" ContentType="application/vnd.openxmlformats-officedocument.presentationml.slideMaster+xml"/>
  <Override PartName="/ppt/slides/slide85.xml" ContentType="application/vnd.openxmlformats-officedocument.presentationml.slide+xml"/>
  <Override PartName="/ppt/slideMasters/slideMaster86.xml" ContentType="application/vnd.openxmlformats-officedocument.presentationml.slideMaster+xml"/>
  <Override PartName="/ppt/slides/slide86.xml" ContentType="application/vnd.openxmlformats-officedocument.presentationml.slide+xml"/>
  <Override PartName="/ppt/slideMasters/slideMaster87.xml" ContentType="application/vnd.openxmlformats-officedocument.presentationml.slideMaster+xml"/>
  <Override PartName="/ppt/slides/slide87.xml" ContentType="application/vnd.openxmlformats-officedocument.presentationml.slide+xml"/>
  <Override PartName="/ppt/slideMasters/slideMaster88.xml" ContentType="application/vnd.openxmlformats-officedocument.presentationml.slideMaster+xml"/>
  <Override PartName="/ppt/slides/slide88.xml" ContentType="application/vnd.openxmlformats-officedocument.presentationml.slide+xml"/>
  <Override PartName="/ppt/slideMasters/slideMaster89.xml" ContentType="application/vnd.openxmlformats-officedocument.presentationml.slideMaster+xml"/>
  <Override PartName="/ppt/slides/slide89.xml" ContentType="application/vnd.openxmlformats-officedocument.presentationml.slide+xml"/>
  <Override PartName="/ppt/slideMasters/slideMaster90.xml" ContentType="application/vnd.openxmlformats-officedocument.presentationml.slideMaster+xml"/>
  <Override PartName="/ppt/slides/slide90.xml" ContentType="application/vnd.openxmlformats-officedocument.presentationml.slide+xml"/>
  <Override PartName="/ppt/slideMasters/slideMaster91.xml" ContentType="application/vnd.openxmlformats-officedocument.presentationml.slideMaster+xml"/>
  <Override PartName="/ppt/slides/slide91.xml" ContentType="application/vnd.openxmlformats-officedocument.presentationml.slide+xml"/>
  <Override PartName="/ppt/slideMasters/slideMaster92.xml" ContentType="application/vnd.openxmlformats-officedocument.presentationml.slideMaster+xml"/>
  <Override PartName="/ppt/slides/slide92.xml" ContentType="application/vnd.openxmlformats-officedocument.presentationml.slide+xml"/>
  <Override PartName="/ppt/slideMasters/slideMaster93.xml" ContentType="application/vnd.openxmlformats-officedocument.presentationml.slideMaster+xml"/>
  <Override PartName="/ppt/slides/slide93.xml" ContentType="application/vnd.openxmlformats-officedocument.presentationml.slide+xml"/>
  <Override PartName="/ppt/slideMasters/slideMaster94.xml" ContentType="application/vnd.openxmlformats-officedocument.presentationml.slideMaster+xml"/>
  <Override PartName="/ppt/slides/slide94.xml" ContentType="application/vnd.openxmlformats-officedocument.presentationml.slide+xml"/>
  <Override PartName="/ppt/slideMasters/slideMaster95.xml" ContentType="application/vnd.openxmlformats-officedocument.presentationml.slideMaster+xml"/>
  <Override PartName="/ppt/slides/slide95.xml" ContentType="application/vnd.openxmlformats-officedocument.presentationml.slide+xml"/>
  <Override PartName="/ppt/slideMasters/slideMaster96.xml" ContentType="application/vnd.openxmlformats-officedocument.presentationml.slideMaster+xml"/>
  <Override PartName="/ppt/slides/slide96.xml" ContentType="application/vnd.openxmlformats-officedocument.presentationml.slide+xml"/>
  <Override PartName="/ppt/slideMasters/slideMaster97.xml" ContentType="application/vnd.openxmlformats-officedocument.presentationml.slideMaster+xml"/>
  <Override PartName="/ppt/slides/slide97.xml" ContentType="application/vnd.openxmlformats-officedocument.presentationml.slide+xml"/>
  <Override PartName="/ppt/slideMasters/slideMaster98.xml" ContentType="application/vnd.openxmlformats-officedocument.presentationml.slideMaster+xml"/>
  <Override PartName="/ppt/slides/slide98.xml" ContentType="application/vnd.openxmlformats-officedocument.presentationml.slide+xml"/>
  <Override PartName="/ppt/slideMasters/slideMaster99.xml" ContentType="application/vnd.openxmlformats-officedocument.presentationml.slideMaster+xml"/>
  <Override PartName="/ppt/slides/slide99.xml" ContentType="application/vnd.openxmlformats-officedocument.presentationml.slide+xml"/>
  <Override PartName="/ppt/slideMasters/slideMaster100.xml" ContentType="application/vnd.openxmlformats-officedocument.presentationml.slideMaster+xml"/>
  <Override PartName="/ppt/slides/slide100.xml" ContentType="application/vnd.openxmlformats-officedocument.presentationml.slide+xml"/>
  <Override PartName="/ppt/slideMasters/slideMaster101.xml" ContentType="application/vnd.openxmlformats-officedocument.presentationml.slideMaster+xml"/>
  <Override PartName="/ppt/slides/slide101.xml" ContentType="application/vnd.openxmlformats-officedocument.presentationml.slide+xml"/>
  <Override PartName="/ppt/slideMasters/slideMaster102.xml" ContentType="application/vnd.openxmlformats-officedocument.presentationml.slideMaster+xml"/>
  <Override PartName="/ppt/slides/slide102.xml" ContentType="application/vnd.openxmlformats-officedocument.presentationml.slide+xml"/>
  <Override PartName="/ppt/slideMasters/slideMaster103.xml" ContentType="application/vnd.openxmlformats-officedocument.presentationml.slideMaster+xml"/>
  <Override PartName="/ppt/slides/slide103.xml" ContentType="application/vnd.openxmlformats-officedocument.presentationml.slide+xml"/>
  <Override PartName="/ppt/slideMasters/slideMaster104.xml" ContentType="application/vnd.openxmlformats-officedocument.presentationml.slideMaster+xml"/>
  <Override PartName="/ppt/slides/slide104.xml" ContentType="application/vnd.openxmlformats-officedocument.presentationml.slide+xml"/>
  <Override PartName="/ppt/slideMasters/slideMaster105.xml" ContentType="application/vnd.openxmlformats-officedocument.presentationml.slideMaster+xml"/>
  <Override PartName="/ppt/slides/slide105.xml" ContentType="application/vnd.openxmlformats-officedocument.presentationml.slide+xml"/>
  <Override PartName="/ppt/slideMasters/slideMaster106.xml" ContentType="application/vnd.openxmlformats-officedocument.presentationml.slideMaster+xml"/>
  <Override PartName="/ppt/slides/slide106.xml" ContentType="application/vnd.openxmlformats-officedocument.presentationml.slide+xml"/>
  <Override PartName="/ppt/slideMasters/slideMaster107.xml" ContentType="application/vnd.openxmlformats-officedocument.presentationml.slideMaster+xml"/>
  <Override PartName="/ppt/slides/slide107.xml" ContentType="application/vnd.openxmlformats-officedocument.presentationml.slide+xml"/>
  <Override PartName="/ppt/slideMasters/slideMaster108.xml" ContentType="application/vnd.openxmlformats-officedocument.presentationml.slideMaster+xml"/>
  <Override PartName="/ppt/slides/slide108.xml" ContentType="application/vnd.openxmlformats-officedocument.presentationml.slide+xml"/>
  <Override PartName="/ppt/slideMasters/slideMaster109.xml" ContentType="application/vnd.openxmlformats-officedocument.presentationml.slideMaster+xml"/>
  <Override PartName="/ppt/slides/slide109.xml" ContentType="application/vnd.openxmlformats-officedocument.presentationml.slide+xml"/>
  <Override PartName="/ppt/slideMasters/slideMaster110.xml" ContentType="application/vnd.openxmlformats-officedocument.presentationml.slideMaster+xml"/>
  <Override PartName="/ppt/slides/slide110.xml" ContentType="application/vnd.openxmlformats-officedocument.presentationml.slide+xml"/>
  <Override PartName="/ppt/slideMasters/slideMaster111.xml" ContentType="application/vnd.openxmlformats-officedocument.presentationml.slideMaster+xml"/>
  <Override PartName="/ppt/slides/slide111.xml" ContentType="application/vnd.openxmlformats-officedocument.presentationml.slide+xml"/>
  <Override PartName="/ppt/slideMasters/slideMaster112.xml" ContentType="application/vnd.openxmlformats-officedocument.presentationml.slideMaster+xml"/>
  <Override PartName="/ppt/slides/slide112.xml" ContentType="application/vnd.openxmlformats-officedocument.presentationml.slide+xml"/>
  <Override PartName="/ppt/slideMasters/slideMaster113.xml" ContentType="application/vnd.openxmlformats-officedocument.presentationml.slideMaster+xml"/>
  <Override PartName="/ppt/slides/slide113.xml" ContentType="application/vnd.openxmlformats-officedocument.presentationml.slide+xml"/>
  <Override PartName="/ppt/slideMasters/slideMaster114.xml" ContentType="application/vnd.openxmlformats-officedocument.presentationml.slideMaster+xml"/>
  <Override PartName="/ppt/slides/slide114.xml" ContentType="application/vnd.openxmlformats-officedocument.presentationml.slide+xml"/>
  <Override PartName="/ppt/slideMasters/slideMaster115.xml" ContentType="application/vnd.openxmlformats-officedocument.presentationml.slideMaster+xml"/>
  <Override PartName="/ppt/slides/slide115.xml" ContentType="application/vnd.openxmlformats-officedocument.presentationml.slide+xml"/>
  <Override PartName="/ppt/slideMasters/slideMaster116.xml" ContentType="application/vnd.openxmlformats-officedocument.presentationml.slideMaster+xml"/>
  <Override PartName="/ppt/slides/slide116.xml" ContentType="application/vnd.openxmlformats-officedocument.presentationml.slide+xml"/>
  <Override PartName="/ppt/slideMasters/slideMaster117.xml" ContentType="application/vnd.openxmlformats-officedocument.presentationml.slideMaster+xml"/>
  <Override PartName="/ppt/slides/slide117.xml" ContentType="application/vnd.openxmlformats-officedocument.presentationml.slide+xml"/>
  <Override PartName="/ppt/slideMasters/slideMaster118.xml" ContentType="application/vnd.openxmlformats-officedocument.presentationml.slideMaster+xml"/>
  <Override PartName="/ppt/slides/slide118.xml" ContentType="application/vnd.openxmlformats-officedocument.presentationml.slide+xml"/>
  <Override PartName="/ppt/slideMasters/slideMaster119.xml" ContentType="application/vnd.openxmlformats-officedocument.presentationml.slideMaster+xml"/>
  <Override PartName="/ppt/slides/slide119.xml" ContentType="application/vnd.openxmlformats-officedocument.presentationml.slide+xml"/>
  <Override PartName="/ppt/slideMasters/slideMaster120.xml" ContentType="application/vnd.openxmlformats-officedocument.presentationml.slideMaster+xml"/>
  <Override PartName="/ppt/slides/slide120.xml" ContentType="application/vnd.openxmlformats-officedocument.presentationml.slide+xml"/>
  <Override PartName="/ppt/slideMasters/slideMaster121.xml" ContentType="application/vnd.openxmlformats-officedocument.presentationml.slideMaster+xml"/>
  <Override PartName="/ppt/slides/slide121.xml" ContentType="application/vnd.openxmlformats-officedocument.presentationml.slide+xml"/>
  <Override PartName="/ppt/slideMasters/slideMaster122.xml" ContentType="application/vnd.openxmlformats-officedocument.presentationml.slideMaster+xml"/>
  <Override PartName="/ppt/slides/slide122.xml" ContentType="application/vnd.openxmlformats-officedocument.presentationml.slide+xml"/>
  <Override PartName="/ppt/slideMasters/slideMaster123.xml" ContentType="application/vnd.openxmlformats-officedocument.presentationml.slideMaster+xml"/>
  <Override PartName="/ppt/slides/slide123.xml" ContentType="application/vnd.openxmlformats-officedocument.presentationml.slide+xml"/>
  <Override PartName="/ppt/slideMasters/slideMaster124.xml" ContentType="application/vnd.openxmlformats-officedocument.presentationml.slideMaster+xml"/>
  <Override PartName="/ppt/slides/slide124.xml" ContentType="application/vnd.openxmlformats-officedocument.presentationml.slide+xml"/>
  <Override PartName="/ppt/slideMasters/slideMaster125.xml" ContentType="application/vnd.openxmlformats-officedocument.presentationml.slideMaster+xml"/>
  <Override PartName="/ppt/slides/slide125.xml" ContentType="application/vnd.openxmlformats-officedocument.presentationml.slide+xml"/>
  <Override PartName="/ppt/slideMasters/slideMaster126.xml" ContentType="application/vnd.openxmlformats-officedocument.presentationml.slideMaster+xml"/>
  <Override PartName="/ppt/slides/slide126.xml" ContentType="application/vnd.openxmlformats-officedocument.presentationml.slide+xml"/>
  <Override PartName="/ppt/slideMasters/slideMaster127.xml" ContentType="application/vnd.openxmlformats-officedocument.presentationml.slideMaster+xml"/>
  <Override PartName="/ppt/slides/slide127.xml" ContentType="application/vnd.openxmlformats-officedocument.presentationml.slide+xml"/>
  <Override PartName="/ppt/slideMasters/slideMaster128.xml" ContentType="application/vnd.openxmlformats-officedocument.presentationml.slideMaster+xml"/>
  <Override PartName="/ppt/slides/slide128.xml" ContentType="application/vnd.openxmlformats-officedocument.presentationml.slide+xml"/>
  <Override PartName="/ppt/slideMasters/slideMaster129.xml" ContentType="application/vnd.openxmlformats-officedocument.presentationml.slideMaster+xml"/>
  <Override PartName="/ppt/slides/slide129.xml" ContentType="application/vnd.openxmlformats-officedocument.presentationml.slide+xml"/>
  <Override PartName="/ppt/slideMasters/slideMaster130.xml" ContentType="application/vnd.openxmlformats-officedocument.presentationml.slideMaster+xml"/>
  <Override PartName="/ppt/slides/slide130.xml" ContentType="application/vnd.openxmlformats-officedocument.presentationml.slide+xml"/>
  <Override PartName="/ppt/slideMasters/slideMaster131.xml" ContentType="application/vnd.openxmlformats-officedocument.presentationml.slideMaster+xml"/>
  <Override PartName="/ppt/slides/slide131.xml" ContentType="application/vnd.openxmlformats-officedocument.presentationml.slide+xml"/>
  <Override PartName="/ppt/slideMasters/slideMaster132.xml" ContentType="application/vnd.openxmlformats-officedocument.presentationml.slideMaster+xml"/>
  <Override PartName="/ppt/slides/slide132.xml" ContentType="application/vnd.openxmlformats-officedocument.presentationml.slide+xml"/>
  <Override PartName="/ppt/slideMasters/slideMaster133.xml" ContentType="application/vnd.openxmlformats-officedocument.presentationml.slideMaster+xml"/>
  <Override PartName="/ppt/slides/slide133.xml" ContentType="application/vnd.openxmlformats-officedocument.presentationml.slide+xml"/>
  <Override PartName="/ppt/slideMasters/slideMaster134.xml" ContentType="application/vnd.openxmlformats-officedocument.presentationml.slideMaster+xml"/>
  <Override PartName="/ppt/slides/slide134.xml" ContentType="application/vnd.openxmlformats-officedocument.presentationml.slide+xml"/>
  <Override PartName="/ppt/slideMasters/slideMaster135.xml" ContentType="application/vnd.openxmlformats-officedocument.presentationml.slideMaster+xml"/>
  <Override PartName="/ppt/slides/slide135.xml" ContentType="application/vnd.openxmlformats-officedocument.presentationml.slide+xml"/>
  <Override PartName="/ppt/slideMasters/slideMaster136.xml" ContentType="application/vnd.openxmlformats-officedocument.presentationml.slideMaster+xml"/>
  <Override PartName="/ppt/slides/slide136.xml" ContentType="application/vnd.openxmlformats-officedocument.presentationml.slide+xml"/>
  <Override PartName="/ppt/slideMasters/slideMaster137.xml" ContentType="application/vnd.openxmlformats-officedocument.presentationml.slideMaster+xml"/>
  <Override PartName="/ppt/slides/slide137.xml" ContentType="application/vnd.openxmlformats-officedocument.presentationml.slide+xml"/>
  <Override PartName="/ppt/slideMasters/slideMaster138.xml" ContentType="application/vnd.openxmlformats-officedocument.presentationml.slideMaster+xml"/>
  <Override PartName="/ppt/slides/slide138.xml" ContentType="application/vnd.openxmlformats-officedocument.presentationml.slide+xml"/>
  <Override PartName="/ppt/slideMasters/slideMaster139.xml" ContentType="application/vnd.openxmlformats-officedocument.presentationml.slideMaster+xml"/>
  <Override PartName="/ppt/slides/slide139.xml" ContentType="application/vnd.openxmlformats-officedocument.presentationml.slide+xml"/>
  <Override PartName="/ppt/slideMasters/slideMaster140.xml" ContentType="application/vnd.openxmlformats-officedocument.presentationml.slideMaster+xml"/>
  <Override PartName="/ppt/slides/slide140.xml" ContentType="application/vnd.openxmlformats-officedocument.presentationml.slide+xml"/>
  <Override PartName="/ppt/slideMasters/slideMaster141.xml" ContentType="application/vnd.openxmlformats-officedocument.presentationml.slideMaster+xml"/>
  <Override PartName="/ppt/slides/slide141.xml" ContentType="application/vnd.openxmlformats-officedocument.presentationml.slide+xml"/>
  <Override PartName="/ppt/slideMasters/slideMaster142.xml" ContentType="application/vnd.openxmlformats-officedocument.presentationml.slideMaster+xml"/>
  <Override PartName="/ppt/slides/slide142.xml" ContentType="application/vnd.openxmlformats-officedocument.presentationml.slide+xml"/>
  <Override PartName="/ppt/slideMasters/slideMaster143.xml" ContentType="application/vnd.openxmlformats-officedocument.presentationml.slideMaster+xml"/>
  <Override PartName="/ppt/slides/slide143.xml" ContentType="application/vnd.openxmlformats-officedocument.presentationml.slide+xml"/>
  <Override PartName="/ppt/slideMasters/slideMaster144.xml" ContentType="application/vnd.openxmlformats-officedocument.presentationml.slideMaster+xml"/>
  <Override PartName="/ppt/slides/slide144.xml" ContentType="application/vnd.openxmlformats-officedocument.presentationml.slide+xml"/>
  <Override PartName="/ppt/slideMasters/slideMaster145.xml" ContentType="application/vnd.openxmlformats-officedocument.presentationml.slideMaster+xml"/>
  <Override PartName="/ppt/slides/slide145.xml" ContentType="application/vnd.openxmlformats-officedocument.presentationml.slide+xml"/>
  <Override PartName="/ppt/slideMasters/slideMaster146.xml" ContentType="application/vnd.openxmlformats-officedocument.presentationml.slideMaster+xml"/>
  <Override PartName="/ppt/slides/slide146.xml" ContentType="application/vnd.openxmlformats-officedocument.presentationml.slide+xml"/>
  <Override PartName="/ppt/slideMasters/slideMaster147.xml" ContentType="application/vnd.openxmlformats-officedocument.presentationml.slideMaster+xml"/>
  <Override PartName="/ppt/slides/slide147.xml" ContentType="application/vnd.openxmlformats-officedocument.presentationml.slide+xml"/>
  <Override PartName="/ppt/slideMasters/slideMaster148.xml" ContentType="application/vnd.openxmlformats-officedocument.presentationml.slideMaster+xml"/>
  <Override PartName="/ppt/slides/slide148.xml" ContentType="application/vnd.openxmlformats-officedocument.presentationml.slide+xml"/>
  <Override PartName="/ppt/slideMasters/slideMaster149.xml" ContentType="application/vnd.openxmlformats-officedocument.presentationml.slideMaster+xml"/>
  <Override PartName="/ppt/slides/slide149.xml" ContentType="application/vnd.openxmlformats-officedocument.presentationml.slide+xml"/>
  <Override PartName="/ppt/slideMasters/slideMaster150.xml" ContentType="application/vnd.openxmlformats-officedocument.presentationml.slideMaster+xml"/>
  <Override PartName="/ppt/slides/slide150.xml" ContentType="application/vnd.openxmlformats-officedocument.presentationml.slide+xml"/>
  <Override PartName="/ppt/slideMasters/slideMaster151.xml" ContentType="application/vnd.openxmlformats-officedocument.presentationml.slideMaster+xml"/>
  <Override PartName="/ppt/slides/slide151.xml" ContentType="application/vnd.openxmlformats-officedocument.presentationml.slide+xml"/>
  <Override PartName="/ppt/slideMasters/slideMaster152.xml" ContentType="application/vnd.openxmlformats-officedocument.presentationml.slideMaster+xml"/>
  <Override PartName="/ppt/slides/slide152.xml" ContentType="application/vnd.openxmlformats-officedocument.presentationml.slide+xml"/>
  <Override PartName="/ppt/slideMasters/slideMaster153.xml" ContentType="application/vnd.openxmlformats-officedocument.presentationml.slideMaster+xml"/>
  <Override PartName="/ppt/slides/slide153.xml" ContentType="application/vnd.openxmlformats-officedocument.presentationml.slide+xml"/>
  <Override PartName="/ppt/slideMasters/slideMaster154.xml" ContentType="application/vnd.openxmlformats-officedocument.presentationml.slideMaster+xml"/>
  <Override PartName="/ppt/slides/slide154.xml" ContentType="application/vnd.openxmlformats-officedocument.presentationml.slide+xml"/>
  <Override PartName="/ppt/slideMasters/slideMaster155.xml" ContentType="application/vnd.openxmlformats-officedocument.presentationml.slideMaster+xml"/>
  <Override PartName="/ppt/slides/slide15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ppt/notesSlides/notesSlide112.xml" ContentType="application/vnd.openxmlformats-officedocument.presentationml.notesSlide+xml"/>
  <Override PartName="/ppt/notesSlides/notesSlide113.xml" ContentType="application/vnd.openxmlformats-officedocument.presentationml.notesSlide+xml"/>
  <Override PartName="/ppt/notesSlides/notesSlide114.xml" ContentType="application/vnd.openxmlformats-officedocument.presentationml.notesSlide+xml"/>
  <Override PartName="/ppt/notesSlides/notesSlide115.xml" ContentType="application/vnd.openxmlformats-officedocument.presentationml.notesSlide+xml"/>
  <Override PartName="/ppt/notesSlides/notesSlide116.xml" ContentType="application/vnd.openxmlformats-officedocument.presentationml.notesSlide+xml"/>
  <Override PartName="/ppt/notesSlides/notesSlide117.xml" ContentType="application/vnd.openxmlformats-officedocument.presentationml.notesSlide+xml"/>
  <Override PartName="/ppt/notesSlides/notesSlide118.xml" ContentType="application/vnd.openxmlformats-officedocument.presentationml.notesSlide+xml"/>
  <Override PartName="/ppt/notesSlides/notesSlide119.xml" ContentType="application/vnd.openxmlformats-officedocument.presentationml.notesSlide+xml"/>
  <Override PartName="/ppt/notesSlides/notesSlide120.xml" ContentType="application/vnd.openxmlformats-officedocument.presentationml.notesSlide+xml"/>
  <Override PartName="/ppt/notesSlides/notesSlide121.xml" ContentType="application/vnd.openxmlformats-officedocument.presentationml.notesSlide+xml"/>
  <Override PartName="/ppt/notesSlides/notesSlide122.xml" ContentType="application/vnd.openxmlformats-officedocument.presentationml.notesSlide+xml"/>
  <Override PartName="/ppt/notesSlides/notesSlide123.xml" ContentType="application/vnd.openxmlformats-officedocument.presentationml.notesSlide+xml"/>
  <Override PartName="/ppt/notesSlides/notesSlide124.xml" ContentType="application/vnd.openxmlformats-officedocument.presentationml.notesSlide+xml"/>
  <Override PartName="/ppt/notesSlides/notesSlide125.xml" ContentType="application/vnd.openxmlformats-officedocument.presentationml.notesSlide+xml"/>
  <Override PartName="/ppt/notesSlides/notesSlide126.xml" ContentType="application/vnd.openxmlformats-officedocument.presentationml.notesSlide+xml"/>
  <Override PartName="/ppt/notesSlides/notesSlide127.xml" ContentType="application/vnd.openxmlformats-officedocument.presentationml.notesSlide+xml"/>
  <Override PartName="/ppt/notesSlides/notesSlide128.xml" ContentType="application/vnd.openxmlformats-officedocument.presentationml.notesSlide+xml"/>
  <Override PartName="/ppt/notesSlides/notesSlide129.xml" ContentType="application/vnd.openxmlformats-officedocument.presentationml.notesSlide+xml"/>
  <Override PartName="/ppt/notesSlides/notesSlide130.xml" ContentType="application/vnd.openxmlformats-officedocument.presentationml.notesSlide+xml"/>
  <Override PartName="/ppt/notesSlides/notesSlide131.xml" ContentType="application/vnd.openxmlformats-officedocument.presentationml.notesSlide+xml"/>
  <Override PartName="/ppt/notesSlides/notesSlide132.xml" ContentType="application/vnd.openxmlformats-officedocument.presentationml.notesSlide+xml"/>
  <Override PartName="/ppt/notesSlides/notesSlide133.xml" ContentType="application/vnd.openxmlformats-officedocument.presentationml.notesSlide+xml"/>
  <Override PartName="/ppt/notesSlides/notesSlide134.xml" ContentType="application/vnd.openxmlformats-officedocument.presentationml.notesSlide+xml"/>
  <Override PartName="/ppt/notesSlides/notesSlide135.xml" ContentType="application/vnd.openxmlformats-officedocument.presentationml.notesSlide+xml"/>
  <Override PartName="/ppt/notesSlides/notesSlide136.xml" ContentType="application/vnd.openxmlformats-officedocument.presentationml.notesSlide+xml"/>
  <Override PartName="/ppt/notesSlides/notesSlide137.xml" ContentType="application/vnd.openxmlformats-officedocument.presentationml.notesSlide+xml"/>
  <Override PartName="/ppt/notesSlides/notesSlide138.xml" ContentType="application/vnd.openxmlformats-officedocument.presentationml.notesSlide+xml"/>
  <Override PartName="/ppt/notesSlides/notesSlide139.xml" ContentType="application/vnd.openxmlformats-officedocument.presentationml.notesSlide+xml"/>
  <Override PartName="/ppt/notesSlides/notesSlide140.xml" ContentType="application/vnd.openxmlformats-officedocument.presentationml.notesSlide+xml"/>
  <Override PartName="/ppt/notesSlides/notesSlide141.xml" ContentType="application/vnd.openxmlformats-officedocument.presentationml.notesSlide+xml"/>
  <Override PartName="/ppt/notesSlides/notesSlide142.xml" ContentType="application/vnd.openxmlformats-officedocument.presentationml.notesSlide+xml"/>
  <Override PartName="/ppt/notesSlides/notesSlide143.xml" ContentType="application/vnd.openxmlformats-officedocument.presentationml.notesSlide+xml"/>
  <Override PartName="/ppt/notesSlides/notesSlide144.xml" ContentType="application/vnd.openxmlformats-officedocument.presentationml.notesSlide+xml"/>
  <Override PartName="/ppt/notesSlides/notesSlide145.xml" ContentType="application/vnd.openxmlformats-officedocument.presentationml.notesSlide+xml"/>
  <Override PartName="/ppt/notesSlides/notesSlide146.xml" ContentType="application/vnd.openxmlformats-officedocument.presentationml.notesSlide+xml"/>
  <Override PartName="/ppt/notesSlides/notesSlide147.xml" ContentType="application/vnd.openxmlformats-officedocument.presentationml.notesSlide+xml"/>
  <Override PartName="/ppt/notesSlides/notesSlide148.xml" ContentType="application/vnd.openxmlformats-officedocument.presentationml.notesSlide+xml"/>
  <Override PartName="/ppt/notesSlides/notesSlide149.xml" ContentType="application/vnd.openxmlformats-officedocument.presentationml.notesSlide+xml"/>
  <Override PartName="/ppt/notesSlides/notesSlide150.xml" ContentType="application/vnd.openxmlformats-officedocument.presentationml.notesSlide+xml"/>
  <Override PartName="/ppt/notesSlides/notesSlide151.xml" ContentType="application/vnd.openxmlformats-officedocument.presentationml.notesSlide+xml"/>
  <Override PartName="/ppt/notesSlides/notesSlide152.xml" ContentType="application/vnd.openxmlformats-officedocument.presentationml.notesSlide+xml"/>
  <Override PartName="/ppt/notesSlides/notesSlide153.xml" ContentType="application/vnd.openxmlformats-officedocument.presentationml.notesSlide+xml"/>
  <Override PartName="/ppt/notesSlides/notesSlide154.xml" ContentType="application/vnd.openxmlformats-officedocument.presentationml.notesSlide+xml"/>
  <Override PartName="/ppt/notesSlides/notesSlide15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  <p:sldId id="349" r:id="rId95"/>
    <p:sldId id="350" r:id="rId96"/>
    <p:sldId id="351" r:id="rId97"/>
    <p:sldId id="352" r:id="rId98"/>
    <p:sldId id="353" r:id="rId99"/>
    <p:sldId id="354" r:id="rId100"/>
    <p:sldId id="355" r:id="rId101"/>
    <p:sldId id="356" r:id="rId102"/>
    <p:sldId id="357" r:id="rId103"/>
    <p:sldId id="358" r:id="rId104"/>
    <p:sldId id="359" r:id="rId105"/>
    <p:sldId id="360" r:id="rId106"/>
    <p:sldId id="361" r:id="rId107"/>
    <p:sldId id="362" r:id="rId108"/>
    <p:sldId id="363" r:id="rId109"/>
    <p:sldId id="364" r:id="rId110"/>
    <p:sldId id="365" r:id="rId111"/>
    <p:sldId id="366" r:id="rId112"/>
    <p:sldId id="367" r:id="rId113"/>
    <p:sldId id="368" r:id="rId114"/>
    <p:sldId id="369" r:id="rId115"/>
    <p:sldId id="370" r:id="rId116"/>
    <p:sldId id="371" r:id="rId117"/>
    <p:sldId id="372" r:id="rId118"/>
    <p:sldId id="373" r:id="rId119"/>
    <p:sldId id="374" r:id="rId120"/>
    <p:sldId id="375" r:id="rId121"/>
    <p:sldId id="376" r:id="rId122"/>
    <p:sldId id="377" r:id="rId123"/>
    <p:sldId id="378" r:id="rId124"/>
    <p:sldId id="379" r:id="rId125"/>
    <p:sldId id="380" r:id="rId126"/>
    <p:sldId id="381" r:id="rId127"/>
    <p:sldId id="382" r:id="rId128"/>
    <p:sldId id="383" r:id="rId129"/>
    <p:sldId id="384" r:id="rId130"/>
    <p:sldId id="385" r:id="rId131"/>
    <p:sldId id="386" r:id="rId132"/>
    <p:sldId id="387" r:id="rId133"/>
    <p:sldId id="388" r:id="rId134"/>
    <p:sldId id="389" r:id="rId135"/>
    <p:sldId id="390" r:id="rId136"/>
    <p:sldId id="391" r:id="rId137"/>
    <p:sldId id="392" r:id="rId138"/>
    <p:sldId id="393" r:id="rId139"/>
    <p:sldId id="394" r:id="rId140"/>
    <p:sldId id="395" r:id="rId141"/>
    <p:sldId id="396" r:id="rId142"/>
    <p:sldId id="397" r:id="rId143"/>
    <p:sldId id="398" r:id="rId144"/>
    <p:sldId id="399" r:id="rId145"/>
    <p:sldId id="400" r:id="rId146"/>
    <p:sldId id="401" r:id="rId147"/>
    <p:sldId id="402" r:id="rId148"/>
    <p:sldId id="403" r:id="rId149"/>
    <p:sldId id="404" r:id="rId150"/>
    <p:sldId id="405" r:id="rId151"/>
    <p:sldId id="406" r:id="rId152"/>
    <p:sldId id="407" r:id="rId153"/>
    <p:sldId id="408" r:id="rId154"/>
    <p:sldId id="409" r:id="rId155"/>
    <p:sldId id="410" r:id="rId156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slide" Target="slides/slide79.xml"/><Relationship Id="rId81" Type="http://schemas.openxmlformats.org/officeDocument/2006/relationships/slide" Target="slides/slide80.xml"/><Relationship Id="rId82" Type="http://schemas.openxmlformats.org/officeDocument/2006/relationships/slide" Target="slides/slide81.xml"/><Relationship Id="rId83" Type="http://schemas.openxmlformats.org/officeDocument/2006/relationships/slide" Target="slides/slide82.xml"/><Relationship Id="rId84" Type="http://schemas.openxmlformats.org/officeDocument/2006/relationships/slide" Target="slides/slide83.xml"/><Relationship Id="rId85" Type="http://schemas.openxmlformats.org/officeDocument/2006/relationships/slide" Target="slides/slide84.xml"/><Relationship Id="rId86" Type="http://schemas.openxmlformats.org/officeDocument/2006/relationships/slide" Target="slides/slide85.xml"/><Relationship Id="rId87" Type="http://schemas.openxmlformats.org/officeDocument/2006/relationships/slide" Target="slides/slide86.xml"/><Relationship Id="rId88" Type="http://schemas.openxmlformats.org/officeDocument/2006/relationships/slide" Target="slides/slide87.xml"/><Relationship Id="rId89" Type="http://schemas.openxmlformats.org/officeDocument/2006/relationships/slide" Target="slides/slide88.xml"/><Relationship Id="rId90" Type="http://schemas.openxmlformats.org/officeDocument/2006/relationships/slide" Target="slides/slide89.xml"/><Relationship Id="rId91" Type="http://schemas.openxmlformats.org/officeDocument/2006/relationships/slide" Target="slides/slide90.xml"/><Relationship Id="rId92" Type="http://schemas.openxmlformats.org/officeDocument/2006/relationships/slide" Target="slides/slide91.xml"/><Relationship Id="rId93" Type="http://schemas.openxmlformats.org/officeDocument/2006/relationships/slide" Target="slides/slide92.xml"/><Relationship Id="rId94" Type="http://schemas.openxmlformats.org/officeDocument/2006/relationships/slide" Target="slides/slide93.xml"/><Relationship Id="rId95" Type="http://schemas.openxmlformats.org/officeDocument/2006/relationships/slide" Target="slides/slide94.xml"/><Relationship Id="rId96" Type="http://schemas.openxmlformats.org/officeDocument/2006/relationships/slide" Target="slides/slide95.xml"/><Relationship Id="rId97" Type="http://schemas.openxmlformats.org/officeDocument/2006/relationships/slide" Target="slides/slide96.xml"/><Relationship Id="rId98" Type="http://schemas.openxmlformats.org/officeDocument/2006/relationships/slide" Target="slides/slide97.xml"/><Relationship Id="rId99" Type="http://schemas.openxmlformats.org/officeDocument/2006/relationships/slide" Target="slides/slide98.xml"/><Relationship Id="rId100" Type="http://schemas.openxmlformats.org/officeDocument/2006/relationships/slide" Target="slides/slide99.xml"/><Relationship Id="rId101" Type="http://schemas.openxmlformats.org/officeDocument/2006/relationships/slide" Target="slides/slide100.xml"/><Relationship Id="rId102" Type="http://schemas.openxmlformats.org/officeDocument/2006/relationships/slide" Target="slides/slide101.xml"/><Relationship Id="rId103" Type="http://schemas.openxmlformats.org/officeDocument/2006/relationships/slide" Target="slides/slide102.xml"/><Relationship Id="rId104" Type="http://schemas.openxmlformats.org/officeDocument/2006/relationships/slide" Target="slides/slide103.xml"/><Relationship Id="rId105" Type="http://schemas.openxmlformats.org/officeDocument/2006/relationships/slide" Target="slides/slide104.xml"/><Relationship Id="rId106" Type="http://schemas.openxmlformats.org/officeDocument/2006/relationships/slide" Target="slides/slide105.xml"/><Relationship Id="rId107" Type="http://schemas.openxmlformats.org/officeDocument/2006/relationships/slide" Target="slides/slide106.xml"/><Relationship Id="rId108" Type="http://schemas.openxmlformats.org/officeDocument/2006/relationships/slide" Target="slides/slide107.xml"/><Relationship Id="rId109" Type="http://schemas.openxmlformats.org/officeDocument/2006/relationships/slide" Target="slides/slide108.xml"/><Relationship Id="rId110" Type="http://schemas.openxmlformats.org/officeDocument/2006/relationships/slide" Target="slides/slide109.xml"/><Relationship Id="rId111" Type="http://schemas.openxmlformats.org/officeDocument/2006/relationships/slide" Target="slides/slide110.xml"/><Relationship Id="rId112" Type="http://schemas.openxmlformats.org/officeDocument/2006/relationships/slide" Target="slides/slide111.xml"/><Relationship Id="rId113" Type="http://schemas.openxmlformats.org/officeDocument/2006/relationships/slide" Target="slides/slide112.xml"/><Relationship Id="rId114" Type="http://schemas.openxmlformats.org/officeDocument/2006/relationships/slide" Target="slides/slide113.xml"/><Relationship Id="rId115" Type="http://schemas.openxmlformats.org/officeDocument/2006/relationships/slide" Target="slides/slide114.xml"/><Relationship Id="rId116" Type="http://schemas.openxmlformats.org/officeDocument/2006/relationships/slide" Target="slides/slide115.xml"/><Relationship Id="rId117" Type="http://schemas.openxmlformats.org/officeDocument/2006/relationships/slide" Target="slides/slide116.xml"/><Relationship Id="rId118" Type="http://schemas.openxmlformats.org/officeDocument/2006/relationships/slide" Target="slides/slide117.xml"/><Relationship Id="rId119" Type="http://schemas.openxmlformats.org/officeDocument/2006/relationships/slide" Target="slides/slide118.xml"/><Relationship Id="rId120" Type="http://schemas.openxmlformats.org/officeDocument/2006/relationships/slide" Target="slides/slide119.xml"/><Relationship Id="rId121" Type="http://schemas.openxmlformats.org/officeDocument/2006/relationships/slide" Target="slides/slide120.xml"/><Relationship Id="rId122" Type="http://schemas.openxmlformats.org/officeDocument/2006/relationships/slide" Target="slides/slide121.xml"/><Relationship Id="rId123" Type="http://schemas.openxmlformats.org/officeDocument/2006/relationships/slide" Target="slides/slide122.xml"/><Relationship Id="rId124" Type="http://schemas.openxmlformats.org/officeDocument/2006/relationships/slide" Target="slides/slide123.xml"/><Relationship Id="rId125" Type="http://schemas.openxmlformats.org/officeDocument/2006/relationships/slide" Target="slides/slide124.xml"/><Relationship Id="rId126" Type="http://schemas.openxmlformats.org/officeDocument/2006/relationships/slide" Target="slides/slide125.xml"/><Relationship Id="rId127" Type="http://schemas.openxmlformats.org/officeDocument/2006/relationships/slide" Target="slides/slide126.xml"/><Relationship Id="rId128" Type="http://schemas.openxmlformats.org/officeDocument/2006/relationships/slide" Target="slides/slide127.xml"/><Relationship Id="rId129" Type="http://schemas.openxmlformats.org/officeDocument/2006/relationships/slide" Target="slides/slide128.xml"/><Relationship Id="rId130" Type="http://schemas.openxmlformats.org/officeDocument/2006/relationships/slide" Target="slides/slide129.xml"/><Relationship Id="rId131" Type="http://schemas.openxmlformats.org/officeDocument/2006/relationships/slide" Target="slides/slide130.xml"/><Relationship Id="rId132" Type="http://schemas.openxmlformats.org/officeDocument/2006/relationships/slide" Target="slides/slide131.xml"/><Relationship Id="rId133" Type="http://schemas.openxmlformats.org/officeDocument/2006/relationships/slide" Target="slides/slide132.xml"/><Relationship Id="rId134" Type="http://schemas.openxmlformats.org/officeDocument/2006/relationships/slide" Target="slides/slide133.xml"/><Relationship Id="rId135" Type="http://schemas.openxmlformats.org/officeDocument/2006/relationships/slide" Target="slides/slide134.xml"/><Relationship Id="rId136" Type="http://schemas.openxmlformats.org/officeDocument/2006/relationships/slide" Target="slides/slide135.xml"/><Relationship Id="rId137" Type="http://schemas.openxmlformats.org/officeDocument/2006/relationships/slide" Target="slides/slide136.xml"/><Relationship Id="rId138" Type="http://schemas.openxmlformats.org/officeDocument/2006/relationships/slide" Target="slides/slide137.xml"/><Relationship Id="rId139" Type="http://schemas.openxmlformats.org/officeDocument/2006/relationships/slide" Target="slides/slide138.xml"/><Relationship Id="rId140" Type="http://schemas.openxmlformats.org/officeDocument/2006/relationships/slide" Target="slides/slide139.xml"/><Relationship Id="rId141" Type="http://schemas.openxmlformats.org/officeDocument/2006/relationships/slide" Target="slides/slide140.xml"/><Relationship Id="rId142" Type="http://schemas.openxmlformats.org/officeDocument/2006/relationships/slide" Target="slides/slide141.xml"/><Relationship Id="rId143" Type="http://schemas.openxmlformats.org/officeDocument/2006/relationships/slide" Target="slides/slide142.xml"/><Relationship Id="rId144" Type="http://schemas.openxmlformats.org/officeDocument/2006/relationships/slide" Target="slides/slide143.xml"/><Relationship Id="rId145" Type="http://schemas.openxmlformats.org/officeDocument/2006/relationships/slide" Target="slides/slide144.xml"/><Relationship Id="rId146" Type="http://schemas.openxmlformats.org/officeDocument/2006/relationships/slide" Target="slides/slide145.xml"/><Relationship Id="rId147" Type="http://schemas.openxmlformats.org/officeDocument/2006/relationships/slide" Target="slides/slide146.xml"/><Relationship Id="rId148" Type="http://schemas.openxmlformats.org/officeDocument/2006/relationships/slide" Target="slides/slide147.xml"/><Relationship Id="rId149" Type="http://schemas.openxmlformats.org/officeDocument/2006/relationships/slide" Target="slides/slide148.xml"/><Relationship Id="rId150" Type="http://schemas.openxmlformats.org/officeDocument/2006/relationships/slide" Target="slides/slide149.xml"/><Relationship Id="rId151" Type="http://schemas.openxmlformats.org/officeDocument/2006/relationships/slide" Target="slides/slide150.xml"/><Relationship Id="rId152" Type="http://schemas.openxmlformats.org/officeDocument/2006/relationships/slide" Target="slides/slide151.xml"/><Relationship Id="rId153" Type="http://schemas.openxmlformats.org/officeDocument/2006/relationships/slide" Target="slides/slide152.xml"/><Relationship Id="rId154" Type="http://schemas.openxmlformats.org/officeDocument/2006/relationships/slide" Target="slides/slide153.xml"/><Relationship Id="rId155" Type="http://schemas.openxmlformats.org/officeDocument/2006/relationships/slide" Target="slides/slide154.xml"/><Relationship Id="rId156" Type="http://schemas.openxmlformats.org/officeDocument/2006/relationships/slide" Target="slides/slide155.xml"/><Relationship Id="rId157" Type="http://schemas.openxmlformats.org/officeDocument/2006/relationships/notesMaster" Target="notesMasters/notesMaster1.xml"/><Relationship Id="rId158" Type="http://schemas.openxmlformats.org/officeDocument/2006/relationships/presProps" Target="presProps.xml"/><Relationship Id="rId159" Type="http://schemas.openxmlformats.org/officeDocument/2006/relationships/viewProps" Target="viewProps.xml"/><Relationship Id="rId160" Type="http://schemas.openxmlformats.org/officeDocument/2006/relationships/theme" Target="theme/theme1.xml"/><Relationship Id="rId16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_rels/notesSlide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5.xml"/>
		</Relationships>
</file>

<file path=ppt/notesSlides/_rels/notesSlide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6.xml"/>
		</Relationships>
</file>

<file path=ppt/notesSlides/_rels/notesSlide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7.xml"/>
		</Relationships>
</file>

<file path=ppt/notesSlides/_rels/notesSlide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8.xml"/>
		</Relationships>
</file>

<file path=ppt/notesSlides/_rels/notesSlide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9.xml"/>
		</Relationships>
</file>

<file path=ppt/notesSlides/_rels/notesSlide8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0.xml"/>
		</Relationships>
</file>

<file path=ppt/notesSlides/_rels/notesSlide8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1.xml"/>
		</Relationships>
</file>

<file path=ppt/notesSlides/_rels/notesSlide8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2.xml"/>
		</Relationships>
</file>

<file path=ppt/notesSlides/_rels/notesSlide8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3.xml"/>
		</Relationships>
</file>

<file path=ppt/notesSlides/_rels/notesSlide8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4.xml"/>
		</Relationships>
</file>

<file path=ppt/notesSlides/_rels/notesSlide8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5.xml"/>
		</Relationships>
</file>

<file path=ppt/notesSlides/_rels/notesSlide8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6.xml"/>
		</Relationships>
</file>

<file path=ppt/notesSlides/_rels/notesSlide8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7.xml"/>
		</Relationships>
</file>

<file path=ppt/notesSlides/_rels/notesSlide8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8.xml"/>
		</Relationships>
</file>

<file path=ppt/notesSlides/_rels/notesSlide8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9.xml"/>
		</Relationships>
</file>

<file path=ppt/notesSlides/_rels/notesSlide9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0.xml"/>
		</Relationships>
</file>

<file path=ppt/notesSlides/_rels/notesSlide9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1.xml"/>
		</Relationships>
</file>

<file path=ppt/notesSlides/_rels/notesSlide9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2.xml"/>
		</Relationships>
</file>

<file path=ppt/notesSlides/_rels/notesSlide9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3.xml"/>
		</Relationships>
</file>

<file path=ppt/notesSlides/_rels/notesSlide9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4.xml"/>
		</Relationships>
</file>

<file path=ppt/notesSlides/_rels/notesSlide9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5.xml"/>
		</Relationships>
</file>

<file path=ppt/notesSlides/_rels/notesSlide9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6.xml"/>
		</Relationships>
</file>

<file path=ppt/notesSlides/_rels/notesSlide9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7.xml"/>
		</Relationships>
</file>

<file path=ppt/notesSlides/_rels/notesSlide9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8.xml"/>
		</Relationships>
</file>

<file path=ppt/notesSlides/_rels/notesSlide9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9.xml"/>
		</Relationships>
</file>

<file path=ppt/notesSlides/_rels/notesSlide10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0.xml"/>
		</Relationships>
</file>

<file path=ppt/notesSlides/_rels/notesSlide10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1.xml"/>
		</Relationships>
</file>

<file path=ppt/notesSlides/_rels/notesSlide10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2.xml"/>
		</Relationships>
</file>

<file path=ppt/notesSlides/_rels/notesSlide10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3.xml"/>
		</Relationships>
</file>

<file path=ppt/notesSlides/_rels/notesSlide10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4.xml"/>
		</Relationships>
</file>

<file path=ppt/notesSlides/_rels/notesSlide10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5.xml"/>
		</Relationships>
</file>

<file path=ppt/notesSlides/_rels/notesSlide10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6.xml"/>
		</Relationships>
</file>

<file path=ppt/notesSlides/_rels/notesSlide10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7.xml"/>
		</Relationships>
</file>

<file path=ppt/notesSlides/_rels/notesSlide10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8.xml"/>
		</Relationships>
</file>

<file path=ppt/notesSlides/_rels/notesSlide10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9.xml"/>
		</Relationships>
</file>

<file path=ppt/notesSlides/_rels/notesSlide1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0.xml"/>
		</Relationships>
</file>

<file path=ppt/notesSlides/_rels/notesSlide1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1.xml"/>
		</Relationships>
</file>

<file path=ppt/notesSlides/_rels/notesSlide1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2.xml"/>
		</Relationships>
</file>

<file path=ppt/notesSlides/_rels/notesSlide1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3.xml"/>
		</Relationships>
</file>

<file path=ppt/notesSlides/_rels/notesSlide1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4.xml"/>
		</Relationships>
</file>

<file path=ppt/notesSlides/_rels/notesSlide1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5.xml"/>
		</Relationships>
</file>

<file path=ppt/notesSlides/_rels/notesSlide1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6.xml"/>
		</Relationships>
</file>

<file path=ppt/notesSlides/_rels/notesSlide1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7.xml"/>
		</Relationships>
</file>

<file path=ppt/notesSlides/_rels/notesSlide1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8.xml"/>
		</Relationships>
</file>

<file path=ppt/notesSlides/_rels/notesSlide1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9.xml"/>
		</Relationships>
</file>

<file path=ppt/notesSlides/_rels/notesSlide1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0.xml"/>
		</Relationships>
</file>

<file path=ppt/notesSlides/_rels/notesSlide1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1.xml"/>
		</Relationships>
</file>

<file path=ppt/notesSlides/_rels/notesSlide1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2.xml"/>
		</Relationships>
</file>

<file path=ppt/notesSlides/_rels/notesSlide1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3.xml"/>
		</Relationships>
</file>

<file path=ppt/notesSlides/_rels/notesSlide1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4.xml"/>
		</Relationships>
</file>

<file path=ppt/notesSlides/_rels/notesSlide1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5.xml"/>
		</Relationships>
</file>

<file path=ppt/notesSlides/_rels/notesSlide1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6.xml"/>
		</Relationships>
</file>

<file path=ppt/notesSlides/_rels/notesSlide1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7.xml"/>
		</Relationships>
</file>

<file path=ppt/notesSlides/_rels/notesSlide1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8.xml"/>
		</Relationships>
</file>

<file path=ppt/notesSlides/_rels/notesSlide1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9.xml"/>
		</Relationships>
</file>

<file path=ppt/notesSlides/_rels/notesSlide1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0.xml"/>
		</Relationships>
</file>

<file path=ppt/notesSlides/_rels/notesSlide1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1.xml"/>
		</Relationships>
</file>

<file path=ppt/notesSlides/_rels/notesSlide1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2.xml"/>
		</Relationships>
</file>

<file path=ppt/notesSlides/_rels/notesSlide1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3.xml"/>
		</Relationships>
</file>

<file path=ppt/notesSlides/_rels/notesSlide1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4.xml"/>
		</Relationships>
</file>

<file path=ppt/notesSlides/_rels/notesSlide1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5.xml"/>
		</Relationships>
</file>

<file path=ppt/notesSlides/_rels/notesSlide1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6.xml"/>
		</Relationships>
</file>

<file path=ppt/notesSlides/_rels/notesSlide1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7.xml"/>
		</Relationships>
</file>

<file path=ppt/notesSlides/_rels/notesSlide1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8.xml"/>
		</Relationships>
</file>

<file path=ppt/notesSlides/_rels/notesSlide1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9.xml"/>
		</Relationships>
</file>

<file path=ppt/notesSlides/_rels/notesSlide1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0.xml"/>
		</Relationships>
</file>

<file path=ppt/notesSlides/_rels/notesSlide1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1.xml"/>
		</Relationships>
</file>

<file path=ppt/notesSlides/_rels/notesSlide1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2.xml"/>
		</Relationships>
</file>

<file path=ppt/notesSlides/_rels/notesSlide1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3.xml"/>
		</Relationships>
</file>

<file path=ppt/notesSlides/_rels/notesSlide1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4.xml"/>
		</Relationships>
</file>

<file path=ppt/notesSlides/_rels/notesSlide1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5.xml"/>
		</Relationships>
</file>

<file path=ppt/notesSlides/_rels/notesSlide1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6.xml"/>
		</Relationships>
</file>

<file path=ppt/notesSlides/_rels/notesSlide1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7.xml"/>
		</Relationships>
</file>

<file path=ppt/notesSlides/_rels/notesSlide1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8.xml"/>
		</Relationships>
</file>

<file path=ppt/notesSlides/_rels/notesSlide1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9.xml"/>
		</Relationships>
</file>

<file path=ppt/notesSlides/_rels/notesSlide1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0.xml"/>
		</Relationships>
</file>

<file path=ppt/notesSlides/_rels/notesSlide1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1.xml"/>
		</Relationships>
</file>

<file path=ppt/notesSlides/_rels/notesSlide1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2.xml"/>
		</Relationships>
</file>

<file path=ppt/notesSlides/_rels/notesSlide1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3.xml"/>
		</Relationships>
</file>

<file path=ppt/notesSlides/_rels/notesSlide1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4.xml"/>
		</Relationships>
</file>

<file path=ppt/notesSlides/_rels/notesSlide1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3017520" y="1005840"/>
            <a:ext cx="3108960" cy="31089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13" name="L1 letter"/>
          <p:cNvSpPr txBox="1"/>
          <p:nvPr/>
        </p:nvSpPr>
        <p:spPr>
          <a:xfrm>
            <a:off x="3017520" y="1115568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13500" dirty="0"/>
          </a:p>
        </p:txBody>
      </p:sp>
      <p:sp>
        <p:nvSpPr>
          <p:cNvPr id="14" name="F1 dammah"/>
          <p:cNvSpPr txBox="1"/>
          <p:nvPr/>
        </p:nvSpPr>
        <p:spPr>
          <a:xfrm>
            <a:off x="3017520" y="1115568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نُ</a:t>
            </a:r>
            <a:endParaRPr lang="ar-SA" sz="135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نُأُ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نُبُ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نُتُ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نُثُ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نُجُ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نُحُ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نُخُ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نُدُ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نُذُ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نُرُ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نُزُ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نُسُ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نُشُ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نُصُ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نُضُ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نُطُ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نُظُ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نُعُ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نُغُ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نُفُ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نُقُ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نُكُ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نُلُ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نُمُ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6600" dirty="0"/>
          </a:p>
        </p:txBody>
      </p:sp>
      <p:sp>
        <p:nvSpPr>
          <p:cNvPr id="20" name="F1 damm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أُ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6600" dirty="0"/>
          </a:p>
        </p:txBody>
      </p:sp>
      <p:sp>
        <p:nvSpPr>
          <p:cNvPr id="22" name="F2 damm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نُ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600" dirty="0"/>
          </a:p>
        </p:txBody>
      </p:sp>
      <p:sp>
        <p:nvSpPr>
          <p:cNvPr id="24" name="F3 damm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بُ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أُنُبُ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600" dirty="0"/>
          </a:p>
        </p:txBody>
      </p:sp>
      <p:sp>
        <p:nvSpPr>
          <p:cNvPr id="20" name="F1 damm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بُ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6600" dirty="0"/>
          </a:p>
        </p:txBody>
      </p:sp>
      <p:sp>
        <p:nvSpPr>
          <p:cNvPr id="22" name="F2 damm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نُ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6600" dirty="0"/>
          </a:p>
        </p:txBody>
      </p:sp>
      <p:sp>
        <p:nvSpPr>
          <p:cNvPr id="24" name="F3 damm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بُنُتُ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6600" dirty="0"/>
          </a:p>
        </p:txBody>
      </p:sp>
      <p:sp>
        <p:nvSpPr>
          <p:cNvPr id="20" name="F1 damm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6600" dirty="0"/>
          </a:p>
        </p:txBody>
      </p:sp>
      <p:sp>
        <p:nvSpPr>
          <p:cNvPr id="22" name="F2 damm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نُ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6600" dirty="0"/>
          </a:p>
        </p:txBody>
      </p:sp>
      <p:sp>
        <p:nvSpPr>
          <p:cNvPr id="24" name="F3 damm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ثُ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تُنُثُ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6600" dirty="0"/>
          </a:p>
        </p:txBody>
      </p:sp>
      <p:sp>
        <p:nvSpPr>
          <p:cNvPr id="20" name="F1 damm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ثُ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6600" dirty="0"/>
          </a:p>
        </p:txBody>
      </p:sp>
      <p:sp>
        <p:nvSpPr>
          <p:cNvPr id="22" name="F2 damm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نُ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6600" dirty="0"/>
          </a:p>
        </p:txBody>
      </p:sp>
      <p:sp>
        <p:nvSpPr>
          <p:cNvPr id="24" name="F3 damm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جُ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ثُنُجُ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6600" dirty="0"/>
          </a:p>
        </p:txBody>
      </p:sp>
      <p:sp>
        <p:nvSpPr>
          <p:cNvPr id="20" name="F1 damm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جُ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6600" dirty="0"/>
          </a:p>
        </p:txBody>
      </p:sp>
      <p:sp>
        <p:nvSpPr>
          <p:cNvPr id="22" name="F2 damm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نُ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6600" dirty="0"/>
          </a:p>
        </p:txBody>
      </p:sp>
      <p:sp>
        <p:nvSpPr>
          <p:cNvPr id="24" name="F3 damm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حُ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جُنُحُ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6600" dirty="0"/>
          </a:p>
        </p:txBody>
      </p:sp>
      <p:sp>
        <p:nvSpPr>
          <p:cNvPr id="20" name="F1 damm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حُ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6600" dirty="0"/>
          </a:p>
        </p:txBody>
      </p:sp>
      <p:sp>
        <p:nvSpPr>
          <p:cNvPr id="22" name="F2 damm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نُ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6600" dirty="0"/>
          </a:p>
        </p:txBody>
      </p:sp>
      <p:sp>
        <p:nvSpPr>
          <p:cNvPr id="24" name="F3 damm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خُ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حُنُخُ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6600" dirty="0"/>
          </a:p>
        </p:txBody>
      </p:sp>
      <p:sp>
        <p:nvSpPr>
          <p:cNvPr id="20" name="F1 damm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خُ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6600" dirty="0"/>
          </a:p>
        </p:txBody>
      </p:sp>
      <p:sp>
        <p:nvSpPr>
          <p:cNvPr id="22" name="F2 damm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نُ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6600" dirty="0"/>
          </a:p>
        </p:txBody>
      </p:sp>
      <p:sp>
        <p:nvSpPr>
          <p:cNvPr id="24" name="F3 damm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دُ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خُنُدُ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6600" dirty="0"/>
          </a:p>
        </p:txBody>
      </p:sp>
      <p:sp>
        <p:nvSpPr>
          <p:cNvPr id="20" name="F1 damm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دُ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6600" dirty="0"/>
          </a:p>
        </p:txBody>
      </p:sp>
      <p:sp>
        <p:nvSpPr>
          <p:cNvPr id="22" name="F2 damm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نُ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6600" dirty="0"/>
          </a:p>
        </p:txBody>
      </p:sp>
      <p:sp>
        <p:nvSpPr>
          <p:cNvPr id="24" name="F3 damm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ذُ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دُنُذُ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6600" dirty="0"/>
          </a:p>
        </p:txBody>
      </p:sp>
      <p:sp>
        <p:nvSpPr>
          <p:cNvPr id="20" name="F1 damm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ذُ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6600" dirty="0"/>
          </a:p>
        </p:txBody>
      </p:sp>
      <p:sp>
        <p:nvSpPr>
          <p:cNvPr id="22" name="F2 damm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نُ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6600" dirty="0"/>
          </a:p>
        </p:txBody>
      </p:sp>
      <p:sp>
        <p:nvSpPr>
          <p:cNvPr id="24" name="F3 damm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رُ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ذُنُرُ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6600" dirty="0"/>
          </a:p>
        </p:txBody>
      </p:sp>
      <p:sp>
        <p:nvSpPr>
          <p:cNvPr id="20" name="F1 damm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رُ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6600" dirty="0"/>
          </a:p>
        </p:txBody>
      </p:sp>
      <p:sp>
        <p:nvSpPr>
          <p:cNvPr id="22" name="F2 damm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نُ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6600" dirty="0"/>
          </a:p>
        </p:txBody>
      </p:sp>
      <p:sp>
        <p:nvSpPr>
          <p:cNvPr id="24" name="F3 damm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زُ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رُنُزُ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6600" dirty="0"/>
          </a:p>
        </p:txBody>
      </p:sp>
      <p:sp>
        <p:nvSpPr>
          <p:cNvPr id="20" name="F1 damm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زُ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6600" dirty="0"/>
          </a:p>
        </p:txBody>
      </p:sp>
      <p:sp>
        <p:nvSpPr>
          <p:cNvPr id="22" name="F2 damm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نُ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6600" dirty="0"/>
          </a:p>
        </p:txBody>
      </p:sp>
      <p:sp>
        <p:nvSpPr>
          <p:cNvPr id="24" name="F3 damm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سُ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زُنُسُ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6600" dirty="0"/>
          </a:p>
        </p:txBody>
      </p:sp>
      <p:sp>
        <p:nvSpPr>
          <p:cNvPr id="20" name="F1 damm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سُ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6600" dirty="0"/>
          </a:p>
        </p:txBody>
      </p:sp>
      <p:sp>
        <p:nvSpPr>
          <p:cNvPr id="22" name="F2 damm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نُ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6600" dirty="0"/>
          </a:p>
        </p:txBody>
      </p:sp>
      <p:sp>
        <p:nvSpPr>
          <p:cNvPr id="24" name="F3 damm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شُ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سُنُشُ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6600" dirty="0"/>
          </a:p>
        </p:txBody>
      </p:sp>
      <p:sp>
        <p:nvSpPr>
          <p:cNvPr id="20" name="F1 damm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شُ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6600" dirty="0"/>
          </a:p>
        </p:txBody>
      </p:sp>
      <p:sp>
        <p:nvSpPr>
          <p:cNvPr id="22" name="F2 damm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نُ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6600" dirty="0"/>
          </a:p>
        </p:txBody>
      </p:sp>
      <p:sp>
        <p:nvSpPr>
          <p:cNvPr id="24" name="F3 damm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صُ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شُنُصُ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6600" dirty="0"/>
          </a:p>
        </p:txBody>
      </p:sp>
      <p:sp>
        <p:nvSpPr>
          <p:cNvPr id="20" name="F1 damm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صُ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6600" dirty="0"/>
          </a:p>
        </p:txBody>
      </p:sp>
      <p:sp>
        <p:nvSpPr>
          <p:cNvPr id="22" name="F2 damm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نُ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6600" dirty="0"/>
          </a:p>
        </p:txBody>
      </p:sp>
      <p:sp>
        <p:nvSpPr>
          <p:cNvPr id="24" name="F3 damm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ضُ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صُنُضُ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6600" dirty="0"/>
          </a:p>
        </p:txBody>
      </p:sp>
      <p:sp>
        <p:nvSpPr>
          <p:cNvPr id="20" name="F1 damm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ضُ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6600" dirty="0"/>
          </a:p>
        </p:txBody>
      </p:sp>
      <p:sp>
        <p:nvSpPr>
          <p:cNvPr id="22" name="F2 damm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نُ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6600" dirty="0"/>
          </a:p>
        </p:txBody>
      </p:sp>
      <p:sp>
        <p:nvSpPr>
          <p:cNvPr id="24" name="F3 damm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طُ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ضُنُطُ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6600" dirty="0"/>
          </a:p>
        </p:txBody>
      </p:sp>
      <p:sp>
        <p:nvSpPr>
          <p:cNvPr id="20" name="F1 damm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طُ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6600" dirty="0"/>
          </a:p>
        </p:txBody>
      </p:sp>
      <p:sp>
        <p:nvSpPr>
          <p:cNvPr id="22" name="F2 damm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نُ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6600" dirty="0"/>
          </a:p>
        </p:txBody>
      </p:sp>
      <p:sp>
        <p:nvSpPr>
          <p:cNvPr id="24" name="F3 damm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ظُ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طُنُظُ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6600" dirty="0"/>
          </a:p>
        </p:txBody>
      </p:sp>
      <p:sp>
        <p:nvSpPr>
          <p:cNvPr id="20" name="F1 damm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ظُ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6600" dirty="0"/>
          </a:p>
        </p:txBody>
      </p:sp>
      <p:sp>
        <p:nvSpPr>
          <p:cNvPr id="22" name="F2 damm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نُ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6600" dirty="0"/>
          </a:p>
        </p:txBody>
      </p:sp>
      <p:sp>
        <p:nvSpPr>
          <p:cNvPr id="24" name="F3 damm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عُ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ظُنُعُ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6600" dirty="0"/>
          </a:p>
        </p:txBody>
      </p:sp>
      <p:sp>
        <p:nvSpPr>
          <p:cNvPr id="20" name="F1 damm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عُ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6600" dirty="0"/>
          </a:p>
        </p:txBody>
      </p:sp>
      <p:sp>
        <p:nvSpPr>
          <p:cNvPr id="22" name="F2 damm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نُ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6600" dirty="0"/>
          </a:p>
        </p:txBody>
      </p:sp>
      <p:sp>
        <p:nvSpPr>
          <p:cNvPr id="24" name="F3 damm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غُ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عُنُغُ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6600" dirty="0"/>
          </a:p>
        </p:txBody>
      </p:sp>
      <p:sp>
        <p:nvSpPr>
          <p:cNvPr id="20" name="F1 damm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غُ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6600" dirty="0"/>
          </a:p>
        </p:txBody>
      </p:sp>
      <p:sp>
        <p:nvSpPr>
          <p:cNvPr id="22" name="F2 damm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نُ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6600" dirty="0"/>
          </a:p>
        </p:txBody>
      </p:sp>
      <p:sp>
        <p:nvSpPr>
          <p:cNvPr id="24" name="F3 damm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فُ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غُنُفُ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6600" dirty="0"/>
          </a:p>
        </p:txBody>
      </p:sp>
      <p:sp>
        <p:nvSpPr>
          <p:cNvPr id="20" name="F1 damm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فُ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6600" dirty="0"/>
          </a:p>
        </p:txBody>
      </p:sp>
      <p:sp>
        <p:nvSpPr>
          <p:cNvPr id="22" name="F2 damm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نُ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6600" dirty="0"/>
          </a:p>
        </p:txBody>
      </p:sp>
      <p:sp>
        <p:nvSpPr>
          <p:cNvPr id="24" name="F3 damm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قُ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فُنُقُ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6600" dirty="0"/>
          </a:p>
        </p:txBody>
      </p:sp>
      <p:sp>
        <p:nvSpPr>
          <p:cNvPr id="20" name="F1 damm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قُ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6600" dirty="0"/>
          </a:p>
        </p:txBody>
      </p:sp>
      <p:sp>
        <p:nvSpPr>
          <p:cNvPr id="22" name="F2 damm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نُ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6600" dirty="0"/>
          </a:p>
        </p:txBody>
      </p:sp>
      <p:sp>
        <p:nvSpPr>
          <p:cNvPr id="24" name="F3 damm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كُ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قُنُكُ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6600" dirty="0"/>
          </a:p>
        </p:txBody>
      </p:sp>
      <p:sp>
        <p:nvSpPr>
          <p:cNvPr id="20" name="F1 damm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كُ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6600" dirty="0"/>
          </a:p>
        </p:txBody>
      </p:sp>
      <p:sp>
        <p:nvSpPr>
          <p:cNvPr id="22" name="F2 damm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نُ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6600" dirty="0"/>
          </a:p>
        </p:txBody>
      </p:sp>
      <p:sp>
        <p:nvSpPr>
          <p:cNvPr id="24" name="F3 damm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لُ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كُنُلُ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6600" dirty="0"/>
          </a:p>
        </p:txBody>
      </p:sp>
      <p:sp>
        <p:nvSpPr>
          <p:cNvPr id="20" name="F1 damm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لُ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6600" dirty="0"/>
          </a:p>
        </p:txBody>
      </p:sp>
      <p:sp>
        <p:nvSpPr>
          <p:cNvPr id="22" name="F2 damm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نُ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6600" dirty="0"/>
          </a:p>
        </p:txBody>
      </p:sp>
      <p:sp>
        <p:nvSpPr>
          <p:cNvPr id="24" name="F3 damm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مُ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لُنُمُ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6600" dirty="0"/>
          </a:p>
        </p:txBody>
      </p:sp>
      <p:sp>
        <p:nvSpPr>
          <p:cNvPr id="20" name="F1 damm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مُ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6600" dirty="0"/>
          </a:p>
        </p:txBody>
      </p:sp>
      <p:sp>
        <p:nvSpPr>
          <p:cNvPr id="22" name="F2 damm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نُ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6600" dirty="0"/>
          </a:p>
        </p:txBody>
      </p:sp>
      <p:sp>
        <p:nvSpPr>
          <p:cNvPr id="24" name="F3 damm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أُ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مُنُأُ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أُنُ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بُنُ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تُنُ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ثُنُ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جُنُ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حُنُ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خُنُ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دُنُ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ذُنُ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رُنُ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زُنُ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سُنُ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شُنُ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صُنُ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ضُنُ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طُنُ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ظُنُ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عُنُ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غُنُ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فُنُ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قُنُ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كُنُ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لُنُ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مُنُ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3017520" y="1005840"/>
            <a:ext cx="3108960" cy="31089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13" name="L1 letter"/>
          <p:cNvSpPr txBox="1"/>
          <p:nvPr/>
        </p:nvSpPr>
        <p:spPr>
          <a:xfrm>
            <a:off x="3017520" y="1115568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13500" dirty="0"/>
          </a:p>
        </p:txBody>
      </p:sp>
      <p:sp>
        <p:nvSpPr>
          <p:cNvPr id="14" name="F1 dammah"/>
          <p:cNvSpPr txBox="1"/>
          <p:nvPr/>
        </p:nvSpPr>
        <p:spPr>
          <a:xfrm>
            <a:off x="3017520" y="1115568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يُ</a:t>
            </a:r>
            <a:endParaRPr lang="ar-SA" sz="135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يُأُ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يُبُ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يُتُ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يُثُ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يُجُ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يُحُ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1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يُخُ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2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يُدُ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3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يُذُ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4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يُرُ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5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يُزُ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6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يُسُ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7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يُشُ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8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يُصُ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9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يُضُ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0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يُطُ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1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يُظُ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2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يُعُ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3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يُغُ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4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يُفُ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5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يُقُ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6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يُكُ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7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يُلُ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8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يُمُ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9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يُنُ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0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يُهُ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1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يُوُ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2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6600" dirty="0"/>
          </a:p>
        </p:txBody>
      </p:sp>
      <p:sp>
        <p:nvSpPr>
          <p:cNvPr id="20" name="F1 damm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أُ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6600" dirty="0"/>
          </a:p>
        </p:txBody>
      </p:sp>
      <p:sp>
        <p:nvSpPr>
          <p:cNvPr id="22" name="F2 damm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يُ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600" dirty="0"/>
          </a:p>
        </p:txBody>
      </p:sp>
      <p:sp>
        <p:nvSpPr>
          <p:cNvPr id="24" name="F3 damm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بُ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أُيُبُ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3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600" dirty="0"/>
          </a:p>
        </p:txBody>
      </p:sp>
      <p:sp>
        <p:nvSpPr>
          <p:cNvPr id="20" name="F1 damm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بُ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6600" dirty="0"/>
          </a:p>
        </p:txBody>
      </p:sp>
      <p:sp>
        <p:nvSpPr>
          <p:cNvPr id="22" name="F2 damm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يُ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6600" dirty="0"/>
          </a:p>
        </p:txBody>
      </p:sp>
      <p:sp>
        <p:nvSpPr>
          <p:cNvPr id="24" name="F3 damm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بُيُتُ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4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6600" dirty="0"/>
          </a:p>
        </p:txBody>
      </p:sp>
      <p:sp>
        <p:nvSpPr>
          <p:cNvPr id="20" name="F1 damm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6600" dirty="0"/>
          </a:p>
        </p:txBody>
      </p:sp>
      <p:sp>
        <p:nvSpPr>
          <p:cNvPr id="22" name="F2 damm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يُ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6600" dirty="0"/>
          </a:p>
        </p:txBody>
      </p:sp>
      <p:sp>
        <p:nvSpPr>
          <p:cNvPr id="24" name="F3 damm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ثُ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تُيُثُ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5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6600" dirty="0"/>
          </a:p>
        </p:txBody>
      </p:sp>
      <p:sp>
        <p:nvSpPr>
          <p:cNvPr id="20" name="F1 damm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ثُ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6600" dirty="0"/>
          </a:p>
        </p:txBody>
      </p:sp>
      <p:sp>
        <p:nvSpPr>
          <p:cNvPr id="22" name="F2 damm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يُ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6600" dirty="0"/>
          </a:p>
        </p:txBody>
      </p:sp>
      <p:sp>
        <p:nvSpPr>
          <p:cNvPr id="24" name="F3 damm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جُ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ثُيُجُ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6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6600" dirty="0"/>
          </a:p>
        </p:txBody>
      </p:sp>
      <p:sp>
        <p:nvSpPr>
          <p:cNvPr id="20" name="F1 damm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جُ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6600" dirty="0"/>
          </a:p>
        </p:txBody>
      </p:sp>
      <p:sp>
        <p:nvSpPr>
          <p:cNvPr id="22" name="F2 damm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يُ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6600" dirty="0"/>
          </a:p>
        </p:txBody>
      </p:sp>
      <p:sp>
        <p:nvSpPr>
          <p:cNvPr id="24" name="F3 damm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حُ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جُيُحُ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7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6600" dirty="0"/>
          </a:p>
        </p:txBody>
      </p:sp>
      <p:sp>
        <p:nvSpPr>
          <p:cNvPr id="20" name="F1 damm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حُ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6600" dirty="0"/>
          </a:p>
        </p:txBody>
      </p:sp>
      <p:sp>
        <p:nvSpPr>
          <p:cNvPr id="22" name="F2 damm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يُ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6600" dirty="0"/>
          </a:p>
        </p:txBody>
      </p:sp>
      <p:sp>
        <p:nvSpPr>
          <p:cNvPr id="24" name="F3 damm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خُ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حُيُخُ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8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6600" dirty="0"/>
          </a:p>
        </p:txBody>
      </p:sp>
      <p:sp>
        <p:nvSpPr>
          <p:cNvPr id="20" name="F1 damm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خُ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6600" dirty="0"/>
          </a:p>
        </p:txBody>
      </p:sp>
      <p:sp>
        <p:nvSpPr>
          <p:cNvPr id="22" name="F2 damm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يُ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6600" dirty="0"/>
          </a:p>
        </p:txBody>
      </p:sp>
      <p:sp>
        <p:nvSpPr>
          <p:cNvPr id="24" name="F3 damm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دُ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خُيُدُ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9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6600" dirty="0"/>
          </a:p>
        </p:txBody>
      </p:sp>
      <p:sp>
        <p:nvSpPr>
          <p:cNvPr id="20" name="F1 damm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دُ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6600" dirty="0"/>
          </a:p>
        </p:txBody>
      </p:sp>
      <p:sp>
        <p:nvSpPr>
          <p:cNvPr id="22" name="F2 damm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يُ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6600" dirty="0"/>
          </a:p>
        </p:txBody>
      </p:sp>
      <p:sp>
        <p:nvSpPr>
          <p:cNvPr id="24" name="F3 damm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ذُ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دُيُذُ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0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6600" dirty="0"/>
          </a:p>
        </p:txBody>
      </p:sp>
      <p:sp>
        <p:nvSpPr>
          <p:cNvPr id="20" name="F1 damm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ذُ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6600" dirty="0"/>
          </a:p>
        </p:txBody>
      </p:sp>
      <p:sp>
        <p:nvSpPr>
          <p:cNvPr id="22" name="F2 damm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يُ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6600" dirty="0"/>
          </a:p>
        </p:txBody>
      </p:sp>
      <p:sp>
        <p:nvSpPr>
          <p:cNvPr id="24" name="F3 damm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رُ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ذُيُرُ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1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6600" dirty="0"/>
          </a:p>
        </p:txBody>
      </p:sp>
      <p:sp>
        <p:nvSpPr>
          <p:cNvPr id="20" name="F1 damm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رُ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6600" dirty="0"/>
          </a:p>
        </p:txBody>
      </p:sp>
      <p:sp>
        <p:nvSpPr>
          <p:cNvPr id="22" name="F2 damm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يُ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6600" dirty="0"/>
          </a:p>
        </p:txBody>
      </p:sp>
      <p:sp>
        <p:nvSpPr>
          <p:cNvPr id="24" name="F3 damm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زُ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رُيُزُ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2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6600" dirty="0"/>
          </a:p>
        </p:txBody>
      </p:sp>
      <p:sp>
        <p:nvSpPr>
          <p:cNvPr id="20" name="F1 damm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زُ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6600" dirty="0"/>
          </a:p>
        </p:txBody>
      </p:sp>
      <p:sp>
        <p:nvSpPr>
          <p:cNvPr id="22" name="F2 damm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يُ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6600" dirty="0"/>
          </a:p>
        </p:txBody>
      </p:sp>
      <p:sp>
        <p:nvSpPr>
          <p:cNvPr id="24" name="F3 damm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سُ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زُيُسُ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3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6600" dirty="0"/>
          </a:p>
        </p:txBody>
      </p:sp>
      <p:sp>
        <p:nvSpPr>
          <p:cNvPr id="20" name="F1 damm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سُ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6600" dirty="0"/>
          </a:p>
        </p:txBody>
      </p:sp>
      <p:sp>
        <p:nvSpPr>
          <p:cNvPr id="22" name="F2 damm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يُ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6600" dirty="0"/>
          </a:p>
        </p:txBody>
      </p:sp>
      <p:sp>
        <p:nvSpPr>
          <p:cNvPr id="24" name="F3 damm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شُ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سُيُشُ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4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6600" dirty="0"/>
          </a:p>
        </p:txBody>
      </p:sp>
      <p:sp>
        <p:nvSpPr>
          <p:cNvPr id="20" name="F1 damm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شُ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6600" dirty="0"/>
          </a:p>
        </p:txBody>
      </p:sp>
      <p:sp>
        <p:nvSpPr>
          <p:cNvPr id="22" name="F2 damm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يُ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6600" dirty="0"/>
          </a:p>
        </p:txBody>
      </p:sp>
      <p:sp>
        <p:nvSpPr>
          <p:cNvPr id="24" name="F3 damm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صُ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شُيُصُ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5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6600" dirty="0"/>
          </a:p>
        </p:txBody>
      </p:sp>
      <p:sp>
        <p:nvSpPr>
          <p:cNvPr id="20" name="F1 damm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صُ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6600" dirty="0"/>
          </a:p>
        </p:txBody>
      </p:sp>
      <p:sp>
        <p:nvSpPr>
          <p:cNvPr id="22" name="F2 damm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يُ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6600" dirty="0"/>
          </a:p>
        </p:txBody>
      </p:sp>
      <p:sp>
        <p:nvSpPr>
          <p:cNvPr id="24" name="F3 damm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ضُ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صُيُضُ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6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6600" dirty="0"/>
          </a:p>
        </p:txBody>
      </p:sp>
      <p:sp>
        <p:nvSpPr>
          <p:cNvPr id="20" name="F1 damm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ضُ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6600" dirty="0"/>
          </a:p>
        </p:txBody>
      </p:sp>
      <p:sp>
        <p:nvSpPr>
          <p:cNvPr id="22" name="F2 damm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يُ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6600" dirty="0"/>
          </a:p>
        </p:txBody>
      </p:sp>
      <p:sp>
        <p:nvSpPr>
          <p:cNvPr id="24" name="F3 damm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طُ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ضُيُطُ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7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6600" dirty="0"/>
          </a:p>
        </p:txBody>
      </p:sp>
      <p:sp>
        <p:nvSpPr>
          <p:cNvPr id="20" name="F1 damm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طُ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6600" dirty="0"/>
          </a:p>
        </p:txBody>
      </p:sp>
      <p:sp>
        <p:nvSpPr>
          <p:cNvPr id="22" name="F2 damm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يُ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6600" dirty="0"/>
          </a:p>
        </p:txBody>
      </p:sp>
      <p:sp>
        <p:nvSpPr>
          <p:cNvPr id="24" name="F3 damm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ظُ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طُيُظُ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8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6600" dirty="0"/>
          </a:p>
        </p:txBody>
      </p:sp>
      <p:sp>
        <p:nvSpPr>
          <p:cNvPr id="20" name="F1 damm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ظُ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6600" dirty="0"/>
          </a:p>
        </p:txBody>
      </p:sp>
      <p:sp>
        <p:nvSpPr>
          <p:cNvPr id="22" name="F2 damm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يُ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6600" dirty="0"/>
          </a:p>
        </p:txBody>
      </p:sp>
      <p:sp>
        <p:nvSpPr>
          <p:cNvPr id="24" name="F3 damm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عُ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ظُيُعُ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9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6600" dirty="0"/>
          </a:p>
        </p:txBody>
      </p:sp>
      <p:sp>
        <p:nvSpPr>
          <p:cNvPr id="20" name="F1 damm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عُ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6600" dirty="0"/>
          </a:p>
        </p:txBody>
      </p:sp>
      <p:sp>
        <p:nvSpPr>
          <p:cNvPr id="22" name="F2 damm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يُ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6600" dirty="0"/>
          </a:p>
        </p:txBody>
      </p:sp>
      <p:sp>
        <p:nvSpPr>
          <p:cNvPr id="24" name="F3 damm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غُ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عُيُغُ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0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6600" dirty="0"/>
          </a:p>
        </p:txBody>
      </p:sp>
      <p:sp>
        <p:nvSpPr>
          <p:cNvPr id="20" name="F1 damm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غُ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6600" dirty="0"/>
          </a:p>
        </p:txBody>
      </p:sp>
      <p:sp>
        <p:nvSpPr>
          <p:cNvPr id="22" name="F2 damm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يُ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6600" dirty="0"/>
          </a:p>
        </p:txBody>
      </p:sp>
      <p:sp>
        <p:nvSpPr>
          <p:cNvPr id="24" name="F3 damm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فُ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غُيُفُ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1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6600" dirty="0"/>
          </a:p>
        </p:txBody>
      </p:sp>
      <p:sp>
        <p:nvSpPr>
          <p:cNvPr id="20" name="F1 damm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فُ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6600" dirty="0"/>
          </a:p>
        </p:txBody>
      </p:sp>
      <p:sp>
        <p:nvSpPr>
          <p:cNvPr id="22" name="F2 damm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يُ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6600" dirty="0"/>
          </a:p>
        </p:txBody>
      </p:sp>
      <p:sp>
        <p:nvSpPr>
          <p:cNvPr id="24" name="F3 damm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قُ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فُيُقُ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2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6600" dirty="0"/>
          </a:p>
        </p:txBody>
      </p:sp>
      <p:sp>
        <p:nvSpPr>
          <p:cNvPr id="20" name="F1 damm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قُ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6600" dirty="0"/>
          </a:p>
        </p:txBody>
      </p:sp>
      <p:sp>
        <p:nvSpPr>
          <p:cNvPr id="22" name="F2 damm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يُ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6600" dirty="0"/>
          </a:p>
        </p:txBody>
      </p:sp>
      <p:sp>
        <p:nvSpPr>
          <p:cNvPr id="24" name="F3 damm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كُ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قُيُكُ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3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6600" dirty="0"/>
          </a:p>
        </p:txBody>
      </p:sp>
      <p:sp>
        <p:nvSpPr>
          <p:cNvPr id="20" name="F1 damm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كُ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6600" dirty="0"/>
          </a:p>
        </p:txBody>
      </p:sp>
      <p:sp>
        <p:nvSpPr>
          <p:cNvPr id="22" name="F2 damm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يُ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6600" dirty="0"/>
          </a:p>
        </p:txBody>
      </p:sp>
      <p:sp>
        <p:nvSpPr>
          <p:cNvPr id="24" name="F3 damm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لُ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كُيُلُ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4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6600" dirty="0"/>
          </a:p>
        </p:txBody>
      </p:sp>
      <p:sp>
        <p:nvSpPr>
          <p:cNvPr id="20" name="F1 damm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لُ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6600" dirty="0"/>
          </a:p>
        </p:txBody>
      </p:sp>
      <p:sp>
        <p:nvSpPr>
          <p:cNvPr id="22" name="F2 damm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يُ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6600" dirty="0"/>
          </a:p>
        </p:txBody>
      </p:sp>
      <p:sp>
        <p:nvSpPr>
          <p:cNvPr id="24" name="F3 damm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مُ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لُيُمُ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5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6600" dirty="0"/>
          </a:p>
        </p:txBody>
      </p:sp>
      <p:sp>
        <p:nvSpPr>
          <p:cNvPr id="20" name="F1 damm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مُ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6600" dirty="0"/>
          </a:p>
        </p:txBody>
      </p:sp>
      <p:sp>
        <p:nvSpPr>
          <p:cNvPr id="22" name="F2 damm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يُ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6600" dirty="0"/>
          </a:p>
        </p:txBody>
      </p:sp>
      <p:sp>
        <p:nvSpPr>
          <p:cNvPr id="24" name="F3 damm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نُ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مُيُنُ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6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6600" dirty="0"/>
          </a:p>
        </p:txBody>
      </p:sp>
      <p:sp>
        <p:nvSpPr>
          <p:cNvPr id="20" name="F1 damm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نُ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6600" dirty="0"/>
          </a:p>
        </p:txBody>
      </p:sp>
      <p:sp>
        <p:nvSpPr>
          <p:cNvPr id="22" name="F2 damm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يُ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6600" dirty="0"/>
          </a:p>
        </p:txBody>
      </p:sp>
      <p:sp>
        <p:nvSpPr>
          <p:cNvPr id="24" name="F3 damm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هُ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نُيُهُ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7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6600" dirty="0"/>
          </a:p>
        </p:txBody>
      </p:sp>
      <p:sp>
        <p:nvSpPr>
          <p:cNvPr id="20" name="F1 damm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هُ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6600" dirty="0"/>
          </a:p>
        </p:txBody>
      </p:sp>
      <p:sp>
        <p:nvSpPr>
          <p:cNvPr id="22" name="F2 damm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يُ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6600" dirty="0"/>
          </a:p>
        </p:txBody>
      </p:sp>
      <p:sp>
        <p:nvSpPr>
          <p:cNvPr id="24" name="F3 damm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وُ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هُيُوُ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8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6600" dirty="0"/>
          </a:p>
        </p:txBody>
      </p:sp>
      <p:sp>
        <p:nvSpPr>
          <p:cNvPr id="20" name="F1 damm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وُ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6600" dirty="0"/>
          </a:p>
        </p:txBody>
      </p:sp>
      <p:sp>
        <p:nvSpPr>
          <p:cNvPr id="22" name="F2 damm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يُ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6600" dirty="0"/>
          </a:p>
        </p:txBody>
      </p:sp>
      <p:sp>
        <p:nvSpPr>
          <p:cNvPr id="24" name="F3 damm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أُ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وُيُأُ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9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أُيُ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0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بُيُ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1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تُيُ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2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ثُيُ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3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جُيُ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4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حُيُ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5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خُيُ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6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دُيُ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7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ذُيُ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8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رُيُ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9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زُيُ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0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سُيُ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1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شُيُ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2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صُيُ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3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ضُيُ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4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طُيُ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5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ظُيُ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6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عُيُ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7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غُيُ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8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فُيُ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9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قُيُ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0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كُيُ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1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لُيُ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2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مُيُ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3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نُيُ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4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هُيُ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5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وُيُ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155</Slides>
  <Notes>155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155</vt:i4>
      </vt:variant>
    </vt:vector>
  </HeadingPairs>
  <TitlesOfParts>
    <vt:vector size="15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  <vt:lpstr>Slide 83</vt:lpstr>
      <vt:lpstr>Slide 84</vt:lpstr>
      <vt:lpstr>Slide 85</vt:lpstr>
      <vt:lpstr>Slide 86</vt:lpstr>
      <vt:lpstr>Slide 87</vt:lpstr>
      <vt:lpstr>Slide 88</vt:lpstr>
      <vt:lpstr>Slide 89</vt:lpstr>
      <vt:lpstr>Slide 90</vt:lpstr>
      <vt:lpstr>Slide 91</vt:lpstr>
      <vt:lpstr>Slide 92</vt:lpstr>
      <vt:lpstr>Slide 93</vt:lpstr>
      <vt:lpstr>Slide 94</vt:lpstr>
      <vt:lpstr>Slide 95</vt:lpstr>
      <vt:lpstr>Slide 96</vt:lpstr>
      <vt:lpstr>Slide 97</vt:lpstr>
      <vt:lpstr>Slide 98</vt:lpstr>
      <vt:lpstr>Slide 99</vt:lpstr>
      <vt:lpstr>Slide 100</vt:lpstr>
      <vt:lpstr>Slide 101</vt:lpstr>
      <vt:lpstr>Slide 102</vt:lpstr>
      <vt:lpstr>Slide 103</vt:lpstr>
      <vt:lpstr>Slide 104</vt:lpstr>
      <vt:lpstr>Slide 105</vt:lpstr>
      <vt:lpstr>Slide 106</vt:lpstr>
      <vt:lpstr>Slide 107</vt:lpstr>
      <vt:lpstr>Slide 108</vt:lpstr>
      <vt:lpstr>Slide 109</vt:lpstr>
      <vt:lpstr>Slide 110</vt:lpstr>
      <vt:lpstr>Slide 111</vt:lpstr>
      <vt:lpstr>Slide 112</vt:lpstr>
      <vt:lpstr>Slide 113</vt:lpstr>
      <vt:lpstr>Slide 114</vt:lpstr>
      <vt:lpstr>Slide 115</vt:lpstr>
      <vt:lpstr>Slide 116</vt:lpstr>
      <vt:lpstr>Slide 117</vt:lpstr>
      <vt:lpstr>Slide 118</vt:lpstr>
      <vt:lpstr>Slide 119</vt:lpstr>
      <vt:lpstr>Slide 120</vt:lpstr>
      <vt:lpstr>Slide 121</vt:lpstr>
      <vt:lpstr>Slide 122</vt:lpstr>
      <vt:lpstr>Slide 123</vt:lpstr>
      <vt:lpstr>Slide 124</vt:lpstr>
      <vt:lpstr>Slide 125</vt:lpstr>
      <vt:lpstr>Slide 126</vt:lpstr>
      <vt:lpstr>Slide 127</vt:lpstr>
      <vt:lpstr>Slide 128</vt:lpstr>
      <vt:lpstr>Slide 129</vt:lpstr>
      <vt:lpstr>Slide 130</vt:lpstr>
      <vt:lpstr>Slide 131</vt:lpstr>
      <vt:lpstr>Slide 132</vt:lpstr>
      <vt:lpstr>Slide 133</vt:lpstr>
      <vt:lpstr>Slide 134</vt:lpstr>
      <vt:lpstr>Slide 135</vt:lpstr>
      <vt:lpstr>Slide 136</vt:lpstr>
      <vt:lpstr>Slide 137</vt:lpstr>
      <vt:lpstr>Slide 138</vt:lpstr>
      <vt:lpstr>Slide 139</vt:lpstr>
      <vt:lpstr>Slide 140</vt:lpstr>
      <vt:lpstr>Slide 141</vt:lpstr>
      <vt:lpstr>Slide 142</vt:lpstr>
      <vt:lpstr>Slide 143</vt:lpstr>
      <vt:lpstr>Slide 144</vt:lpstr>
      <vt:lpstr>Slide 145</vt:lpstr>
      <vt:lpstr>Slide 146</vt:lpstr>
      <vt:lpstr>Slide 147</vt:lpstr>
      <vt:lpstr>Slide 148</vt:lpstr>
      <vt:lpstr>Slide 149</vt:lpstr>
      <vt:lpstr>Slide 150</vt:lpstr>
      <vt:lpstr>Slide 151</vt:lpstr>
      <vt:lpstr>Slide 152</vt:lpstr>
      <vt:lpstr>Slide 153</vt:lpstr>
      <vt:lpstr>Slide 154</vt:lpstr>
      <vt:lpstr>Slide 155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Arabic letters with dammah 03-noon-ya</dc:title>
  <dc:subject>PptxGenJS Presentation</dc:subject>
  <dc:creator>PptxGenJS</dc:creator>
  <cp:lastModifiedBy>PptxGenJS</cp:lastModifiedBy>
  <cp:revision>1</cp:revision>
  <dcterms:created xsi:type="dcterms:W3CDTF">2026-10-10T05:02:37Z</dcterms:created>
  <dcterms:modified xsi:type="dcterms:W3CDTF">2026-10-10T05:02:37Z</dcterms:modified>
</cp:coreProperties>
</file>