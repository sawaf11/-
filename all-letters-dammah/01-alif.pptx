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</p:sldIdLst>
  <p:notesMasterIdLst>
    <p:notesMasterId r:id="rId17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notesMaster" Target="notesMasters/notesMaster1.xml"/><Relationship Id="rId18" Type="http://schemas.openxmlformats.org/officeDocument/2006/relationships/presProps" Target="presProps.xml"/><Relationship Id="rId19" Type="http://schemas.openxmlformats.org/officeDocument/2006/relationships/viewProps" Target="viewProps.xml"/><Relationship Id="rId20" Type="http://schemas.openxmlformats.org/officeDocument/2006/relationships/theme" Target="theme/theme1.xml"/><Relationship Id="rId2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CFF1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and left"/>
          <p:cNvSpPr/>
          <p:nvPr/>
        </p:nvSpPr>
        <p:spPr>
          <a:xfrm>
            <a:off x="-1097280" y="4617720"/>
            <a:ext cx="4937760" cy="1371600"/>
          </a:xfrm>
          <a:prstGeom prst="ellipse">
            <a:avLst/>
          </a:prstGeom>
          <a:solidFill>
            <a:srgbClr val="F6D98B"/>
          </a:solidFill>
          <a:ln w="12700">
            <a:solidFill>
              <a:srgbClr val="F6D98B"/>
            </a:solidFill>
            <a:prstDash val="solid"/>
          </a:ln>
        </p:spPr>
      </p:sp>
      <p:sp>
        <p:nvSpPr>
          <p:cNvPr id="3" name="Deco sand right"/>
          <p:cNvSpPr/>
          <p:nvPr/>
        </p:nvSpPr>
        <p:spPr>
          <a:xfrm>
            <a:off x="4023360" y="4709160"/>
            <a:ext cx="5852160" cy="1371600"/>
          </a:xfrm>
          <a:prstGeom prst="ellipse">
            <a:avLst/>
          </a:prstGeom>
          <a:solidFill>
            <a:srgbClr val="F2CF76"/>
          </a:solidFill>
          <a:ln w="12700">
            <a:solidFill>
              <a:srgbClr val="F2CF76"/>
            </a:solidFill>
            <a:prstDash val="solid"/>
          </a:ln>
        </p:spPr>
      </p:sp>
      <p:sp>
        <p:nvSpPr>
          <p:cNvPr id="4" name="Deco seaweed 1"/>
          <p:cNvSpPr/>
          <p:nvPr/>
        </p:nvSpPr>
        <p:spPr>
          <a:xfrm>
            <a:off x="137160" y="3977640"/>
            <a:ext cx="201168" cy="822960"/>
          </a:xfrm>
          <a:prstGeom prst="ellipse">
            <a:avLst/>
          </a:prstGeom>
          <a:solidFill>
            <a:srgbClr val="3FBF8F"/>
          </a:solidFill>
          <a:ln w="12700">
            <a:solidFill>
              <a:srgbClr val="3FBF8F"/>
            </a:solidFill>
            <a:prstDash val="solid"/>
          </a:ln>
        </p:spPr>
      </p:sp>
      <p:sp>
        <p:nvSpPr>
          <p:cNvPr id="5" name="Deco seaweed 2"/>
          <p:cNvSpPr/>
          <p:nvPr/>
        </p:nvSpPr>
        <p:spPr>
          <a:xfrm>
            <a:off x="411480" y="4160520"/>
            <a:ext cx="182880" cy="640080"/>
          </a:xfrm>
          <a:prstGeom prst="ellipse">
            <a:avLst/>
          </a:prstGeom>
          <a:solidFill>
            <a:srgbClr val="2FA77A"/>
          </a:solidFill>
          <a:ln w="12700">
            <a:solidFill>
              <a:srgbClr val="2FA77A"/>
            </a:solidFill>
            <a:prstDash val="solid"/>
          </a:ln>
        </p:spPr>
      </p:sp>
      <p:sp>
        <p:nvSpPr>
          <p:cNvPr id="6" name="Deco seaweed 3"/>
          <p:cNvSpPr/>
          <p:nvPr/>
        </p:nvSpPr>
        <p:spPr>
          <a:xfrm>
            <a:off x="8549640" y="3977640"/>
            <a:ext cx="201168" cy="822960"/>
          </a:xfrm>
          <a:prstGeom prst="ellipse">
            <a:avLst/>
          </a:prstGeom>
          <a:solidFill>
            <a:srgbClr val="3FBF8F"/>
          </a:solidFill>
          <a:ln w="12700">
            <a:solidFill>
              <a:srgbClr val="3FBF8F"/>
            </a:solidFill>
            <a:prstDash val="solid"/>
          </a:ln>
        </p:spPr>
      </p:sp>
      <p:sp>
        <p:nvSpPr>
          <p:cNvPr id="7" name="Deco seaweed 4"/>
          <p:cNvSpPr/>
          <p:nvPr/>
        </p:nvSpPr>
        <p:spPr>
          <a:xfrm>
            <a:off x="8275320" y="4160520"/>
            <a:ext cx="182880" cy="640080"/>
          </a:xfrm>
          <a:prstGeom prst="ellipse">
            <a:avLst/>
          </a:prstGeom>
          <a:solidFill>
            <a:srgbClr val="2FA77A"/>
          </a:solidFill>
          <a:ln w="12700">
            <a:solidFill>
              <a:srgbClr val="2FA77A"/>
            </a:solidFill>
            <a:prstDash val="solid"/>
          </a:ln>
        </p:spPr>
      </p:sp>
      <p:sp>
        <p:nvSpPr>
          <p:cNvPr id="8" name="Deco fish 1 body"/>
          <p:cNvSpPr/>
          <p:nvPr/>
        </p:nvSpPr>
        <p:spPr>
          <a:xfrm>
            <a:off x="640080" y="411480"/>
            <a:ext cx="1005840" cy="640080"/>
          </a:xfrm>
          <a:prstGeom prst="ellips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9" name="Deco fish 1 tail"/>
          <p:cNvSpPr/>
          <p:nvPr/>
        </p:nvSpPr>
        <p:spPr>
          <a:xfrm rot="16200000">
            <a:off x="320040" y="502920"/>
            <a:ext cx="457200" cy="457200"/>
          </a:xfrm>
          <a:prstGeom prst="triangl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10" name="Deco fish 1 eye"/>
          <p:cNvSpPr/>
          <p:nvPr/>
        </p:nvSpPr>
        <p:spPr>
          <a:xfrm>
            <a:off x="1298448" y="566928"/>
            <a:ext cx="128016" cy="128016"/>
          </a:xfrm>
          <a:prstGeom prst="ellipse">
            <a:avLst/>
          </a:prstGeom>
          <a:solidFill>
            <a:srgbClr val="16213E"/>
          </a:solidFill>
          <a:ln w="12700">
            <a:solidFill>
              <a:srgbClr val="16213E"/>
            </a:solidFill>
            <a:prstDash val="solid"/>
          </a:ln>
        </p:spPr>
      </p:sp>
      <p:sp>
        <p:nvSpPr>
          <p:cNvPr id="11" name="Deco fish 2 body"/>
          <p:cNvSpPr/>
          <p:nvPr/>
        </p:nvSpPr>
        <p:spPr>
          <a:xfrm>
            <a:off x="7406640" y="502920"/>
            <a:ext cx="914400" cy="594360"/>
          </a:xfrm>
          <a:prstGeom prst="ellipse">
            <a:avLst/>
          </a:prstGeom>
          <a:solidFill>
            <a:srgbClr val="7C6CF0"/>
          </a:solidFill>
          <a:ln w="12700">
            <a:solidFill>
              <a:srgbClr val="7C6CF0"/>
            </a:solidFill>
            <a:prstDash val="solid"/>
          </a:ln>
        </p:spPr>
      </p:sp>
      <p:sp>
        <p:nvSpPr>
          <p:cNvPr id="12" name="Deco fish 2 tail"/>
          <p:cNvSpPr/>
          <p:nvPr/>
        </p:nvSpPr>
        <p:spPr>
          <a:xfrm rot="5400000">
            <a:off x="8229600" y="576072"/>
            <a:ext cx="411480" cy="411480"/>
          </a:xfrm>
          <a:prstGeom prst="triangle">
            <a:avLst/>
          </a:prstGeom>
          <a:solidFill>
            <a:srgbClr val="7C6CF0"/>
          </a:solidFill>
          <a:ln w="12700">
            <a:solidFill>
              <a:srgbClr val="7C6CF0"/>
            </a:solidFill>
            <a:prstDash val="solid"/>
          </a:ln>
        </p:spPr>
      </p:sp>
      <p:sp>
        <p:nvSpPr>
          <p:cNvPr id="13" name="Deco fish 2 eye"/>
          <p:cNvSpPr/>
          <p:nvPr/>
        </p:nvSpPr>
        <p:spPr>
          <a:xfrm>
            <a:off x="7589520" y="640080"/>
            <a:ext cx="118872" cy="118872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bubble 1"/>
          <p:cNvSpPr/>
          <p:nvPr/>
        </p:nvSpPr>
        <p:spPr>
          <a:xfrm>
            <a:off x="2103120" y="320040"/>
            <a:ext cx="274320" cy="27432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5" name="Deco bubble 2"/>
          <p:cNvSpPr/>
          <p:nvPr/>
        </p:nvSpPr>
        <p:spPr>
          <a:xfrm>
            <a:off x="2514600" y="731520"/>
            <a:ext cx="164592" cy="164592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Deco bubble 3"/>
          <p:cNvSpPr/>
          <p:nvPr/>
        </p:nvSpPr>
        <p:spPr>
          <a:xfrm>
            <a:off x="6675120" y="365760"/>
            <a:ext cx="237744" cy="23774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bubble 4"/>
          <p:cNvSpPr/>
          <p:nvPr/>
        </p:nvSpPr>
        <p:spPr>
          <a:xfrm>
            <a:off x="6309360" y="777240"/>
            <a:ext cx="146304" cy="14630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8" name="Deco starfish 1"/>
          <p:cNvSpPr/>
          <p:nvPr/>
        </p:nvSpPr>
        <p:spPr>
          <a:xfrm>
            <a:off x="1097280" y="4206240"/>
            <a:ext cx="640080" cy="640080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9" name="Deco starfish 2"/>
          <p:cNvSpPr/>
          <p:nvPr/>
        </p:nvSpPr>
        <p:spPr>
          <a:xfrm>
            <a:off x="7406640" y="4206240"/>
            <a:ext cx="640080" cy="640080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0" name="Deco friend 1"/>
          <p:cNvSpPr/>
          <p:nvPr/>
        </p:nvSpPr>
        <p:spPr>
          <a:xfrm>
            <a:off x="274320" y="4251960"/>
            <a:ext cx="548640" cy="548640"/>
          </a:xfrm>
          <a:prstGeom prst="smileyFace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21" name="Deco friend 2"/>
          <p:cNvSpPr/>
          <p:nvPr/>
        </p:nvSpPr>
        <p:spPr>
          <a:xfrm>
            <a:off x="8229600" y="4251960"/>
            <a:ext cx="548640" cy="548640"/>
          </a:xfrm>
          <a:prstGeom prst="smileyFace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22" name="Circle 1"/>
          <p:cNvSpPr/>
          <p:nvPr/>
        </p:nvSpPr>
        <p:spPr>
          <a:xfrm>
            <a:off x="3017520" y="1005840"/>
            <a:ext cx="3108960" cy="310896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3A8FD9"/>
            </a:solidFill>
            <a:prstDash val="solid"/>
          </a:ln>
        </p:spPr>
      </p:sp>
      <p:sp>
        <p:nvSpPr>
          <p:cNvPr id="23" name="L1 letter"/>
          <p:cNvSpPr txBox="1"/>
          <p:nvPr/>
        </p:nvSpPr>
        <p:spPr>
          <a:xfrm>
            <a:off x="3017520" y="1115568"/>
            <a:ext cx="310896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13500" dirty="0"/>
          </a:p>
        </p:txBody>
      </p:sp>
      <p:sp>
        <p:nvSpPr>
          <p:cNvPr id="24" name="F1 dammah"/>
          <p:cNvSpPr txBox="1"/>
          <p:nvPr/>
        </p:nvSpPr>
        <p:spPr>
          <a:xfrm>
            <a:off x="3017520" y="1115568"/>
            <a:ext cx="310896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أُ</a:t>
            </a:r>
            <a:endParaRPr lang="ar-SA" sz="135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3" grpId="0"/>
      <p:bldP spid="24" grpId="0"/>
    </p:bld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CFF1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and left"/>
          <p:cNvSpPr/>
          <p:nvPr/>
        </p:nvSpPr>
        <p:spPr>
          <a:xfrm>
            <a:off x="-1097280" y="4617720"/>
            <a:ext cx="4937760" cy="1371600"/>
          </a:xfrm>
          <a:prstGeom prst="ellipse">
            <a:avLst/>
          </a:prstGeom>
          <a:solidFill>
            <a:srgbClr val="F6D98B"/>
          </a:solidFill>
          <a:ln w="12700">
            <a:solidFill>
              <a:srgbClr val="F6D98B"/>
            </a:solidFill>
            <a:prstDash val="solid"/>
          </a:ln>
        </p:spPr>
      </p:sp>
      <p:sp>
        <p:nvSpPr>
          <p:cNvPr id="3" name="Deco sand right"/>
          <p:cNvSpPr/>
          <p:nvPr/>
        </p:nvSpPr>
        <p:spPr>
          <a:xfrm>
            <a:off x="4023360" y="4709160"/>
            <a:ext cx="5852160" cy="1371600"/>
          </a:xfrm>
          <a:prstGeom prst="ellipse">
            <a:avLst/>
          </a:prstGeom>
          <a:solidFill>
            <a:srgbClr val="F2CF76"/>
          </a:solidFill>
          <a:ln w="12700">
            <a:solidFill>
              <a:srgbClr val="F2CF76"/>
            </a:solidFill>
            <a:prstDash val="solid"/>
          </a:ln>
        </p:spPr>
      </p:sp>
      <p:sp>
        <p:nvSpPr>
          <p:cNvPr id="4" name="Deco seaweed 1"/>
          <p:cNvSpPr/>
          <p:nvPr/>
        </p:nvSpPr>
        <p:spPr>
          <a:xfrm>
            <a:off x="137160" y="3977640"/>
            <a:ext cx="201168" cy="822960"/>
          </a:xfrm>
          <a:prstGeom prst="ellipse">
            <a:avLst/>
          </a:prstGeom>
          <a:solidFill>
            <a:srgbClr val="3FBF8F"/>
          </a:solidFill>
          <a:ln w="12700">
            <a:solidFill>
              <a:srgbClr val="3FBF8F"/>
            </a:solidFill>
            <a:prstDash val="solid"/>
          </a:ln>
        </p:spPr>
      </p:sp>
      <p:sp>
        <p:nvSpPr>
          <p:cNvPr id="5" name="Deco seaweed 2"/>
          <p:cNvSpPr/>
          <p:nvPr/>
        </p:nvSpPr>
        <p:spPr>
          <a:xfrm>
            <a:off x="411480" y="4160520"/>
            <a:ext cx="182880" cy="640080"/>
          </a:xfrm>
          <a:prstGeom prst="ellipse">
            <a:avLst/>
          </a:prstGeom>
          <a:solidFill>
            <a:srgbClr val="2FA77A"/>
          </a:solidFill>
          <a:ln w="12700">
            <a:solidFill>
              <a:srgbClr val="2FA77A"/>
            </a:solidFill>
            <a:prstDash val="solid"/>
          </a:ln>
        </p:spPr>
      </p:sp>
      <p:sp>
        <p:nvSpPr>
          <p:cNvPr id="6" name="Deco seaweed 3"/>
          <p:cNvSpPr/>
          <p:nvPr/>
        </p:nvSpPr>
        <p:spPr>
          <a:xfrm>
            <a:off x="8549640" y="3977640"/>
            <a:ext cx="201168" cy="822960"/>
          </a:xfrm>
          <a:prstGeom prst="ellipse">
            <a:avLst/>
          </a:prstGeom>
          <a:solidFill>
            <a:srgbClr val="3FBF8F"/>
          </a:solidFill>
          <a:ln w="12700">
            <a:solidFill>
              <a:srgbClr val="3FBF8F"/>
            </a:solidFill>
            <a:prstDash val="solid"/>
          </a:ln>
        </p:spPr>
      </p:sp>
      <p:sp>
        <p:nvSpPr>
          <p:cNvPr id="7" name="Deco seaweed 4"/>
          <p:cNvSpPr/>
          <p:nvPr/>
        </p:nvSpPr>
        <p:spPr>
          <a:xfrm>
            <a:off x="8275320" y="4160520"/>
            <a:ext cx="182880" cy="640080"/>
          </a:xfrm>
          <a:prstGeom prst="ellipse">
            <a:avLst/>
          </a:prstGeom>
          <a:solidFill>
            <a:srgbClr val="2FA77A"/>
          </a:solidFill>
          <a:ln w="12700">
            <a:solidFill>
              <a:srgbClr val="2FA77A"/>
            </a:solidFill>
            <a:prstDash val="solid"/>
          </a:ln>
        </p:spPr>
      </p:sp>
      <p:sp>
        <p:nvSpPr>
          <p:cNvPr id="8" name="Deco fish 1 body"/>
          <p:cNvSpPr/>
          <p:nvPr/>
        </p:nvSpPr>
        <p:spPr>
          <a:xfrm>
            <a:off x="640080" y="411480"/>
            <a:ext cx="1005840" cy="640080"/>
          </a:xfrm>
          <a:prstGeom prst="ellips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9" name="Deco fish 1 tail"/>
          <p:cNvSpPr/>
          <p:nvPr/>
        </p:nvSpPr>
        <p:spPr>
          <a:xfrm rot="16200000">
            <a:off x="320040" y="502920"/>
            <a:ext cx="457200" cy="457200"/>
          </a:xfrm>
          <a:prstGeom prst="triangl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10" name="Deco fish 1 eye"/>
          <p:cNvSpPr/>
          <p:nvPr/>
        </p:nvSpPr>
        <p:spPr>
          <a:xfrm>
            <a:off x="1298448" y="566928"/>
            <a:ext cx="128016" cy="128016"/>
          </a:xfrm>
          <a:prstGeom prst="ellipse">
            <a:avLst/>
          </a:prstGeom>
          <a:solidFill>
            <a:srgbClr val="16213E"/>
          </a:solidFill>
          <a:ln w="12700">
            <a:solidFill>
              <a:srgbClr val="16213E"/>
            </a:solidFill>
            <a:prstDash val="solid"/>
          </a:ln>
        </p:spPr>
      </p:sp>
      <p:sp>
        <p:nvSpPr>
          <p:cNvPr id="11" name="Deco fish 2 body"/>
          <p:cNvSpPr/>
          <p:nvPr/>
        </p:nvSpPr>
        <p:spPr>
          <a:xfrm>
            <a:off x="7406640" y="502920"/>
            <a:ext cx="914400" cy="594360"/>
          </a:xfrm>
          <a:prstGeom prst="ellipse">
            <a:avLst/>
          </a:prstGeom>
          <a:solidFill>
            <a:srgbClr val="7C6CF0"/>
          </a:solidFill>
          <a:ln w="12700">
            <a:solidFill>
              <a:srgbClr val="7C6CF0"/>
            </a:solidFill>
            <a:prstDash val="solid"/>
          </a:ln>
        </p:spPr>
      </p:sp>
      <p:sp>
        <p:nvSpPr>
          <p:cNvPr id="12" name="Deco fish 2 tail"/>
          <p:cNvSpPr/>
          <p:nvPr/>
        </p:nvSpPr>
        <p:spPr>
          <a:xfrm rot="5400000">
            <a:off x="8229600" y="576072"/>
            <a:ext cx="411480" cy="411480"/>
          </a:xfrm>
          <a:prstGeom prst="triangle">
            <a:avLst/>
          </a:prstGeom>
          <a:solidFill>
            <a:srgbClr val="7C6CF0"/>
          </a:solidFill>
          <a:ln w="12700">
            <a:solidFill>
              <a:srgbClr val="7C6CF0"/>
            </a:solidFill>
            <a:prstDash val="solid"/>
          </a:ln>
        </p:spPr>
      </p:sp>
      <p:sp>
        <p:nvSpPr>
          <p:cNvPr id="13" name="Deco fish 2 eye"/>
          <p:cNvSpPr/>
          <p:nvPr/>
        </p:nvSpPr>
        <p:spPr>
          <a:xfrm>
            <a:off x="7589520" y="640080"/>
            <a:ext cx="118872" cy="118872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bubble 1"/>
          <p:cNvSpPr/>
          <p:nvPr/>
        </p:nvSpPr>
        <p:spPr>
          <a:xfrm>
            <a:off x="2103120" y="320040"/>
            <a:ext cx="274320" cy="27432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5" name="Deco bubble 2"/>
          <p:cNvSpPr/>
          <p:nvPr/>
        </p:nvSpPr>
        <p:spPr>
          <a:xfrm>
            <a:off x="2514600" y="731520"/>
            <a:ext cx="164592" cy="164592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Deco bubble 3"/>
          <p:cNvSpPr/>
          <p:nvPr/>
        </p:nvSpPr>
        <p:spPr>
          <a:xfrm>
            <a:off x="6675120" y="365760"/>
            <a:ext cx="237744" cy="23774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bubble 4"/>
          <p:cNvSpPr/>
          <p:nvPr/>
        </p:nvSpPr>
        <p:spPr>
          <a:xfrm>
            <a:off x="6309360" y="777240"/>
            <a:ext cx="146304" cy="14630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8" name="Deco starfish 1"/>
          <p:cNvSpPr/>
          <p:nvPr/>
        </p:nvSpPr>
        <p:spPr>
          <a:xfrm>
            <a:off x="1097280" y="4206240"/>
            <a:ext cx="640080" cy="640080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9" name="Deco starfish 2"/>
          <p:cNvSpPr/>
          <p:nvPr/>
        </p:nvSpPr>
        <p:spPr>
          <a:xfrm>
            <a:off x="7406640" y="4206240"/>
            <a:ext cx="640080" cy="640080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0" name="Deco friend 1"/>
          <p:cNvSpPr/>
          <p:nvPr/>
        </p:nvSpPr>
        <p:spPr>
          <a:xfrm>
            <a:off x="274320" y="4251960"/>
            <a:ext cx="548640" cy="548640"/>
          </a:xfrm>
          <a:prstGeom prst="smileyFace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21" name="Deco friend 2"/>
          <p:cNvSpPr/>
          <p:nvPr/>
        </p:nvSpPr>
        <p:spPr>
          <a:xfrm>
            <a:off x="8229600" y="4251960"/>
            <a:ext cx="548640" cy="548640"/>
          </a:xfrm>
          <a:prstGeom prst="smileyFace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2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2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2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9000" dirty="0"/>
          </a:p>
        </p:txBody>
      </p:sp>
      <p:sp>
        <p:nvSpPr>
          <p:cNvPr id="28" name="F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بُ</a:t>
            </a:r>
            <a:endParaRPr lang="ar-SA" sz="9000" dirty="0"/>
          </a:p>
        </p:txBody>
      </p:sp>
      <p:sp>
        <p:nvSpPr>
          <p:cNvPr id="2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9000" dirty="0"/>
          </a:p>
        </p:txBody>
      </p:sp>
      <p:sp>
        <p:nvSpPr>
          <p:cNvPr id="30" name="F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أُ</a:t>
            </a:r>
            <a:endParaRPr lang="ar-SA" sz="9000" dirty="0"/>
          </a:p>
        </p:txBody>
      </p:sp>
      <p:sp>
        <p:nvSpPr>
          <p:cNvPr id="3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بُأُ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7" grpId="0"/>
      <p:bldP spid="28" grpId="0"/>
      <p:bldP spid="25" grpId="0" animBg="1"/>
      <p:bldP spid="29" grpId="0"/>
      <p:bldP spid="30" grpId="0"/>
      <p:bldP spid="26" grpId="0" animBg="1"/>
      <p:bldP spid="31" grpId="0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CFF1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and left"/>
          <p:cNvSpPr/>
          <p:nvPr/>
        </p:nvSpPr>
        <p:spPr>
          <a:xfrm>
            <a:off x="-1097280" y="4617720"/>
            <a:ext cx="4937760" cy="1371600"/>
          </a:xfrm>
          <a:prstGeom prst="ellipse">
            <a:avLst/>
          </a:prstGeom>
          <a:solidFill>
            <a:srgbClr val="F6D98B"/>
          </a:solidFill>
          <a:ln w="12700">
            <a:solidFill>
              <a:srgbClr val="F6D98B"/>
            </a:solidFill>
            <a:prstDash val="solid"/>
          </a:ln>
        </p:spPr>
      </p:sp>
      <p:sp>
        <p:nvSpPr>
          <p:cNvPr id="3" name="Deco sand right"/>
          <p:cNvSpPr/>
          <p:nvPr/>
        </p:nvSpPr>
        <p:spPr>
          <a:xfrm>
            <a:off x="4023360" y="4709160"/>
            <a:ext cx="5852160" cy="1371600"/>
          </a:xfrm>
          <a:prstGeom prst="ellipse">
            <a:avLst/>
          </a:prstGeom>
          <a:solidFill>
            <a:srgbClr val="F2CF76"/>
          </a:solidFill>
          <a:ln w="12700">
            <a:solidFill>
              <a:srgbClr val="F2CF76"/>
            </a:solidFill>
            <a:prstDash val="solid"/>
          </a:ln>
        </p:spPr>
      </p:sp>
      <p:sp>
        <p:nvSpPr>
          <p:cNvPr id="4" name="Deco seaweed 1"/>
          <p:cNvSpPr/>
          <p:nvPr/>
        </p:nvSpPr>
        <p:spPr>
          <a:xfrm>
            <a:off x="137160" y="3977640"/>
            <a:ext cx="201168" cy="822960"/>
          </a:xfrm>
          <a:prstGeom prst="ellipse">
            <a:avLst/>
          </a:prstGeom>
          <a:solidFill>
            <a:srgbClr val="3FBF8F"/>
          </a:solidFill>
          <a:ln w="12700">
            <a:solidFill>
              <a:srgbClr val="3FBF8F"/>
            </a:solidFill>
            <a:prstDash val="solid"/>
          </a:ln>
        </p:spPr>
      </p:sp>
      <p:sp>
        <p:nvSpPr>
          <p:cNvPr id="5" name="Deco seaweed 2"/>
          <p:cNvSpPr/>
          <p:nvPr/>
        </p:nvSpPr>
        <p:spPr>
          <a:xfrm>
            <a:off x="411480" y="4160520"/>
            <a:ext cx="182880" cy="640080"/>
          </a:xfrm>
          <a:prstGeom prst="ellipse">
            <a:avLst/>
          </a:prstGeom>
          <a:solidFill>
            <a:srgbClr val="2FA77A"/>
          </a:solidFill>
          <a:ln w="12700">
            <a:solidFill>
              <a:srgbClr val="2FA77A"/>
            </a:solidFill>
            <a:prstDash val="solid"/>
          </a:ln>
        </p:spPr>
      </p:sp>
      <p:sp>
        <p:nvSpPr>
          <p:cNvPr id="6" name="Deco seaweed 3"/>
          <p:cNvSpPr/>
          <p:nvPr/>
        </p:nvSpPr>
        <p:spPr>
          <a:xfrm>
            <a:off x="8549640" y="3977640"/>
            <a:ext cx="201168" cy="822960"/>
          </a:xfrm>
          <a:prstGeom prst="ellipse">
            <a:avLst/>
          </a:prstGeom>
          <a:solidFill>
            <a:srgbClr val="3FBF8F"/>
          </a:solidFill>
          <a:ln w="12700">
            <a:solidFill>
              <a:srgbClr val="3FBF8F"/>
            </a:solidFill>
            <a:prstDash val="solid"/>
          </a:ln>
        </p:spPr>
      </p:sp>
      <p:sp>
        <p:nvSpPr>
          <p:cNvPr id="7" name="Deco seaweed 4"/>
          <p:cNvSpPr/>
          <p:nvPr/>
        </p:nvSpPr>
        <p:spPr>
          <a:xfrm>
            <a:off x="8275320" y="4160520"/>
            <a:ext cx="182880" cy="640080"/>
          </a:xfrm>
          <a:prstGeom prst="ellipse">
            <a:avLst/>
          </a:prstGeom>
          <a:solidFill>
            <a:srgbClr val="2FA77A"/>
          </a:solidFill>
          <a:ln w="12700">
            <a:solidFill>
              <a:srgbClr val="2FA77A"/>
            </a:solidFill>
            <a:prstDash val="solid"/>
          </a:ln>
        </p:spPr>
      </p:sp>
      <p:sp>
        <p:nvSpPr>
          <p:cNvPr id="8" name="Deco fish 1 body"/>
          <p:cNvSpPr/>
          <p:nvPr/>
        </p:nvSpPr>
        <p:spPr>
          <a:xfrm>
            <a:off x="640080" y="411480"/>
            <a:ext cx="1005840" cy="640080"/>
          </a:xfrm>
          <a:prstGeom prst="ellips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9" name="Deco fish 1 tail"/>
          <p:cNvSpPr/>
          <p:nvPr/>
        </p:nvSpPr>
        <p:spPr>
          <a:xfrm rot="16200000">
            <a:off x="320040" y="502920"/>
            <a:ext cx="457200" cy="457200"/>
          </a:xfrm>
          <a:prstGeom prst="triangl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10" name="Deco fish 1 eye"/>
          <p:cNvSpPr/>
          <p:nvPr/>
        </p:nvSpPr>
        <p:spPr>
          <a:xfrm>
            <a:off x="1298448" y="566928"/>
            <a:ext cx="128016" cy="128016"/>
          </a:xfrm>
          <a:prstGeom prst="ellipse">
            <a:avLst/>
          </a:prstGeom>
          <a:solidFill>
            <a:srgbClr val="16213E"/>
          </a:solidFill>
          <a:ln w="12700">
            <a:solidFill>
              <a:srgbClr val="16213E"/>
            </a:solidFill>
            <a:prstDash val="solid"/>
          </a:ln>
        </p:spPr>
      </p:sp>
      <p:sp>
        <p:nvSpPr>
          <p:cNvPr id="11" name="Deco fish 2 body"/>
          <p:cNvSpPr/>
          <p:nvPr/>
        </p:nvSpPr>
        <p:spPr>
          <a:xfrm>
            <a:off x="7406640" y="502920"/>
            <a:ext cx="914400" cy="594360"/>
          </a:xfrm>
          <a:prstGeom prst="ellipse">
            <a:avLst/>
          </a:prstGeom>
          <a:solidFill>
            <a:srgbClr val="7C6CF0"/>
          </a:solidFill>
          <a:ln w="12700">
            <a:solidFill>
              <a:srgbClr val="7C6CF0"/>
            </a:solidFill>
            <a:prstDash val="solid"/>
          </a:ln>
        </p:spPr>
      </p:sp>
      <p:sp>
        <p:nvSpPr>
          <p:cNvPr id="12" name="Deco fish 2 tail"/>
          <p:cNvSpPr/>
          <p:nvPr/>
        </p:nvSpPr>
        <p:spPr>
          <a:xfrm rot="5400000">
            <a:off x="8229600" y="576072"/>
            <a:ext cx="411480" cy="411480"/>
          </a:xfrm>
          <a:prstGeom prst="triangle">
            <a:avLst/>
          </a:prstGeom>
          <a:solidFill>
            <a:srgbClr val="7C6CF0"/>
          </a:solidFill>
          <a:ln w="12700">
            <a:solidFill>
              <a:srgbClr val="7C6CF0"/>
            </a:solidFill>
            <a:prstDash val="solid"/>
          </a:ln>
        </p:spPr>
      </p:sp>
      <p:sp>
        <p:nvSpPr>
          <p:cNvPr id="13" name="Deco fish 2 eye"/>
          <p:cNvSpPr/>
          <p:nvPr/>
        </p:nvSpPr>
        <p:spPr>
          <a:xfrm>
            <a:off x="7589520" y="640080"/>
            <a:ext cx="118872" cy="118872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bubble 1"/>
          <p:cNvSpPr/>
          <p:nvPr/>
        </p:nvSpPr>
        <p:spPr>
          <a:xfrm>
            <a:off x="2103120" y="320040"/>
            <a:ext cx="274320" cy="27432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5" name="Deco bubble 2"/>
          <p:cNvSpPr/>
          <p:nvPr/>
        </p:nvSpPr>
        <p:spPr>
          <a:xfrm>
            <a:off x="2514600" y="731520"/>
            <a:ext cx="164592" cy="164592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Deco bubble 3"/>
          <p:cNvSpPr/>
          <p:nvPr/>
        </p:nvSpPr>
        <p:spPr>
          <a:xfrm>
            <a:off x="6675120" y="365760"/>
            <a:ext cx="237744" cy="23774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bubble 4"/>
          <p:cNvSpPr/>
          <p:nvPr/>
        </p:nvSpPr>
        <p:spPr>
          <a:xfrm>
            <a:off x="6309360" y="777240"/>
            <a:ext cx="146304" cy="14630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8" name="Deco starfish 1"/>
          <p:cNvSpPr/>
          <p:nvPr/>
        </p:nvSpPr>
        <p:spPr>
          <a:xfrm>
            <a:off x="1097280" y="4206240"/>
            <a:ext cx="640080" cy="640080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9" name="Deco starfish 2"/>
          <p:cNvSpPr/>
          <p:nvPr/>
        </p:nvSpPr>
        <p:spPr>
          <a:xfrm>
            <a:off x="7406640" y="4206240"/>
            <a:ext cx="640080" cy="640080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0" name="Deco friend 1"/>
          <p:cNvSpPr/>
          <p:nvPr/>
        </p:nvSpPr>
        <p:spPr>
          <a:xfrm>
            <a:off x="274320" y="4251960"/>
            <a:ext cx="548640" cy="548640"/>
          </a:xfrm>
          <a:prstGeom prst="smileyFace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21" name="Deco friend 2"/>
          <p:cNvSpPr/>
          <p:nvPr/>
        </p:nvSpPr>
        <p:spPr>
          <a:xfrm>
            <a:off x="8229600" y="4251960"/>
            <a:ext cx="548640" cy="548640"/>
          </a:xfrm>
          <a:prstGeom prst="smileyFace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2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2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2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9000" dirty="0"/>
          </a:p>
        </p:txBody>
      </p:sp>
      <p:sp>
        <p:nvSpPr>
          <p:cNvPr id="28" name="F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تُ</a:t>
            </a:r>
            <a:endParaRPr lang="ar-SA" sz="9000" dirty="0"/>
          </a:p>
        </p:txBody>
      </p:sp>
      <p:sp>
        <p:nvSpPr>
          <p:cNvPr id="2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9000" dirty="0"/>
          </a:p>
        </p:txBody>
      </p:sp>
      <p:sp>
        <p:nvSpPr>
          <p:cNvPr id="30" name="F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أُ</a:t>
            </a:r>
            <a:endParaRPr lang="ar-SA" sz="9000" dirty="0"/>
          </a:p>
        </p:txBody>
      </p:sp>
      <p:sp>
        <p:nvSpPr>
          <p:cNvPr id="3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تُأُ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7" grpId="0"/>
      <p:bldP spid="28" grpId="0"/>
      <p:bldP spid="25" grpId="0" animBg="1"/>
      <p:bldP spid="29" grpId="0"/>
      <p:bldP spid="30" grpId="0"/>
      <p:bldP spid="26" grpId="0" animBg="1"/>
      <p:bldP spid="31" grpId="0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CFF1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and left"/>
          <p:cNvSpPr/>
          <p:nvPr/>
        </p:nvSpPr>
        <p:spPr>
          <a:xfrm>
            <a:off x="-1097280" y="4617720"/>
            <a:ext cx="4937760" cy="1371600"/>
          </a:xfrm>
          <a:prstGeom prst="ellipse">
            <a:avLst/>
          </a:prstGeom>
          <a:solidFill>
            <a:srgbClr val="F6D98B"/>
          </a:solidFill>
          <a:ln w="12700">
            <a:solidFill>
              <a:srgbClr val="F6D98B"/>
            </a:solidFill>
            <a:prstDash val="solid"/>
          </a:ln>
        </p:spPr>
      </p:sp>
      <p:sp>
        <p:nvSpPr>
          <p:cNvPr id="3" name="Deco sand right"/>
          <p:cNvSpPr/>
          <p:nvPr/>
        </p:nvSpPr>
        <p:spPr>
          <a:xfrm>
            <a:off x="4023360" y="4709160"/>
            <a:ext cx="5852160" cy="1371600"/>
          </a:xfrm>
          <a:prstGeom prst="ellipse">
            <a:avLst/>
          </a:prstGeom>
          <a:solidFill>
            <a:srgbClr val="F2CF76"/>
          </a:solidFill>
          <a:ln w="12700">
            <a:solidFill>
              <a:srgbClr val="F2CF76"/>
            </a:solidFill>
            <a:prstDash val="solid"/>
          </a:ln>
        </p:spPr>
      </p:sp>
      <p:sp>
        <p:nvSpPr>
          <p:cNvPr id="4" name="Deco seaweed 1"/>
          <p:cNvSpPr/>
          <p:nvPr/>
        </p:nvSpPr>
        <p:spPr>
          <a:xfrm>
            <a:off x="137160" y="3977640"/>
            <a:ext cx="201168" cy="822960"/>
          </a:xfrm>
          <a:prstGeom prst="ellipse">
            <a:avLst/>
          </a:prstGeom>
          <a:solidFill>
            <a:srgbClr val="3FBF8F"/>
          </a:solidFill>
          <a:ln w="12700">
            <a:solidFill>
              <a:srgbClr val="3FBF8F"/>
            </a:solidFill>
            <a:prstDash val="solid"/>
          </a:ln>
        </p:spPr>
      </p:sp>
      <p:sp>
        <p:nvSpPr>
          <p:cNvPr id="5" name="Deco seaweed 2"/>
          <p:cNvSpPr/>
          <p:nvPr/>
        </p:nvSpPr>
        <p:spPr>
          <a:xfrm>
            <a:off x="411480" y="4160520"/>
            <a:ext cx="182880" cy="640080"/>
          </a:xfrm>
          <a:prstGeom prst="ellipse">
            <a:avLst/>
          </a:prstGeom>
          <a:solidFill>
            <a:srgbClr val="2FA77A"/>
          </a:solidFill>
          <a:ln w="12700">
            <a:solidFill>
              <a:srgbClr val="2FA77A"/>
            </a:solidFill>
            <a:prstDash val="solid"/>
          </a:ln>
        </p:spPr>
      </p:sp>
      <p:sp>
        <p:nvSpPr>
          <p:cNvPr id="6" name="Deco seaweed 3"/>
          <p:cNvSpPr/>
          <p:nvPr/>
        </p:nvSpPr>
        <p:spPr>
          <a:xfrm>
            <a:off x="8549640" y="3977640"/>
            <a:ext cx="201168" cy="822960"/>
          </a:xfrm>
          <a:prstGeom prst="ellipse">
            <a:avLst/>
          </a:prstGeom>
          <a:solidFill>
            <a:srgbClr val="3FBF8F"/>
          </a:solidFill>
          <a:ln w="12700">
            <a:solidFill>
              <a:srgbClr val="3FBF8F"/>
            </a:solidFill>
            <a:prstDash val="solid"/>
          </a:ln>
        </p:spPr>
      </p:sp>
      <p:sp>
        <p:nvSpPr>
          <p:cNvPr id="7" name="Deco seaweed 4"/>
          <p:cNvSpPr/>
          <p:nvPr/>
        </p:nvSpPr>
        <p:spPr>
          <a:xfrm>
            <a:off x="8275320" y="4160520"/>
            <a:ext cx="182880" cy="640080"/>
          </a:xfrm>
          <a:prstGeom prst="ellipse">
            <a:avLst/>
          </a:prstGeom>
          <a:solidFill>
            <a:srgbClr val="2FA77A"/>
          </a:solidFill>
          <a:ln w="12700">
            <a:solidFill>
              <a:srgbClr val="2FA77A"/>
            </a:solidFill>
            <a:prstDash val="solid"/>
          </a:ln>
        </p:spPr>
      </p:sp>
      <p:sp>
        <p:nvSpPr>
          <p:cNvPr id="8" name="Deco fish 1 body"/>
          <p:cNvSpPr/>
          <p:nvPr/>
        </p:nvSpPr>
        <p:spPr>
          <a:xfrm>
            <a:off x="640080" y="411480"/>
            <a:ext cx="1005840" cy="640080"/>
          </a:xfrm>
          <a:prstGeom prst="ellips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9" name="Deco fish 1 tail"/>
          <p:cNvSpPr/>
          <p:nvPr/>
        </p:nvSpPr>
        <p:spPr>
          <a:xfrm rot="16200000">
            <a:off x="320040" y="502920"/>
            <a:ext cx="457200" cy="457200"/>
          </a:xfrm>
          <a:prstGeom prst="triangl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10" name="Deco fish 1 eye"/>
          <p:cNvSpPr/>
          <p:nvPr/>
        </p:nvSpPr>
        <p:spPr>
          <a:xfrm>
            <a:off x="1298448" y="566928"/>
            <a:ext cx="128016" cy="128016"/>
          </a:xfrm>
          <a:prstGeom prst="ellipse">
            <a:avLst/>
          </a:prstGeom>
          <a:solidFill>
            <a:srgbClr val="16213E"/>
          </a:solidFill>
          <a:ln w="12700">
            <a:solidFill>
              <a:srgbClr val="16213E"/>
            </a:solidFill>
            <a:prstDash val="solid"/>
          </a:ln>
        </p:spPr>
      </p:sp>
      <p:sp>
        <p:nvSpPr>
          <p:cNvPr id="11" name="Deco fish 2 body"/>
          <p:cNvSpPr/>
          <p:nvPr/>
        </p:nvSpPr>
        <p:spPr>
          <a:xfrm>
            <a:off x="7406640" y="502920"/>
            <a:ext cx="914400" cy="594360"/>
          </a:xfrm>
          <a:prstGeom prst="ellipse">
            <a:avLst/>
          </a:prstGeom>
          <a:solidFill>
            <a:srgbClr val="7C6CF0"/>
          </a:solidFill>
          <a:ln w="12700">
            <a:solidFill>
              <a:srgbClr val="7C6CF0"/>
            </a:solidFill>
            <a:prstDash val="solid"/>
          </a:ln>
        </p:spPr>
      </p:sp>
      <p:sp>
        <p:nvSpPr>
          <p:cNvPr id="12" name="Deco fish 2 tail"/>
          <p:cNvSpPr/>
          <p:nvPr/>
        </p:nvSpPr>
        <p:spPr>
          <a:xfrm rot="5400000">
            <a:off x="8229600" y="576072"/>
            <a:ext cx="411480" cy="411480"/>
          </a:xfrm>
          <a:prstGeom prst="triangle">
            <a:avLst/>
          </a:prstGeom>
          <a:solidFill>
            <a:srgbClr val="7C6CF0"/>
          </a:solidFill>
          <a:ln w="12700">
            <a:solidFill>
              <a:srgbClr val="7C6CF0"/>
            </a:solidFill>
            <a:prstDash val="solid"/>
          </a:ln>
        </p:spPr>
      </p:sp>
      <p:sp>
        <p:nvSpPr>
          <p:cNvPr id="13" name="Deco fish 2 eye"/>
          <p:cNvSpPr/>
          <p:nvPr/>
        </p:nvSpPr>
        <p:spPr>
          <a:xfrm>
            <a:off x="7589520" y="640080"/>
            <a:ext cx="118872" cy="118872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bubble 1"/>
          <p:cNvSpPr/>
          <p:nvPr/>
        </p:nvSpPr>
        <p:spPr>
          <a:xfrm>
            <a:off x="2103120" y="320040"/>
            <a:ext cx="274320" cy="27432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5" name="Deco bubble 2"/>
          <p:cNvSpPr/>
          <p:nvPr/>
        </p:nvSpPr>
        <p:spPr>
          <a:xfrm>
            <a:off x="2514600" y="731520"/>
            <a:ext cx="164592" cy="164592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Deco bubble 3"/>
          <p:cNvSpPr/>
          <p:nvPr/>
        </p:nvSpPr>
        <p:spPr>
          <a:xfrm>
            <a:off x="6675120" y="365760"/>
            <a:ext cx="237744" cy="23774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bubble 4"/>
          <p:cNvSpPr/>
          <p:nvPr/>
        </p:nvSpPr>
        <p:spPr>
          <a:xfrm>
            <a:off x="6309360" y="777240"/>
            <a:ext cx="146304" cy="14630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8" name="Deco starfish 1"/>
          <p:cNvSpPr/>
          <p:nvPr/>
        </p:nvSpPr>
        <p:spPr>
          <a:xfrm>
            <a:off x="1097280" y="4206240"/>
            <a:ext cx="640080" cy="640080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9" name="Deco starfish 2"/>
          <p:cNvSpPr/>
          <p:nvPr/>
        </p:nvSpPr>
        <p:spPr>
          <a:xfrm>
            <a:off x="7406640" y="4206240"/>
            <a:ext cx="640080" cy="640080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0" name="Deco friend 1"/>
          <p:cNvSpPr/>
          <p:nvPr/>
        </p:nvSpPr>
        <p:spPr>
          <a:xfrm>
            <a:off x="274320" y="4251960"/>
            <a:ext cx="548640" cy="548640"/>
          </a:xfrm>
          <a:prstGeom prst="smileyFace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21" name="Deco friend 2"/>
          <p:cNvSpPr/>
          <p:nvPr/>
        </p:nvSpPr>
        <p:spPr>
          <a:xfrm>
            <a:off x="8229600" y="4251960"/>
            <a:ext cx="548640" cy="548640"/>
          </a:xfrm>
          <a:prstGeom prst="smileyFace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2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2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2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9000" dirty="0"/>
          </a:p>
        </p:txBody>
      </p:sp>
      <p:sp>
        <p:nvSpPr>
          <p:cNvPr id="28" name="F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ثُ</a:t>
            </a:r>
            <a:endParaRPr lang="ar-SA" sz="9000" dirty="0"/>
          </a:p>
        </p:txBody>
      </p:sp>
      <p:sp>
        <p:nvSpPr>
          <p:cNvPr id="2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9000" dirty="0"/>
          </a:p>
        </p:txBody>
      </p:sp>
      <p:sp>
        <p:nvSpPr>
          <p:cNvPr id="30" name="F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أُ</a:t>
            </a:r>
            <a:endParaRPr lang="ar-SA" sz="9000" dirty="0"/>
          </a:p>
        </p:txBody>
      </p:sp>
      <p:sp>
        <p:nvSpPr>
          <p:cNvPr id="3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ثُأُ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7" grpId="0"/>
      <p:bldP spid="28" grpId="0"/>
      <p:bldP spid="25" grpId="0" animBg="1"/>
      <p:bldP spid="29" grpId="0"/>
      <p:bldP spid="30" grpId="0"/>
      <p:bldP spid="26" grpId="0" animBg="1"/>
      <p:bldP spid="31" grpId="0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CFF1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and left"/>
          <p:cNvSpPr/>
          <p:nvPr/>
        </p:nvSpPr>
        <p:spPr>
          <a:xfrm>
            <a:off x="-1097280" y="4617720"/>
            <a:ext cx="4937760" cy="1371600"/>
          </a:xfrm>
          <a:prstGeom prst="ellipse">
            <a:avLst/>
          </a:prstGeom>
          <a:solidFill>
            <a:srgbClr val="F6D98B"/>
          </a:solidFill>
          <a:ln w="12700">
            <a:solidFill>
              <a:srgbClr val="F6D98B"/>
            </a:solidFill>
            <a:prstDash val="solid"/>
          </a:ln>
        </p:spPr>
      </p:sp>
      <p:sp>
        <p:nvSpPr>
          <p:cNvPr id="3" name="Deco sand right"/>
          <p:cNvSpPr/>
          <p:nvPr/>
        </p:nvSpPr>
        <p:spPr>
          <a:xfrm>
            <a:off x="4023360" y="4709160"/>
            <a:ext cx="5852160" cy="1371600"/>
          </a:xfrm>
          <a:prstGeom prst="ellipse">
            <a:avLst/>
          </a:prstGeom>
          <a:solidFill>
            <a:srgbClr val="F2CF76"/>
          </a:solidFill>
          <a:ln w="12700">
            <a:solidFill>
              <a:srgbClr val="F2CF76"/>
            </a:solidFill>
            <a:prstDash val="solid"/>
          </a:ln>
        </p:spPr>
      </p:sp>
      <p:sp>
        <p:nvSpPr>
          <p:cNvPr id="4" name="Deco seaweed 1"/>
          <p:cNvSpPr/>
          <p:nvPr/>
        </p:nvSpPr>
        <p:spPr>
          <a:xfrm>
            <a:off x="137160" y="3977640"/>
            <a:ext cx="201168" cy="822960"/>
          </a:xfrm>
          <a:prstGeom prst="ellipse">
            <a:avLst/>
          </a:prstGeom>
          <a:solidFill>
            <a:srgbClr val="3FBF8F"/>
          </a:solidFill>
          <a:ln w="12700">
            <a:solidFill>
              <a:srgbClr val="3FBF8F"/>
            </a:solidFill>
            <a:prstDash val="solid"/>
          </a:ln>
        </p:spPr>
      </p:sp>
      <p:sp>
        <p:nvSpPr>
          <p:cNvPr id="5" name="Deco seaweed 2"/>
          <p:cNvSpPr/>
          <p:nvPr/>
        </p:nvSpPr>
        <p:spPr>
          <a:xfrm>
            <a:off x="411480" y="4160520"/>
            <a:ext cx="182880" cy="640080"/>
          </a:xfrm>
          <a:prstGeom prst="ellipse">
            <a:avLst/>
          </a:prstGeom>
          <a:solidFill>
            <a:srgbClr val="2FA77A"/>
          </a:solidFill>
          <a:ln w="12700">
            <a:solidFill>
              <a:srgbClr val="2FA77A"/>
            </a:solidFill>
            <a:prstDash val="solid"/>
          </a:ln>
        </p:spPr>
      </p:sp>
      <p:sp>
        <p:nvSpPr>
          <p:cNvPr id="6" name="Deco seaweed 3"/>
          <p:cNvSpPr/>
          <p:nvPr/>
        </p:nvSpPr>
        <p:spPr>
          <a:xfrm>
            <a:off x="8549640" y="3977640"/>
            <a:ext cx="201168" cy="822960"/>
          </a:xfrm>
          <a:prstGeom prst="ellipse">
            <a:avLst/>
          </a:prstGeom>
          <a:solidFill>
            <a:srgbClr val="3FBF8F"/>
          </a:solidFill>
          <a:ln w="12700">
            <a:solidFill>
              <a:srgbClr val="3FBF8F"/>
            </a:solidFill>
            <a:prstDash val="solid"/>
          </a:ln>
        </p:spPr>
      </p:sp>
      <p:sp>
        <p:nvSpPr>
          <p:cNvPr id="7" name="Deco seaweed 4"/>
          <p:cNvSpPr/>
          <p:nvPr/>
        </p:nvSpPr>
        <p:spPr>
          <a:xfrm>
            <a:off x="8275320" y="4160520"/>
            <a:ext cx="182880" cy="640080"/>
          </a:xfrm>
          <a:prstGeom prst="ellipse">
            <a:avLst/>
          </a:prstGeom>
          <a:solidFill>
            <a:srgbClr val="2FA77A"/>
          </a:solidFill>
          <a:ln w="12700">
            <a:solidFill>
              <a:srgbClr val="2FA77A"/>
            </a:solidFill>
            <a:prstDash val="solid"/>
          </a:ln>
        </p:spPr>
      </p:sp>
      <p:sp>
        <p:nvSpPr>
          <p:cNvPr id="8" name="Deco fish 1 body"/>
          <p:cNvSpPr/>
          <p:nvPr/>
        </p:nvSpPr>
        <p:spPr>
          <a:xfrm>
            <a:off x="640080" y="411480"/>
            <a:ext cx="1005840" cy="640080"/>
          </a:xfrm>
          <a:prstGeom prst="ellips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9" name="Deco fish 1 tail"/>
          <p:cNvSpPr/>
          <p:nvPr/>
        </p:nvSpPr>
        <p:spPr>
          <a:xfrm rot="16200000">
            <a:off x="320040" y="502920"/>
            <a:ext cx="457200" cy="457200"/>
          </a:xfrm>
          <a:prstGeom prst="triangl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10" name="Deco fish 1 eye"/>
          <p:cNvSpPr/>
          <p:nvPr/>
        </p:nvSpPr>
        <p:spPr>
          <a:xfrm>
            <a:off x="1298448" y="566928"/>
            <a:ext cx="128016" cy="128016"/>
          </a:xfrm>
          <a:prstGeom prst="ellipse">
            <a:avLst/>
          </a:prstGeom>
          <a:solidFill>
            <a:srgbClr val="16213E"/>
          </a:solidFill>
          <a:ln w="12700">
            <a:solidFill>
              <a:srgbClr val="16213E"/>
            </a:solidFill>
            <a:prstDash val="solid"/>
          </a:ln>
        </p:spPr>
      </p:sp>
      <p:sp>
        <p:nvSpPr>
          <p:cNvPr id="11" name="Deco fish 2 body"/>
          <p:cNvSpPr/>
          <p:nvPr/>
        </p:nvSpPr>
        <p:spPr>
          <a:xfrm>
            <a:off x="7406640" y="502920"/>
            <a:ext cx="914400" cy="594360"/>
          </a:xfrm>
          <a:prstGeom prst="ellipse">
            <a:avLst/>
          </a:prstGeom>
          <a:solidFill>
            <a:srgbClr val="7C6CF0"/>
          </a:solidFill>
          <a:ln w="12700">
            <a:solidFill>
              <a:srgbClr val="7C6CF0"/>
            </a:solidFill>
            <a:prstDash val="solid"/>
          </a:ln>
        </p:spPr>
      </p:sp>
      <p:sp>
        <p:nvSpPr>
          <p:cNvPr id="12" name="Deco fish 2 tail"/>
          <p:cNvSpPr/>
          <p:nvPr/>
        </p:nvSpPr>
        <p:spPr>
          <a:xfrm rot="5400000">
            <a:off x="8229600" y="576072"/>
            <a:ext cx="411480" cy="411480"/>
          </a:xfrm>
          <a:prstGeom prst="triangle">
            <a:avLst/>
          </a:prstGeom>
          <a:solidFill>
            <a:srgbClr val="7C6CF0"/>
          </a:solidFill>
          <a:ln w="12700">
            <a:solidFill>
              <a:srgbClr val="7C6CF0"/>
            </a:solidFill>
            <a:prstDash val="solid"/>
          </a:ln>
        </p:spPr>
      </p:sp>
      <p:sp>
        <p:nvSpPr>
          <p:cNvPr id="13" name="Deco fish 2 eye"/>
          <p:cNvSpPr/>
          <p:nvPr/>
        </p:nvSpPr>
        <p:spPr>
          <a:xfrm>
            <a:off x="7589520" y="640080"/>
            <a:ext cx="118872" cy="118872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bubble 1"/>
          <p:cNvSpPr/>
          <p:nvPr/>
        </p:nvSpPr>
        <p:spPr>
          <a:xfrm>
            <a:off x="2103120" y="320040"/>
            <a:ext cx="274320" cy="27432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5" name="Deco bubble 2"/>
          <p:cNvSpPr/>
          <p:nvPr/>
        </p:nvSpPr>
        <p:spPr>
          <a:xfrm>
            <a:off x="2514600" y="731520"/>
            <a:ext cx="164592" cy="164592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Deco bubble 3"/>
          <p:cNvSpPr/>
          <p:nvPr/>
        </p:nvSpPr>
        <p:spPr>
          <a:xfrm>
            <a:off x="6675120" y="365760"/>
            <a:ext cx="237744" cy="23774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bubble 4"/>
          <p:cNvSpPr/>
          <p:nvPr/>
        </p:nvSpPr>
        <p:spPr>
          <a:xfrm>
            <a:off x="6309360" y="777240"/>
            <a:ext cx="146304" cy="14630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8" name="Deco starfish 1"/>
          <p:cNvSpPr/>
          <p:nvPr/>
        </p:nvSpPr>
        <p:spPr>
          <a:xfrm>
            <a:off x="1097280" y="4206240"/>
            <a:ext cx="640080" cy="640080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9" name="Deco starfish 2"/>
          <p:cNvSpPr/>
          <p:nvPr/>
        </p:nvSpPr>
        <p:spPr>
          <a:xfrm>
            <a:off x="7406640" y="4206240"/>
            <a:ext cx="640080" cy="640080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0" name="Deco friend 1"/>
          <p:cNvSpPr/>
          <p:nvPr/>
        </p:nvSpPr>
        <p:spPr>
          <a:xfrm>
            <a:off x="274320" y="4251960"/>
            <a:ext cx="548640" cy="548640"/>
          </a:xfrm>
          <a:prstGeom prst="smileyFace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21" name="Deco friend 2"/>
          <p:cNvSpPr/>
          <p:nvPr/>
        </p:nvSpPr>
        <p:spPr>
          <a:xfrm>
            <a:off x="8229600" y="4251960"/>
            <a:ext cx="548640" cy="548640"/>
          </a:xfrm>
          <a:prstGeom prst="smileyFace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2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2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2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9000" dirty="0"/>
          </a:p>
        </p:txBody>
      </p:sp>
      <p:sp>
        <p:nvSpPr>
          <p:cNvPr id="28" name="F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جُ</a:t>
            </a:r>
            <a:endParaRPr lang="ar-SA" sz="9000" dirty="0"/>
          </a:p>
        </p:txBody>
      </p:sp>
      <p:sp>
        <p:nvSpPr>
          <p:cNvPr id="2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9000" dirty="0"/>
          </a:p>
        </p:txBody>
      </p:sp>
      <p:sp>
        <p:nvSpPr>
          <p:cNvPr id="30" name="F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أُ</a:t>
            </a:r>
            <a:endParaRPr lang="ar-SA" sz="9000" dirty="0"/>
          </a:p>
        </p:txBody>
      </p:sp>
      <p:sp>
        <p:nvSpPr>
          <p:cNvPr id="3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جُأُ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7" grpId="0"/>
      <p:bldP spid="28" grpId="0"/>
      <p:bldP spid="25" grpId="0" animBg="1"/>
      <p:bldP spid="29" grpId="0"/>
      <p:bldP spid="30" grpId="0"/>
      <p:bldP spid="26" grpId="0" animBg="1"/>
      <p:bldP spid="31" grpId="0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CFF1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and left"/>
          <p:cNvSpPr/>
          <p:nvPr/>
        </p:nvSpPr>
        <p:spPr>
          <a:xfrm>
            <a:off x="-1097280" y="4617720"/>
            <a:ext cx="4937760" cy="1371600"/>
          </a:xfrm>
          <a:prstGeom prst="ellipse">
            <a:avLst/>
          </a:prstGeom>
          <a:solidFill>
            <a:srgbClr val="F6D98B"/>
          </a:solidFill>
          <a:ln w="12700">
            <a:solidFill>
              <a:srgbClr val="F6D98B"/>
            </a:solidFill>
            <a:prstDash val="solid"/>
          </a:ln>
        </p:spPr>
      </p:sp>
      <p:sp>
        <p:nvSpPr>
          <p:cNvPr id="3" name="Deco sand right"/>
          <p:cNvSpPr/>
          <p:nvPr/>
        </p:nvSpPr>
        <p:spPr>
          <a:xfrm>
            <a:off x="4023360" y="4709160"/>
            <a:ext cx="5852160" cy="1371600"/>
          </a:xfrm>
          <a:prstGeom prst="ellipse">
            <a:avLst/>
          </a:prstGeom>
          <a:solidFill>
            <a:srgbClr val="F2CF76"/>
          </a:solidFill>
          <a:ln w="12700">
            <a:solidFill>
              <a:srgbClr val="F2CF76"/>
            </a:solidFill>
            <a:prstDash val="solid"/>
          </a:ln>
        </p:spPr>
      </p:sp>
      <p:sp>
        <p:nvSpPr>
          <p:cNvPr id="4" name="Deco seaweed 1"/>
          <p:cNvSpPr/>
          <p:nvPr/>
        </p:nvSpPr>
        <p:spPr>
          <a:xfrm>
            <a:off x="137160" y="3977640"/>
            <a:ext cx="201168" cy="822960"/>
          </a:xfrm>
          <a:prstGeom prst="ellipse">
            <a:avLst/>
          </a:prstGeom>
          <a:solidFill>
            <a:srgbClr val="3FBF8F"/>
          </a:solidFill>
          <a:ln w="12700">
            <a:solidFill>
              <a:srgbClr val="3FBF8F"/>
            </a:solidFill>
            <a:prstDash val="solid"/>
          </a:ln>
        </p:spPr>
      </p:sp>
      <p:sp>
        <p:nvSpPr>
          <p:cNvPr id="5" name="Deco seaweed 2"/>
          <p:cNvSpPr/>
          <p:nvPr/>
        </p:nvSpPr>
        <p:spPr>
          <a:xfrm>
            <a:off x="411480" y="4160520"/>
            <a:ext cx="182880" cy="640080"/>
          </a:xfrm>
          <a:prstGeom prst="ellipse">
            <a:avLst/>
          </a:prstGeom>
          <a:solidFill>
            <a:srgbClr val="2FA77A"/>
          </a:solidFill>
          <a:ln w="12700">
            <a:solidFill>
              <a:srgbClr val="2FA77A"/>
            </a:solidFill>
            <a:prstDash val="solid"/>
          </a:ln>
        </p:spPr>
      </p:sp>
      <p:sp>
        <p:nvSpPr>
          <p:cNvPr id="6" name="Deco seaweed 3"/>
          <p:cNvSpPr/>
          <p:nvPr/>
        </p:nvSpPr>
        <p:spPr>
          <a:xfrm>
            <a:off x="8549640" y="3977640"/>
            <a:ext cx="201168" cy="822960"/>
          </a:xfrm>
          <a:prstGeom prst="ellipse">
            <a:avLst/>
          </a:prstGeom>
          <a:solidFill>
            <a:srgbClr val="3FBF8F"/>
          </a:solidFill>
          <a:ln w="12700">
            <a:solidFill>
              <a:srgbClr val="3FBF8F"/>
            </a:solidFill>
            <a:prstDash val="solid"/>
          </a:ln>
        </p:spPr>
      </p:sp>
      <p:sp>
        <p:nvSpPr>
          <p:cNvPr id="7" name="Deco seaweed 4"/>
          <p:cNvSpPr/>
          <p:nvPr/>
        </p:nvSpPr>
        <p:spPr>
          <a:xfrm>
            <a:off x="8275320" y="4160520"/>
            <a:ext cx="182880" cy="640080"/>
          </a:xfrm>
          <a:prstGeom prst="ellipse">
            <a:avLst/>
          </a:prstGeom>
          <a:solidFill>
            <a:srgbClr val="2FA77A"/>
          </a:solidFill>
          <a:ln w="12700">
            <a:solidFill>
              <a:srgbClr val="2FA77A"/>
            </a:solidFill>
            <a:prstDash val="solid"/>
          </a:ln>
        </p:spPr>
      </p:sp>
      <p:sp>
        <p:nvSpPr>
          <p:cNvPr id="8" name="Deco fish 1 body"/>
          <p:cNvSpPr/>
          <p:nvPr/>
        </p:nvSpPr>
        <p:spPr>
          <a:xfrm>
            <a:off x="640080" y="411480"/>
            <a:ext cx="1005840" cy="640080"/>
          </a:xfrm>
          <a:prstGeom prst="ellips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9" name="Deco fish 1 tail"/>
          <p:cNvSpPr/>
          <p:nvPr/>
        </p:nvSpPr>
        <p:spPr>
          <a:xfrm rot="16200000">
            <a:off x="320040" y="502920"/>
            <a:ext cx="457200" cy="457200"/>
          </a:xfrm>
          <a:prstGeom prst="triangl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10" name="Deco fish 1 eye"/>
          <p:cNvSpPr/>
          <p:nvPr/>
        </p:nvSpPr>
        <p:spPr>
          <a:xfrm>
            <a:off x="1298448" y="566928"/>
            <a:ext cx="128016" cy="128016"/>
          </a:xfrm>
          <a:prstGeom prst="ellipse">
            <a:avLst/>
          </a:prstGeom>
          <a:solidFill>
            <a:srgbClr val="16213E"/>
          </a:solidFill>
          <a:ln w="12700">
            <a:solidFill>
              <a:srgbClr val="16213E"/>
            </a:solidFill>
            <a:prstDash val="solid"/>
          </a:ln>
        </p:spPr>
      </p:sp>
      <p:sp>
        <p:nvSpPr>
          <p:cNvPr id="11" name="Deco fish 2 body"/>
          <p:cNvSpPr/>
          <p:nvPr/>
        </p:nvSpPr>
        <p:spPr>
          <a:xfrm>
            <a:off x="7406640" y="502920"/>
            <a:ext cx="914400" cy="594360"/>
          </a:xfrm>
          <a:prstGeom prst="ellipse">
            <a:avLst/>
          </a:prstGeom>
          <a:solidFill>
            <a:srgbClr val="7C6CF0"/>
          </a:solidFill>
          <a:ln w="12700">
            <a:solidFill>
              <a:srgbClr val="7C6CF0"/>
            </a:solidFill>
            <a:prstDash val="solid"/>
          </a:ln>
        </p:spPr>
      </p:sp>
      <p:sp>
        <p:nvSpPr>
          <p:cNvPr id="12" name="Deco fish 2 tail"/>
          <p:cNvSpPr/>
          <p:nvPr/>
        </p:nvSpPr>
        <p:spPr>
          <a:xfrm rot="5400000">
            <a:off x="8229600" y="576072"/>
            <a:ext cx="411480" cy="411480"/>
          </a:xfrm>
          <a:prstGeom prst="triangle">
            <a:avLst/>
          </a:prstGeom>
          <a:solidFill>
            <a:srgbClr val="7C6CF0"/>
          </a:solidFill>
          <a:ln w="12700">
            <a:solidFill>
              <a:srgbClr val="7C6CF0"/>
            </a:solidFill>
            <a:prstDash val="solid"/>
          </a:ln>
        </p:spPr>
      </p:sp>
      <p:sp>
        <p:nvSpPr>
          <p:cNvPr id="13" name="Deco fish 2 eye"/>
          <p:cNvSpPr/>
          <p:nvPr/>
        </p:nvSpPr>
        <p:spPr>
          <a:xfrm>
            <a:off x="7589520" y="640080"/>
            <a:ext cx="118872" cy="118872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bubble 1"/>
          <p:cNvSpPr/>
          <p:nvPr/>
        </p:nvSpPr>
        <p:spPr>
          <a:xfrm>
            <a:off x="2103120" y="320040"/>
            <a:ext cx="274320" cy="27432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5" name="Deco bubble 2"/>
          <p:cNvSpPr/>
          <p:nvPr/>
        </p:nvSpPr>
        <p:spPr>
          <a:xfrm>
            <a:off x="2514600" y="731520"/>
            <a:ext cx="164592" cy="164592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Deco bubble 3"/>
          <p:cNvSpPr/>
          <p:nvPr/>
        </p:nvSpPr>
        <p:spPr>
          <a:xfrm>
            <a:off x="6675120" y="365760"/>
            <a:ext cx="237744" cy="23774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bubble 4"/>
          <p:cNvSpPr/>
          <p:nvPr/>
        </p:nvSpPr>
        <p:spPr>
          <a:xfrm>
            <a:off x="6309360" y="777240"/>
            <a:ext cx="146304" cy="14630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8" name="Deco starfish 1"/>
          <p:cNvSpPr/>
          <p:nvPr/>
        </p:nvSpPr>
        <p:spPr>
          <a:xfrm>
            <a:off x="1097280" y="4206240"/>
            <a:ext cx="640080" cy="640080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9" name="Deco starfish 2"/>
          <p:cNvSpPr/>
          <p:nvPr/>
        </p:nvSpPr>
        <p:spPr>
          <a:xfrm>
            <a:off x="7406640" y="4206240"/>
            <a:ext cx="640080" cy="640080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0" name="Deco friend 1"/>
          <p:cNvSpPr/>
          <p:nvPr/>
        </p:nvSpPr>
        <p:spPr>
          <a:xfrm>
            <a:off x="274320" y="4251960"/>
            <a:ext cx="548640" cy="548640"/>
          </a:xfrm>
          <a:prstGeom prst="smileyFace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21" name="Deco friend 2"/>
          <p:cNvSpPr/>
          <p:nvPr/>
        </p:nvSpPr>
        <p:spPr>
          <a:xfrm>
            <a:off x="8229600" y="4251960"/>
            <a:ext cx="548640" cy="548640"/>
          </a:xfrm>
          <a:prstGeom prst="smileyFace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2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2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2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9000" dirty="0"/>
          </a:p>
        </p:txBody>
      </p:sp>
      <p:sp>
        <p:nvSpPr>
          <p:cNvPr id="28" name="F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حُ</a:t>
            </a:r>
            <a:endParaRPr lang="ar-SA" sz="9000" dirty="0"/>
          </a:p>
        </p:txBody>
      </p:sp>
      <p:sp>
        <p:nvSpPr>
          <p:cNvPr id="2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9000" dirty="0"/>
          </a:p>
        </p:txBody>
      </p:sp>
      <p:sp>
        <p:nvSpPr>
          <p:cNvPr id="30" name="F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أُ</a:t>
            </a:r>
            <a:endParaRPr lang="ar-SA" sz="9000" dirty="0"/>
          </a:p>
        </p:txBody>
      </p:sp>
      <p:sp>
        <p:nvSpPr>
          <p:cNvPr id="3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حُأُ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7" grpId="0"/>
      <p:bldP spid="28" grpId="0"/>
      <p:bldP spid="25" grpId="0" animBg="1"/>
      <p:bldP spid="29" grpId="0"/>
      <p:bldP spid="30" grpId="0"/>
      <p:bldP spid="26" grpId="0" animBg="1"/>
      <p:bldP spid="31" grpId="0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CFF1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and left"/>
          <p:cNvSpPr/>
          <p:nvPr/>
        </p:nvSpPr>
        <p:spPr>
          <a:xfrm>
            <a:off x="-1097280" y="4617720"/>
            <a:ext cx="4937760" cy="1371600"/>
          </a:xfrm>
          <a:prstGeom prst="ellipse">
            <a:avLst/>
          </a:prstGeom>
          <a:solidFill>
            <a:srgbClr val="F6D98B"/>
          </a:solidFill>
          <a:ln w="12700">
            <a:solidFill>
              <a:srgbClr val="F6D98B"/>
            </a:solidFill>
            <a:prstDash val="solid"/>
          </a:ln>
        </p:spPr>
      </p:sp>
      <p:sp>
        <p:nvSpPr>
          <p:cNvPr id="3" name="Deco sand right"/>
          <p:cNvSpPr/>
          <p:nvPr/>
        </p:nvSpPr>
        <p:spPr>
          <a:xfrm>
            <a:off x="4023360" y="4709160"/>
            <a:ext cx="5852160" cy="1371600"/>
          </a:xfrm>
          <a:prstGeom prst="ellipse">
            <a:avLst/>
          </a:prstGeom>
          <a:solidFill>
            <a:srgbClr val="F2CF76"/>
          </a:solidFill>
          <a:ln w="12700">
            <a:solidFill>
              <a:srgbClr val="F2CF76"/>
            </a:solidFill>
            <a:prstDash val="solid"/>
          </a:ln>
        </p:spPr>
      </p:sp>
      <p:sp>
        <p:nvSpPr>
          <p:cNvPr id="4" name="Deco seaweed 1"/>
          <p:cNvSpPr/>
          <p:nvPr/>
        </p:nvSpPr>
        <p:spPr>
          <a:xfrm>
            <a:off x="137160" y="3977640"/>
            <a:ext cx="201168" cy="822960"/>
          </a:xfrm>
          <a:prstGeom prst="ellipse">
            <a:avLst/>
          </a:prstGeom>
          <a:solidFill>
            <a:srgbClr val="3FBF8F"/>
          </a:solidFill>
          <a:ln w="12700">
            <a:solidFill>
              <a:srgbClr val="3FBF8F"/>
            </a:solidFill>
            <a:prstDash val="solid"/>
          </a:ln>
        </p:spPr>
      </p:sp>
      <p:sp>
        <p:nvSpPr>
          <p:cNvPr id="5" name="Deco seaweed 2"/>
          <p:cNvSpPr/>
          <p:nvPr/>
        </p:nvSpPr>
        <p:spPr>
          <a:xfrm>
            <a:off x="411480" y="4160520"/>
            <a:ext cx="182880" cy="640080"/>
          </a:xfrm>
          <a:prstGeom prst="ellipse">
            <a:avLst/>
          </a:prstGeom>
          <a:solidFill>
            <a:srgbClr val="2FA77A"/>
          </a:solidFill>
          <a:ln w="12700">
            <a:solidFill>
              <a:srgbClr val="2FA77A"/>
            </a:solidFill>
            <a:prstDash val="solid"/>
          </a:ln>
        </p:spPr>
      </p:sp>
      <p:sp>
        <p:nvSpPr>
          <p:cNvPr id="6" name="Deco seaweed 3"/>
          <p:cNvSpPr/>
          <p:nvPr/>
        </p:nvSpPr>
        <p:spPr>
          <a:xfrm>
            <a:off x="8549640" y="3977640"/>
            <a:ext cx="201168" cy="822960"/>
          </a:xfrm>
          <a:prstGeom prst="ellipse">
            <a:avLst/>
          </a:prstGeom>
          <a:solidFill>
            <a:srgbClr val="3FBF8F"/>
          </a:solidFill>
          <a:ln w="12700">
            <a:solidFill>
              <a:srgbClr val="3FBF8F"/>
            </a:solidFill>
            <a:prstDash val="solid"/>
          </a:ln>
        </p:spPr>
      </p:sp>
      <p:sp>
        <p:nvSpPr>
          <p:cNvPr id="7" name="Deco seaweed 4"/>
          <p:cNvSpPr/>
          <p:nvPr/>
        </p:nvSpPr>
        <p:spPr>
          <a:xfrm>
            <a:off x="8275320" y="4160520"/>
            <a:ext cx="182880" cy="640080"/>
          </a:xfrm>
          <a:prstGeom prst="ellipse">
            <a:avLst/>
          </a:prstGeom>
          <a:solidFill>
            <a:srgbClr val="2FA77A"/>
          </a:solidFill>
          <a:ln w="12700">
            <a:solidFill>
              <a:srgbClr val="2FA77A"/>
            </a:solidFill>
            <a:prstDash val="solid"/>
          </a:ln>
        </p:spPr>
      </p:sp>
      <p:sp>
        <p:nvSpPr>
          <p:cNvPr id="8" name="Deco fish 1 body"/>
          <p:cNvSpPr/>
          <p:nvPr/>
        </p:nvSpPr>
        <p:spPr>
          <a:xfrm>
            <a:off x="640080" y="411480"/>
            <a:ext cx="1005840" cy="640080"/>
          </a:xfrm>
          <a:prstGeom prst="ellips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9" name="Deco fish 1 tail"/>
          <p:cNvSpPr/>
          <p:nvPr/>
        </p:nvSpPr>
        <p:spPr>
          <a:xfrm rot="16200000">
            <a:off x="320040" y="502920"/>
            <a:ext cx="457200" cy="457200"/>
          </a:xfrm>
          <a:prstGeom prst="triangl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10" name="Deco fish 1 eye"/>
          <p:cNvSpPr/>
          <p:nvPr/>
        </p:nvSpPr>
        <p:spPr>
          <a:xfrm>
            <a:off x="1298448" y="566928"/>
            <a:ext cx="128016" cy="128016"/>
          </a:xfrm>
          <a:prstGeom prst="ellipse">
            <a:avLst/>
          </a:prstGeom>
          <a:solidFill>
            <a:srgbClr val="16213E"/>
          </a:solidFill>
          <a:ln w="12700">
            <a:solidFill>
              <a:srgbClr val="16213E"/>
            </a:solidFill>
            <a:prstDash val="solid"/>
          </a:ln>
        </p:spPr>
      </p:sp>
      <p:sp>
        <p:nvSpPr>
          <p:cNvPr id="11" name="Deco fish 2 body"/>
          <p:cNvSpPr/>
          <p:nvPr/>
        </p:nvSpPr>
        <p:spPr>
          <a:xfrm>
            <a:off x="7406640" y="502920"/>
            <a:ext cx="914400" cy="594360"/>
          </a:xfrm>
          <a:prstGeom prst="ellipse">
            <a:avLst/>
          </a:prstGeom>
          <a:solidFill>
            <a:srgbClr val="7C6CF0"/>
          </a:solidFill>
          <a:ln w="12700">
            <a:solidFill>
              <a:srgbClr val="7C6CF0"/>
            </a:solidFill>
            <a:prstDash val="solid"/>
          </a:ln>
        </p:spPr>
      </p:sp>
      <p:sp>
        <p:nvSpPr>
          <p:cNvPr id="12" name="Deco fish 2 tail"/>
          <p:cNvSpPr/>
          <p:nvPr/>
        </p:nvSpPr>
        <p:spPr>
          <a:xfrm rot="5400000">
            <a:off x="8229600" y="576072"/>
            <a:ext cx="411480" cy="411480"/>
          </a:xfrm>
          <a:prstGeom prst="triangle">
            <a:avLst/>
          </a:prstGeom>
          <a:solidFill>
            <a:srgbClr val="7C6CF0"/>
          </a:solidFill>
          <a:ln w="12700">
            <a:solidFill>
              <a:srgbClr val="7C6CF0"/>
            </a:solidFill>
            <a:prstDash val="solid"/>
          </a:ln>
        </p:spPr>
      </p:sp>
      <p:sp>
        <p:nvSpPr>
          <p:cNvPr id="13" name="Deco fish 2 eye"/>
          <p:cNvSpPr/>
          <p:nvPr/>
        </p:nvSpPr>
        <p:spPr>
          <a:xfrm>
            <a:off x="7589520" y="640080"/>
            <a:ext cx="118872" cy="118872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bubble 1"/>
          <p:cNvSpPr/>
          <p:nvPr/>
        </p:nvSpPr>
        <p:spPr>
          <a:xfrm>
            <a:off x="2103120" y="320040"/>
            <a:ext cx="274320" cy="27432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5" name="Deco bubble 2"/>
          <p:cNvSpPr/>
          <p:nvPr/>
        </p:nvSpPr>
        <p:spPr>
          <a:xfrm>
            <a:off x="2514600" y="731520"/>
            <a:ext cx="164592" cy="164592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Deco bubble 3"/>
          <p:cNvSpPr/>
          <p:nvPr/>
        </p:nvSpPr>
        <p:spPr>
          <a:xfrm>
            <a:off x="6675120" y="365760"/>
            <a:ext cx="237744" cy="23774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bubble 4"/>
          <p:cNvSpPr/>
          <p:nvPr/>
        </p:nvSpPr>
        <p:spPr>
          <a:xfrm>
            <a:off x="6309360" y="777240"/>
            <a:ext cx="146304" cy="14630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8" name="Deco starfish 1"/>
          <p:cNvSpPr/>
          <p:nvPr/>
        </p:nvSpPr>
        <p:spPr>
          <a:xfrm>
            <a:off x="1097280" y="4206240"/>
            <a:ext cx="640080" cy="640080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9" name="Deco starfish 2"/>
          <p:cNvSpPr/>
          <p:nvPr/>
        </p:nvSpPr>
        <p:spPr>
          <a:xfrm>
            <a:off x="7406640" y="4206240"/>
            <a:ext cx="640080" cy="640080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0" name="Deco friend 1"/>
          <p:cNvSpPr/>
          <p:nvPr/>
        </p:nvSpPr>
        <p:spPr>
          <a:xfrm>
            <a:off x="274320" y="4251960"/>
            <a:ext cx="548640" cy="548640"/>
          </a:xfrm>
          <a:prstGeom prst="smileyFace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21" name="Deco friend 2"/>
          <p:cNvSpPr/>
          <p:nvPr/>
        </p:nvSpPr>
        <p:spPr>
          <a:xfrm>
            <a:off x="8229600" y="4251960"/>
            <a:ext cx="548640" cy="548640"/>
          </a:xfrm>
          <a:prstGeom prst="smileyFace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2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2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2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9000" dirty="0"/>
          </a:p>
        </p:txBody>
      </p:sp>
      <p:sp>
        <p:nvSpPr>
          <p:cNvPr id="28" name="F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خُ</a:t>
            </a:r>
            <a:endParaRPr lang="ar-SA" sz="9000" dirty="0"/>
          </a:p>
        </p:txBody>
      </p:sp>
      <p:sp>
        <p:nvSpPr>
          <p:cNvPr id="2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9000" dirty="0"/>
          </a:p>
        </p:txBody>
      </p:sp>
      <p:sp>
        <p:nvSpPr>
          <p:cNvPr id="30" name="F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أُ</a:t>
            </a:r>
            <a:endParaRPr lang="ar-SA" sz="9000" dirty="0"/>
          </a:p>
        </p:txBody>
      </p:sp>
      <p:sp>
        <p:nvSpPr>
          <p:cNvPr id="3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خُأُ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7" grpId="0"/>
      <p:bldP spid="28" grpId="0"/>
      <p:bldP spid="25" grpId="0" animBg="1"/>
      <p:bldP spid="29" grpId="0"/>
      <p:bldP spid="30" grpId="0"/>
      <p:bldP spid="26" grpId="0" animBg="1"/>
      <p:bldP spid="31" grpId="0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CFF1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and left"/>
          <p:cNvSpPr/>
          <p:nvPr/>
        </p:nvSpPr>
        <p:spPr>
          <a:xfrm>
            <a:off x="-1097280" y="4617720"/>
            <a:ext cx="4937760" cy="1371600"/>
          </a:xfrm>
          <a:prstGeom prst="ellipse">
            <a:avLst/>
          </a:prstGeom>
          <a:solidFill>
            <a:srgbClr val="F6D98B"/>
          </a:solidFill>
          <a:ln w="12700">
            <a:solidFill>
              <a:srgbClr val="F6D98B"/>
            </a:solidFill>
            <a:prstDash val="solid"/>
          </a:ln>
        </p:spPr>
      </p:sp>
      <p:sp>
        <p:nvSpPr>
          <p:cNvPr id="3" name="Deco sand right"/>
          <p:cNvSpPr/>
          <p:nvPr/>
        </p:nvSpPr>
        <p:spPr>
          <a:xfrm>
            <a:off x="4023360" y="4709160"/>
            <a:ext cx="5852160" cy="1371600"/>
          </a:xfrm>
          <a:prstGeom prst="ellipse">
            <a:avLst/>
          </a:prstGeom>
          <a:solidFill>
            <a:srgbClr val="F2CF76"/>
          </a:solidFill>
          <a:ln w="12700">
            <a:solidFill>
              <a:srgbClr val="F2CF76"/>
            </a:solidFill>
            <a:prstDash val="solid"/>
          </a:ln>
        </p:spPr>
      </p:sp>
      <p:sp>
        <p:nvSpPr>
          <p:cNvPr id="4" name="Deco seaweed 1"/>
          <p:cNvSpPr/>
          <p:nvPr/>
        </p:nvSpPr>
        <p:spPr>
          <a:xfrm>
            <a:off x="137160" y="3977640"/>
            <a:ext cx="201168" cy="822960"/>
          </a:xfrm>
          <a:prstGeom prst="ellipse">
            <a:avLst/>
          </a:prstGeom>
          <a:solidFill>
            <a:srgbClr val="3FBF8F"/>
          </a:solidFill>
          <a:ln w="12700">
            <a:solidFill>
              <a:srgbClr val="3FBF8F"/>
            </a:solidFill>
            <a:prstDash val="solid"/>
          </a:ln>
        </p:spPr>
      </p:sp>
      <p:sp>
        <p:nvSpPr>
          <p:cNvPr id="5" name="Deco seaweed 2"/>
          <p:cNvSpPr/>
          <p:nvPr/>
        </p:nvSpPr>
        <p:spPr>
          <a:xfrm>
            <a:off x="411480" y="4160520"/>
            <a:ext cx="182880" cy="640080"/>
          </a:xfrm>
          <a:prstGeom prst="ellipse">
            <a:avLst/>
          </a:prstGeom>
          <a:solidFill>
            <a:srgbClr val="2FA77A"/>
          </a:solidFill>
          <a:ln w="12700">
            <a:solidFill>
              <a:srgbClr val="2FA77A"/>
            </a:solidFill>
            <a:prstDash val="solid"/>
          </a:ln>
        </p:spPr>
      </p:sp>
      <p:sp>
        <p:nvSpPr>
          <p:cNvPr id="6" name="Deco seaweed 3"/>
          <p:cNvSpPr/>
          <p:nvPr/>
        </p:nvSpPr>
        <p:spPr>
          <a:xfrm>
            <a:off x="8549640" y="3977640"/>
            <a:ext cx="201168" cy="822960"/>
          </a:xfrm>
          <a:prstGeom prst="ellipse">
            <a:avLst/>
          </a:prstGeom>
          <a:solidFill>
            <a:srgbClr val="3FBF8F"/>
          </a:solidFill>
          <a:ln w="12700">
            <a:solidFill>
              <a:srgbClr val="3FBF8F"/>
            </a:solidFill>
            <a:prstDash val="solid"/>
          </a:ln>
        </p:spPr>
      </p:sp>
      <p:sp>
        <p:nvSpPr>
          <p:cNvPr id="7" name="Deco seaweed 4"/>
          <p:cNvSpPr/>
          <p:nvPr/>
        </p:nvSpPr>
        <p:spPr>
          <a:xfrm>
            <a:off x="8275320" y="4160520"/>
            <a:ext cx="182880" cy="640080"/>
          </a:xfrm>
          <a:prstGeom prst="ellipse">
            <a:avLst/>
          </a:prstGeom>
          <a:solidFill>
            <a:srgbClr val="2FA77A"/>
          </a:solidFill>
          <a:ln w="12700">
            <a:solidFill>
              <a:srgbClr val="2FA77A"/>
            </a:solidFill>
            <a:prstDash val="solid"/>
          </a:ln>
        </p:spPr>
      </p:sp>
      <p:sp>
        <p:nvSpPr>
          <p:cNvPr id="8" name="Deco fish 1 body"/>
          <p:cNvSpPr/>
          <p:nvPr/>
        </p:nvSpPr>
        <p:spPr>
          <a:xfrm>
            <a:off x="640080" y="411480"/>
            <a:ext cx="1005840" cy="640080"/>
          </a:xfrm>
          <a:prstGeom prst="ellips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9" name="Deco fish 1 tail"/>
          <p:cNvSpPr/>
          <p:nvPr/>
        </p:nvSpPr>
        <p:spPr>
          <a:xfrm rot="16200000">
            <a:off x="320040" y="502920"/>
            <a:ext cx="457200" cy="457200"/>
          </a:xfrm>
          <a:prstGeom prst="triangl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10" name="Deco fish 1 eye"/>
          <p:cNvSpPr/>
          <p:nvPr/>
        </p:nvSpPr>
        <p:spPr>
          <a:xfrm>
            <a:off x="1298448" y="566928"/>
            <a:ext cx="128016" cy="128016"/>
          </a:xfrm>
          <a:prstGeom prst="ellipse">
            <a:avLst/>
          </a:prstGeom>
          <a:solidFill>
            <a:srgbClr val="16213E"/>
          </a:solidFill>
          <a:ln w="12700">
            <a:solidFill>
              <a:srgbClr val="16213E"/>
            </a:solidFill>
            <a:prstDash val="solid"/>
          </a:ln>
        </p:spPr>
      </p:sp>
      <p:sp>
        <p:nvSpPr>
          <p:cNvPr id="11" name="Deco fish 2 body"/>
          <p:cNvSpPr/>
          <p:nvPr/>
        </p:nvSpPr>
        <p:spPr>
          <a:xfrm>
            <a:off x="7406640" y="502920"/>
            <a:ext cx="914400" cy="594360"/>
          </a:xfrm>
          <a:prstGeom prst="ellipse">
            <a:avLst/>
          </a:prstGeom>
          <a:solidFill>
            <a:srgbClr val="7C6CF0"/>
          </a:solidFill>
          <a:ln w="12700">
            <a:solidFill>
              <a:srgbClr val="7C6CF0"/>
            </a:solidFill>
            <a:prstDash val="solid"/>
          </a:ln>
        </p:spPr>
      </p:sp>
      <p:sp>
        <p:nvSpPr>
          <p:cNvPr id="12" name="Deco fish 2 tail"/>
          <p:cNvSpPr/>
          <p:nvPr/>
        </p:nvSpPr>
        <p:spPr>
          <a:xfrm rot="5400000">
            <a:off x="8229600" y="576072"/>
            <a:ext cx="411480" cy="411480"/>
          </a:xfrm>
          <a:prstGeom prst="triangle">
            <a:avLst/>
          </a:prstGeom>
          <a:solidFill>
            <a:srgbClr val="7C6CF0"/>
          </a:solidFill>
          <a:ln w="12700">
            <a:solidFill>
              <a:srgbClr val="7C6CF0"/>
            </a:solidFill>
            <a:prstDash val="solid"/>
          </a:ln>
        </p:spPr>
      </p:sp>
      <p:sp>
        <p:nvSpPr>
          <p:cNvPr id="13" name="Deco fish 2 eye"/>
          <p:cNvSpPr/>
          <p:nvPr/>
        </p:nvSpPr>
        <p:spPr>
          <a:xfrm>
            <a:off x="7589520" y="640080"/>
            <a:ext cx="118872" cy="118872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bubble 1"/>
          <p:cNvSpPr/>
          <p:nvPr/>
        </p:nvSpPr>
        <p:spPr>
          <a:xfrm>
            <a:off x="2103120" y="320040"/>
            <a:ext cx="274320" cy="27432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5" name="Deco bubble 2"/>
          <p:cNvSpPr/>
          <p:nvPr/>
        </p:nvSpPr>
        <p:spPr>
          <a:xfrm>
            <a:off x="2514600" y="731520"/>
            <a:ext cx="164592" cy="164592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Deco bubble 3"/>
          <p:cNvSpPr/>
          <p:nvPr/>
        </p:nvSpPr>
        <p:spPr>
          <a:xfrm>
            <a:off x="6675120" y="365760"/>
            <a:ext cx="237744" cy="23774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bubble 4"/>
          <p:cNvSpPr/>
          <p:nvPr/>
        </p:nvSpPr>
        <p:spPr>
          <a:xfrm>
            <a:off x="6309360" y="777240"/>
            <a:ext cx="146304" cy="14630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8" name="Deco starfish 1"/>
          <p:cNvSpPr/>
          <p:nvPr/>
        </p:nvSpPr>
        <p:spPr>
          <a:xfrm>
            <a:off x="1097280" y="4206240"/>
            <a:ext cx="640080" cy="640080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9" name="Deco starfish 2"/>
          <p:cNvSpPr/>
          <p:nvPr/>
        </p:nvSpPr>
        <p:spPr>
          <a:xfrm>
            <a:off x="7406640" y="4206240"/>
            <a:ext cx="640080" cy="640080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0" name="Deco friend 1"/>
          <p:cNvSpPr/>
          <p:nvPr/>
        </p:nvSpPr>
        <p:spPr>
          <a:xfrm>
            <a:off x="274320" y="4251960"/>
            <a:ext cx="548640" cy="548640"/>
          </a:xfrm>
          <a:prstGeom prst="smileyFace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21" name="Deco friend 2"/>
          <p:cNvSpPr/>
          <p:nvPr/>
        </p:nvSpPr>
        <p:spPr>
          <a:xfrm>
            <a:off x="8229600" y="4251960"/>
            <a:ext cx="548640" cy="548640"/>
          </a:xfrm>
          <a:prstGeom prst="smileyFace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2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2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2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9000" dirty="0"/>
          </a:p>
        </p:txBody>
      </p:sp>
      <p:sp>
        <p:nvSpPr>
          <p:cNvPr id="28" name="F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دُ</a:t>
            </a:r>
            <a:endParaRPr lang="ar-SA" sz="9000" dirty="0"/>
          </a:p>
        </p:txBody>
      </p:sp>
      <p:sp>
        <p:nvSpPr>
          <p:cNvPr id="2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9000" dirty="0"/>
          </a:p>
        </p:txBody>
      </p:sp>
      <p:sp>
        <p:nvSpPr>
          <p:cNvPr id="30" name="F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أُ</a:t>
            </a:r>
            <a:endParaRPr lang="ar-SA" sz="9000" dirty="0"/>
          </a:p>
        </p:txBody>
      </p:sp>
      <p:sp>
        <p:nvSpPr>
          <p:cNvPr id="3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دُأُ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7" grpId="0"/>
      <p:bldP spid="28" grpId="0"/>
      <p:bldP spid="25" grpId="0" animBg="1"/>
      <p:bldP spid="29" grpId="0"/>
      <p:bldP spid="30" grpId="0"/>
      <p:bldP spid="26" grpId="0" animBg="1"/>
      <p:bldP spid="31" grpId="0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CFF1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and left"/>
          <p:cNvSpPr/>
          <p:nvPr/>
        </p:nvSpPr>
        <p:spPr>
          <a:xfrm>
            <a:off x="-1097280" y="4617720"/>
            <a:ext cx="4937760" cy="1371600"/>
          </a:xfrm>
          <a:prstGeom prst="ellipse">
            <a:avLst/>
          </a:prstGeom>
          <a:solidFill>
            <a:srgbClr val="F6D98B"/>
          </a:solidFill>
          <a:ln w="12700">
            <a:solidFill>
              <a:srgbClr val="F6D98B"/>
            </a:solidFill>
            <a:prstDash val="solid"/>
          </a:ln>
        </p:spPr>
      </p:sp>
      <p:sp>
        <p:nvSpPr>
          <p:cNvPr id="3" name="Deco sand right"/>
          <p:cNvSpPr/>
          <p:nvPr/>
        </p:nvSpPr>
        <p:spPr>
          <a:xfrm>
            <a:off x="4023360" y="4709160"/>
            <a:ext cx="5852160" cy="1371600"/>
          </a:xfrm>
          <a:prstGeom prst="ellipse">
            <a:avLst/>
          </a:prstGeom>
          <a:solidFill>
            <a:srgbClr val="F2CF76"/>
          </a:solidFill>
          <a:ln w="12700">
            <a:solidFill>
              <a:srgbClr val="F2CF76"/>
            </a:solidFill>
            <a:prstDash val="solid"/>
          </a:ln>
        </p:spPr>
      </p:sp>
      <p:sp>
        <p:nvSpPr>
          <p:cNvPr id="4" name="Deco seaweed 1"/>
          <p:cNvSpPr/>
          <p:nvPr/>
        </p:nvSpPr>
        <p:spPr>
          <a:xfrm>
            <a:off x="137160" y="3977640"/>
            <a:ext cx="201168" cy="822960"/>
          </a:xfrm>
          <a:prstGeom prst="ellipse">
            <a:avLst/>
          </a:prstGeom>
          <a:solidFill>
            <a:srgbClr val="3FBF8F"/>
          </a:solidFill>
          <a:ln w="12700">
            <a:solidFill>
              <a:srgbClr val="3FBF8F"/>
            </a:solidFill>
            <a:prstDash val="solid"/>
          </a:ln>
        </p:spPr>
      </p:sp>
      <p:sp>
        <p:nvSpPr>
          <p:cNvPr id="5" name="Deco seaweed 2"/>
          <p:cNvSpPr/>
          <p:nvPr/>
        </p:nvSpPr>
        <p:spPr>
          <a:xfrm>
            <a:off x="411480" y="4160520"/>
            <a:ext cx="182880" cy="640080"/>
          </a:xfrm>
          <a:prstGeom prst="ellipse">
            <a:avLst/>
          </a:prstGeom>
          <a:solidFill>
            <a:srgbClr val="2FA77A"/>
          </a:solidFill>
          <a:ln w="12700">
            <a:solidFill>
              <a:srgbClr val="2FA77A"/>
            </a:solidFill>
            <a:prstDash val="solid"/>
          </a:ln>
        </p:spPr>
      </p:sp>
      <p:sp>
        <p:nvSpPr>
          <p:cNvPr id="6" name="Deco seaweed 3"/>
          <p:cNvSpPr/>
          <p:nvPr/>
        </p:nvSpPr>
        <p:spPr>
          <a:xfrm>
            <a:off x="8549640" y="3977640"/>
            <a:ext cx="201168" cy="822960"/>
          </a:xfrm>
          <a:prstGeom prst="ellipse">
            <a:avLst/>
          </a:prstGeom>
          <a:solidFill>
            <a:srgbClr val="3FBF8F"/>
          </a:solidFill>
          <a:ln w="12700">
            <a:solidFill>
              <a:srgbClr val="3FBF8F"/>
            </a:solidFill>
            <a:prstDash val="solid"/>
          </a:ln>
        </p:spPr>
      </p:sp>
      <p:sp>
        <p:nvSpPr>
          <p:cNvPr id="7" name="Deco seaweed 4"/>
          <p:cNvSpPr/>
          <p:nvPr/>
        </p:nvSpPr>
        <p:spPr>
          <a:xfrm>
            <a:off x="8275320" y="4160520"/>
            <a:ext cx="182880" cy="640080"/>
          </a:xfrm>
          <a:prstGeom prst="ellipse">
            <a:avLst/>
          </a:prstGeom>
          <a:solidFill>
            <a:srgbClr val="2FA77A"/>
          </a:solidFill>
          <a:ln w="12700">
            <a:solidFill>
              <a:srgbClr val="2FA77A"/>
            </a:solidFill>
            <a:prstDash val="solid"/>
          </a:ln>
        </p:spPr>
      </p:sp>
      <p:sp>
        <p:nvSpPr>
          <p:cNvPr id="8" name="Deco fish 1 body"/>
          <p:cNvSpPr/>
          <p:nvPr/>
        </p:nvSpPr>
        <p:spPr>
          <a:xfrm>
            <a:off x="640080" y="411480"/>
            <a:ext cx="1005840" cy="640080"/>
          </a:xfrm>
          <a:prstGeom prst="ellips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9" name="Deco fish 1 tail"/>
          <p:cNvSpPr/>
          <p:nvPr/>
        </p:nvSpPr>
        <p:spPr>
          <a:xfrm rot="16200000">
            <a:off x="320040" y="502920"/>
            <a:ext cx="457200" cy="457200"/>
          </a:xfrm>
          <a:prstGeom prst="triangl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10" name="Deco fish 1 eye"/>
          <p:cNvSpPr/>
          <p:nvPr/>
        </p:nvSpPr>
        <p:spPr>
          <a:xfrm>
            <a:off x="1298448" y="566928"/>
            <a:ext cx="128016" cy="128016"/>
          </a:xfrm>
          <a:prstGeom prst="ellipse">
            <a:avLst/>
          </a:prstGeom>
          <a:solidFill>
            <a:srgbClr val="16213E"/>
          </a:solidFill>
          <a:ln w="12700">
            <a:solidFill>
              <a:srgbClr val="16213E"/>
            </a:solidFill>
            <a:prstDash val="solid"/>
          </a:ln>
        </p:spPr>
      </p:sp>
      <p:sp>
        <p:nvSpPr>
          <p:cNvPr id="11" name="Deco fish 2 body"/>
          <p:cNvSpPr/>
          <p:nvPr/>
        </p:nvSpPr>
        <p:spPr>
          <a:xfrm>
            <a:off x="7406640" y="502920"/>
            <a:ext cx="914400" cy="594360"/>
          </a:xfrm>
          <a:prstGeom prst="ellipse">
            <a:avLst/>
          </a:prstGeom>
          <a:solidFill>
            <a:srgbClr val="7C6CF0"/>
          </a:solidFill>
          <a:ln w="12700">
            <a:solidFill>
              <a:srgbClr val="7C6CF0"/>
            </a:solidFill>
            <a:prstDash val="solid"/>
          </a:ln>
        </p:spPr>
      </p:sp>
      <p:sp>
        <p:nvSpPr>
          <p:cNvPr id="12" name="Deco fish 2 tail"/>
          <p:cNvSpPr/>
          <p:nvPr/>
        </p:nvSpPr>
        <p:spPr>
          <a:xfrm rot="5400000">
            <a:off x="8229600" y="576072"/>
            <a:ext cx="411480" cy="411480"/>
          </a:xfrm>
          <a:prstGeom prst="triangle">
            <a:avLst/>
          </a:prstGeom>
          <a:solidFill>
            <a:srgbClr val="7C6CF0"/>
          </a:solidFill>
          <a:ln w="12700">
            <a:solidFill>
              <a:srgbClr val="7C6CF0"/>
            </a:solidFill>
            <a:prstDash val="solid"/>
          </a:ln>
        </p:spPr>
      </p:sp>
      <p:sp>
        <p:nvSpPr>
          <p:cNvPr id="13" name="Deco fish 2 eye"/>
          <p:cNvSpPr/>
          <p:nvPr/>
        </p:nvSpPr>
        <p:spPr>
          <a:xfrm>
            <a:off x="7589520" y="640080"/>
            <a:ext cx="118872" cy="118872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bubble 1"/>
          <p:cNvSpPr/>
          <p:nvPr/>
        </p:nvSpPr>
        <p:spPr>
          <a:xfrm>
            <a:off x="2103120" y="320040"/>
            <a:ext cx="274320" cy="27432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5" name="Deco bubble 2"/>
          <p:cNvSpPr/>
          <p:nvPr/>
        </p:nvSpPr>
        <p:spPr>
          <a:xfrm>
            <a:off x="2514600" y="731520"/>
            <a:ext cx="164592" cy="164592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Deco bubble 3"/>
          <p:cNvSpPr/>
          <p:nvPr/>
        </p:nvSpPr>
        <p:spPr>
          <a:xfrm>
            <a:off x="6675120" y="365760"/>
            <a:ext cx="237744" cy="23774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bubble 4"/>
          <p:cNvSpPr/>
          <p:nvPr/>
        </p:nvSpPr>
        <p:spPr>
          <a:xfrm>
            <a:off x="6309360" y="777240"/>
            <a:ext cx="146304" cy="14630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8" name="Deco starfish 1"/>
          <p:cNvSpPr/>
          <p:nvPr/>
        </p:nvSpPr>
        <p:spPr>
          <a:xfrm>
            <a:off x="1097280" y="4206240"/>
            <a:ext cx="640080" cy="640080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9" name="Deco starfish 2"/>
          <p:cNvSpPr/>
          <p:nvPr/>
        </p:nvSpPr>
        <p:spPr>
          <a:xfrm>
            <a:off x="7406640" y="4206240"/>
            <a:ext cx="640080" cy="640080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0" name="Deco friend 1"/>
          <p:cNvSpPr/>
          <p:nvPr/>
        </p:nvSpPr>
        <p:spPr>
          <a:xfrm>
            <a:off x="274320" y="4251960"/>
            <a:ext cx="548640" cy="548640"/>
          </a:xfrm>
          <a:prstGeom prst="smileyFace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21" name="Deco friend 2"/>
          <p:cNvSpPr/>
          <p:nvPr/>
        </p:nvSpPr>
        <p:spPr>
          <a:xfrm>
            <a:off x="8229600" y="4251960"/>
            <a:ext cx="548640" cy="548640"/>
          </a:xfrm>
          <a:prstGeom prst="smileyFace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2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2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2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2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600" dirty="0"/>
          </a:p>
        </p:txBody>
      </p:sp>
      <p:sp>
        <p:nvSpPr>
          <p:cNvPr id="30" name="F1 damm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بُ</a:t>
            </a:r>
            <a:endParaRPr lang="ar-SA" sz="6600" dirty="0"/>
          </a:p>
        </p:txBody>
      </p:sp>
      <p:sp>
        <p:nvSpPr>
          <p:cNvPr id="3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6600" dirty="0"/>
          </a:p>
        </p:txBody>
      </p:sp>
      <p:sp>
        <p:nvSpPr>
          <p:cNvPr id="32" name="F2 damm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تُ</a:t>
            </a:r>
            <a:endParaRPr lang="ar-SA" sz="6600" dirty="0"/>
          </a:p>
        </p:txBody>
      </p:sp>
      <p:sp>
        <p:nvSpPr>
          <p:cNvPr id="3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6600" dirty="0"/>
          </a:p>
        </p:txBody>
      </p:sp>
      <p:sp>
        <p:nvSpPr>
          <p:cNvPr id="34" name="F3 damm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أُ</a:t>
            </a:r>
            <a:endParaRPr lang="ar-SA" sz="6600" dirty="0"/>
          </a:p>
        </p:txBody>
      </p:sp>
      <p:sp>
        <p:nvSpPr>
          <p:cNvPr id="3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بُتُأُ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9" grpId="0"/>
      <p:bldP spid="30" grpId="0"/>
      <p:bldP spid="26" grpId="0" animBg="1"/>
      <p:bldP spid="31" grpId="0"/>
      <p:bldP spid="32" grpId="0"/>
      <p:bldP spid="27" grpId="0" animBg="1"/>
      <p:bldP spid="33" grpId="0"/>
      <p:bldP spid="34" grpId="0"/>
      <p:bldP spid="28" grpId="0" animBg="1"/>
      <p:bldP spid="35" grpId="0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CFF1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and left"/>
          <p:cNvSpPr/>
          <p:nvPr/>
        </p:nvSpPr>
        <p:spPr>
          <a:xfrm>
            <a:off x="-1097280" y="4617720"/>
            <a:ext cx="4937760" cy="1371600"/>
          </a:xfrm>
          <a:prstGeom prst="ellipse">
            <a:avLst/>
          </a:prstGeom>
          <a:solidFill>
            <a:srgbClr val="F6D98B"/>
          </a:solidFill>
          <a:ln w="12700">
            <a:solidFill>
              <a:srgbClr val="F6D98B"/>
            </a:solidFill>
            <a:prstDash val="solid"/>
          </a:ln>
        </p:spPr>
      </p:sp>
      <p:sp>
        <p:nvSpPr>
          <p:cNvPr id="3" name="Deco sand right"/>
          <p:cNvSpPr/>
          <p:nvPr/>
        </p:nvSpPr>
        <p:spPr>
          <a:xfrm>
            <a:off x="4023360" y="4709160"/>
            <a:ext cx="5852160" cy="1371600"/>
          </a:xfrm>
          <a:prstGeom prst="ellipse">
            <a:avLst/>
          </a:prstGeom>
          <a:solidFill>
            <a:srgbClr val="F2CF76"/>
          </a:solidFill>
          <a:ln w="12700">
            <a:solidFill>
              <a:srgbClr val="F2CF76"/>
            </a:solidFill>
            <a:prstDash val="solid"/>
          </a:ln>
        </p:spPr>
      </p:sp>
      <p:sp>
        <p:nvSpPr>
          <p:cNvPr id="4" name="Deco seaweed 1"/>
          <p:cNvSpPr/>
          <p:nvPr/>
        </p:nvSpPr>
        <p:spPr>
          <a:xfrm>
            <a:off x="137160" y="3977640"/>
            <a:ext cx="201168" cy="822960"/>
          </a:xfrm>
          <a:prstGeom prst="ellipse">
            <a:avLst/>
          </a:prstGeom>
          <a:solidFill>
            <a:srgbClr val="3FBF8F"/>
          </a:solidFill>
          <a:ln w="12700">
            <a:solidFill>
              <a:srgbClr val="3FBF8F"/>
            </a:solidFill>
            <a:prstDash val="solid"/>
          </a:ln>
        </p:spPr>
      </p:sp>
      <p:sp>
        <p:nvSpPr>
          <p:cNvPr id="5" name="Deco seaweed 2"/>
          <p:cNvSpPr/>
          <p:nvPr/>
        </p:nvSpPr>
        <p:spPr>
          <a:xfrm>
            <a:off x="411480" y="4160520"/>
            <a:ext cx="182880" cy="640080"/>
          </a:xfrm>
          <a:prstGeom prst="ellipse">
            <a:avLst/>
          </a:prstGeom>
          <a:solidFill>
            <a:srgbClr val="2FA77A"/>
          </a:solidFill>
          <a:ln w="12700">
            <a:solidFill>
              <a:srgbClr val="2FA77A"/>
            </a:solidFill>
            <a:prstDash val="solid"/>
          </a:ln>
        </p:spPr>
      </p:sp>
      <p:sp>
        <p:nvSpPr>
          <p:cNvPr id="6" name="Deco seaweed 3"/>
          <p:cNvSpPr/>
          <p:nvPr/>
        </p:nvSpPr>
        <p:spPr>
          <a:xfrm>
            <a:off x="8549640" y="3977640"/>
            <a:ext cx="201168" cy="822960"/>
          </a:xfrm>
          <a:prstGeom prst="ellipse">
            <a:avLst/>
          </a:prstGeom>
          <a:solidFill>
            <a:srgbClr val="3FBF8F"/>
          </a:solidFill>
          <a:ln w="12700">
            <a:solidFill>
              <a:srgbClr val="3FBF8F"/>
            </a:solidFill>
            <a:prstDash val="solid"/>
          </a:ln>
        </p:spPr>
      </p:sp>
      <p:sp>
        <p:nvSpPr>
          <p:cNvPr id="7" name="Deco seaweed 4"/>
          <p:cNvSpPr/>
          <p:nvPr/>
        </p:nvSpPr>
        <p:spPr>
          <a:xfrm>
            <a:off x="8275320" y="4160520"/>
            <a:ext cx="182880" cy="640080"/>
          </a:xfrm>
          <a:prstGeom prst="ellipse">
            <a:avLst/>
          </a:prstGeom>
          <a:solidFill>
            <a:srgbClr val="2FA77A"/>
          </a:solidFill>
          <a:ln w="12700">
            <a:solidFill>
              <a:srgbClr val="2FA77A"/>
            </a:solidFill>
            <a:prstDash val="solid"/>
          </a:ln>
        </p:spPr>
      </p:sp>
      <p:sp>
        <p:nvSpPr>
          <p:cNvPr id="8" name="Deco fish 1 body"/>
          <p:cNvSpPr/>
          <p:nvPr/>
        </p:nvSpPr>
        <p:spPr>
          <a:xfrm>
            <a:off x="640080" y="411480"/>
            <a:ext cx="1005840" cy="640080"/>
          </a:xfrm>
          <a:prstGeom prst="ellips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9" name="Deco fish 1 tail"/>
          <p:cNvSpPr/>
          <p:nvPr/>
        </p:nvSpPr>
        <p:spPr>
          <a:xfrm rot="16200000">
            <a:off x="320040" y="502920"/>
            <a:ext cx="457200" cy="457200"/>
          </a:xfrm>
          <a:prstGeom prst="triangl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10" name="Deco fish 1 eye"/>
          <p:cNvSpPr/>
          <p:nvPr/>
        </p:nvSpPr>
        <p:spPr>
          <a:xfrm>
            <a:off x="1298448" y="566928"/>
            <a:ext cx="128016" cy="128016"/>
          </a:xfrm>
          <a:prstGeom prst="ellipse">
            <a:avLst/>
          </a:prstGeom>
          <a:solidFill>
            <a:srgbClr val="16213E"/>
          </a:solidFill>
          <a:ln w="12700">
            <a:solidFill>
              <a:srgbClr val="16213E"/>
            </a:solidFill>
            <a:prstDash val="solid"/>
          </a:ln>
        </p:spPr>
      </p:sp>
      <p:sp>
        <p:nvSpPr>
          <p:cNvPr id="11" name="Deco fish 2 body"/>
          <p:cNvSpPr/>
          <p:nvPr/>
        </p:nvSpPr>
        <p:spPr>
          <a:xfrm>
            <a:off x="7406640" y="502920"/>
            <a:ext cx="914400" cy="594360"/>
          </a:xfrm>
          <a:prstGeom prst="ellipse">
            <a:avLst/>
          </a:prstGeom>
          <a:solidFill>
            <a:srgbClr val="7C6CF0"/>
          </a:solidFill>
          <a:ln w="12700">
            <a:solidFill>
              <a:srgbClr val="7C6CF0"/>
            </a:solidFill>
            <a:prstDash val="solid"/>
          </a:ln>
        </p:spPr>
      </p:sp>
      <p:sp>
        <p:nvSpPr>
          <p:cNvPr id="12" name="Deco fish 2 tail"/>
          <p:cNvSpPr/>
          <p:nvPr/>
        </p:nvSpPr>
        <p:spPr>
          <a:xfrm rot="5400000">
            <a:off x="8229600" y="576072"/>
            <a:ext cx="411480" cy="411480"/>
          </a:xfrm>
          <a:prstGeom prst="triangle">
            <a:avLst/>
          </a:prstGeom>
          <a:solidFill>
            <a:srgbClr val="7C6CF0"/>
          </a:solidFill>
          <a:ln w="12700">
            <a:solidFill>
              <a:srgbClr val="7C6CF0"/>
            </a:solidFill>
            <a:prstDash val="solid"/>
          </a:ln>
        </p:spPr>
      </p:sp>
      <p:sp>
        <p:nvSpPr>
          <p:cNvPr id="13" name="Deco fish 2 eye"/>
          <p:cNvSpPr/>
          <p:nvPr/>
        </p:nvSpPr>
        <p:spPr>
          <a:xfrm>
            <a:off x="7589520" y="640080"/>
            <a:ext cx="118872" cy="118872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bubble 1"/>
          <p:cNvSpPr/>
          <p:nvPr/>
        </p:nvSpPr>
        <p:spPr>
          <a:xfrm>
            <a:off x="2103120" y="320040"/>
            <a:ext cx="274320" cy="27432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5" name="Deco bubble 2"/>
          <p:cNvSpPr/>
          <p:nvPr/>
        </p:nvSpPr>
        <p:spPr>
          <a:xfrm>
            <a:off x="2514600" y="731520"/>
            <a:ext cx="164592" cy="164592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Deco bubble 3"/>
          <p:cNvSpPr/>
          <p:nvPr/>
        </p:nvSpPr>
        <p:spPr>
          <a:xfrm>
            <a:off x="6675120" y="365760"/>
            <a:ext cx="237744" cy="23774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bubble 4"/>
          <p:cNvSpPr/>
          <p:nvPr/>
        </p:nvSpPr>
        <p:spPr>
          <a:xfrm>
            <a:off x="6309360" y="777240"/>
            <a:ext cx="146304" cy="14630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8" name="Deco starfish 1"/>
          <p:cNvSpPr/>
          <p:nvPr/>
        </p:nvSpPr>
        <p:spPr>
          <a:xfrm>
            <a:off x="1097280" y="4206240"/>
            <a:ext cx="640080" cy="640080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9" name="Deco starfish 2"/>
          <p:cNvSpPr/>
          <p:nvPr/>
        </p:nvSpPr>
        <p:spPr>
          <a:xfrm>
            <a:off x="7406640" y="4206240"/>
            <a:ext cx="640080" cy="640080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0" name="Deco friend 1"/>
          <p:cNvSpPr/>
          <p:nvPr/>
        </p:nvSpPr>
        <p:spPr>
          <a:xfrm>
            <a:off x="274320" y="4251960"/>
            <a:ext cx="548640" cy="548640"/>
          </a:xfrm>
          <a:prstGeom prst="smileyFace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21" name="Deco friend 2"/>
          <p:cNvSpPr/>
          <p:nvPr/>
        </p:nvSpPr>
        <p:spPr>
          <a:xfrm>
            <a:off x="8229600" y="4251960"/>
            <a:ext cx="548640" cy="548640"/>
          </a:xfrm>
          <a:prstGeom prst="smileyFace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2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2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2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2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6600" dirty="0"/>
          </a:p>
        </p:txBody>
      </p:sp>
      <p:sp>
        <p:nvSpPr>
          <p:cNvPr id="30" name="F1 damm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تُ</a:t>
            </a:r>
            <a:endParaRPr lang="ar-SA" sz="6600" dirty="0"/>
          </a:p>
        </p:txBody>
      </p:sp>
      <p:sp>
        <p:nvSpPr>
          <p:cNvPr id="3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600" dirty="0"/>
          </a:p>
        </p:txBody>
      </p:sp>
      <p:sp>
        <p:nvSpPr>
          <p:cNvPr id="32" name="F2 damm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بُ</a:t>
            </a:r>
            <a:endParaRPr lang="ar-SA" sz="6600" dirty="0"/>
          </a:p>
        </p:txBody>
      </p:sp>
      <p:sp>
        <p:nvSpPr>
          <p:cNvPr id="3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6600" dirty="0"/>
          </a:p>
        </p:txBody>
      </p:sp>
      <p:sp>
        <p:nvSpPr>
          <p:cNvPr id="34" name="F3 damm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أُ</a:t>
            </a:r>
            <a:endParaRPr lang="ar-SA" sz="6600" dirty="0"/>
          </a:p>
        </p:txBody>
      </p:sp>
      <p:sp>
        <p:nvSpPr>
          <p:cNvPr id="3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تُبُأُ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9" grpId="0"/>
      <p:bldP spid="30" grpId="0"/>
      <p:bldP spid="26" grpId="0" animBg="1"/>
      <p:bldP spid="31" grpId="0"/>
      <p:bldP spid="32" grpId="0"/>
      <p:bldP spid="27" grpId="0" animBg="1"/>
      <p:bldP spid="33" grpId="0"/>
      <p:bldP spid="34" grpId="0"/>
      <p:bldP spid="28" grpId="0" animBg="1"/>
      <p:bldP spid="35" grpId="0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CFF1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and left"/>
          <p:cNvSpPr/>
          <p:nvPr/>
        </p:nvSpPr>
        <p:spPr>
          <a:xfrm>
            <a:off x="-1097280" y="4617720"/>
            <a:ext cx="4937760" cy="1371600"/>
          </a:xfrm>
          <a:prstGeom prst="ellipse">
            <a:avLst/>
          </a:prstGeom>
          <a:solidFill>
            <a:srgbClr val="F6D98B"/>
          </a:solidFill>
          <a:ln w="12700">
            <a:solidFill>
              <a:srgbClr val="F6D98B"/>
            </a:solidFill>
            <a:prstDash val="solid"/>
          </a:ln>
        </p:spPr>
      </p:sp>
      <p:sp>
        <p:nvSpPr>
          <p:cNvPr id="3" name="Deco sand right"/>
          <p:cNvSpPr/>
          <p:nvPr/>
        </p:nvSpPr>
        <p:spPr>
          <a:xfrm>
            <a:off x="4023360" y="4709160"/>
            <a:ext cx="5852160" cy="1371600"/>
          </a:xfrm>
          <a:prstGeom prst="ellipse">
            <a:avLst/>
          </a:prstGeom>
          <a:solidFill>
            <a:srgbClr val="F2CF76"/>
          </a:solidFill>
          <a:ln w="12700">
            <a:solidFill>
              <a:srgbClr val="F2CF76"/>
            </a:solidFill>
            <a:prstDash val="solid"/>
          </a:ln>
        </p:spPr>
      </p:sp>
      <p:sp>
        <p:nvSpPr>
          <p:cNvPr id="4" name="Deco seaweed 1"/>
          <p:cNvSpPr/>
          <p:nvPr/>
        </p:nvSpPr>
        <p:spPr>
          <a:xfrm>
            <a:off x="137160" y="3977640"/>
            <a:ext cx="201168" cy="822960"/>
          </a:xfrm>
          <a:prstGeom prst="ellipse">
            <a:avLst/>
          </a:prstGeom>
          <a:solidFill>
            <a:srgbClr val="3FBF8F"/>
          </a:solidFill>
          <a:ln w="12700">
            <a:solidFill>
              <a:srgbClr val="3FBF8F"/>
            </a:solidFill>
            <a:prstDash val="solid"/>
          </a:ln>
        </p:spPr>
      </p:sp>
      <p:sp>
        <p:nvSpPr>
          <p:cNvPr id="5" name="Deco seaweed 2"/>
          <p:cNvSpPr/>
          <p:nvPr/>
        </p:nvSpPr>
        <p:spPr>
          <a:xfrm>
            <a:off x="411480" y="4160520"/>
            <a:ext cx="182880" cy="640080"/>
          </a:xfrm>
          <a:prstGeom prst="ellipse">
            <a:avLst/>
          </a:prstGeom>
          <a:solidFill>
            <a:srgbClr val="2FA77A"/>
          </a:solidFill>
          <a:ln w="12700">
            <a:solidFill>
              <a:srgbClr val="2FA77A"/>
            </a:solidFill>
            <a:prstDash val="solid"/>
          </a:ln>
        </p:spPr>
      </p:sp>
      <p:sp>
        <p:nvSpPr>
          <p:cNvPr id="6" name="Deco seaweed 3"/>
          <p:cNvSpPr/>
          <p:nvPr/>
        </p:nvSpPr>
        <p:spPr>
          <a:xfrm>
            <a:off x="8549640" y="3977640"/>
            <a:ext cx="201168" cy="822960"/>
          </a:xfrm>
          <a:prstGeom prst="ellipse">
            <a:avLst/>
          </a:prstGeom>
          <a:solidFill>
            <a:srgbClr val="3FBF8F"/>
          </a:solidFill>
          <a:ln w="12700">
            <a:solidFill>
              <a:srgbClr val="3FBF8F"/>
            </a:solidFill>
            <a:prstDash val="solid"/>
          </a:ln>
        </p:spPr>
      </p:sp>
      <p:sp>
        <p:nvSpPr>
          <p:cNvPr id="7" name="Deco seaweed 4"/>
          <p:cNvSpPr/>
          <p:nvPr/>
        </p:nvSpPr>
        <p:spPr>
          <a:xfrm>
            <a:off x="8275320" y="4160520"/>
            <a:ext cx="182880" cy="640080"/>
          </a:xfrm>
          <a:prstGeom prst="ellipse">
            <a:avLst/>
          </a:prstGeom>
          <a:solidFill>
            <a:srgbClr val="2FA77A"/>
          </a:solidFill>
          <a:ln w="12700">
            <a:solidFill>
              <a:srgbClr val="2FA77A"/>
            </a:solidFill>
            <a:prstDash val="solid"/>
          </a:ln>
        </p:spPr>
      </p:sp>
      <p:sp>
        <p:nvSpPr>
          <p:cNvPr id="8" name="Deco fish 1 body"/>
          <p:cNvSpPr/>
          <p:nvPr/>
        </p:nvSpPr>
        <p:spPr>
          <a:xfrm>
            <a:off x="640080" y="411480"/>
            <a:ext cx="1005840" cy="640080"/>
          </a:xfrm>
          <a:prstGeom prst="ellips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9" name="Deco fish 1 tail"/>
          <p:cNvSpPr/>
          <p:nvPr/>
        </p:nvSpPr>
        <p:spPr>
          <a:xfrm rot="16200000">
            <a:off x="320040" y="502920"/>
            <a:ext cx="457200" cy="457200"/>
          </a:xfrm>
          <a:prstGeom prst="triangl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10" name="Deco fish 1 eye"/>
          <p:cNvSpPr/>
          <p:nvPr/>
        </p:nvSpPr>
        <p:spPr>
          <a:xfrm>
            <a:off x="1298448" y="566928"/>
            <a:ext cx="128016" cy="128016"/>
          </a:xfrm>
          <a:prstGeom prst="ellipse">
            <a:avLst/>
          </a:prstGeom>
          <a:solidFill>
            <a:srgbClr val="16213E"/>
          </a:solidFill>
          <a:ln w="12700">
            <a:solidFill>
              <a:srgbClr val="16213E"/>
            </a:solidFill>
            <a:prstDash val="solid"/>
          </a:ln>
        </p:spPr>
      </p:sp>
      <p:sp>
        <p:nvSpPr>
          <p:cNvPr id="11" name="Deco fish 2 body"/>
          <p:cNvSpPr/>
          <p:nvPr/>
        </p:nvSpPr>
        <p:spPr>
          <a:xfrm>
            <a:off x="7406640" y="502920"/>
            <a:ext cx="914400" cy="594360"/>
          </a:xfrm>
          <a:prstGeom prst="ellipse">
            <a:avLst/>
          </a:prstGeom>
          <a:solidFill>
            <a:srgbClr val="7C6CF0"/>
          </a:solidFill>
          <a:ln w="12700">
            <a:solidFill>
              <a:srgbClr val="7C6CF0"/>
            </a:solidFill>
            <a:prstDash val="solid"/>
          </a:ln>
        </p:spPr>
      </p:sp>
      <p:sp>
        <p:nvSpPr>
          <p:cNvPr id="12" name="Deco fish 2 tail"/>
          <p:cNvSpPr/>
          <p:nvPr/>
        </p:nvSpPr>
        <p:spPr>
          <a:xfrm rot="5400000">
            <a:off x="8229600" y="576072"/>
            <a:ext cx="411480" cy="411480"/>
          </a:xfrm>
          <a:prstGeom prst="triangle">
            <a:avLst/>
          </a:prstGeom>
          <a:solidFill>
            <a:srgbClr val="7C6CF0"/>
          </a:solidFill>
          <a:ln w="12700">
            <a:solidFill>
              <a:srgbClr val="7C6CF0"/>
            </a:solidFill>
            <a:prstDash val="solid"/>
          </a:ln>
        </p:spPr>
      </p:sp>
      <p:sp>
        <p:nvSpPr>
          <p:cNvPr id="13" name="Deco fish 2 eye"/>
          <p:cNvSpPr/>
          <p:nvPr/>
        </p:nvSpPr>
        <p:spPr>
          <a:xfrm>
            <a:off x="7589520" y="640080"/>
            <a:ext cx="118872" cy="118872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bubble 1"/>
          <p:cNvSpPr/>
          <p:nvPr/>
        </p:nvSpPr>
        <p:spPr>
          <a:xfrm>
            <a:off x="2103120" y="320040"/>
            <a:ext cx="274320" cy="27432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5" name="Deco bubble 2"/>
          <p:cNvSpPr/>
          <p:nvPr/>
        </p:nvSpPr>
        <p:spPr>
          <a:xfrm>
            <a:off x="2514600" y="731520"/>
            <a:ext cx="164592" cy="164592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Deco bubble 3"/>
          <p:cNvSpPr/>
          <p:nvPr/>
        </p:nvSpPr>
        <p:spPr>
          <a:xfrm>
            <a:off x="6675120" y="365760"/>
            <a:ext cx="237744" cy="23774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bubble 4"/>
          <p:cNvSpPr/>
          <p:nvPr/>
        </p:nvSpPr>
        <p:spPr>
          <a:xfrm>
            <a:off x="6309360" y="777240"/>
            <a:ext cx="146304" cy="14630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8" name="Deco starfish 1"/>
          <p:cNvSpPr/>
          <p:nvPr/>
        </p:nvSpPr>
        <p:spPr>
          <a:xfrm>
            <a:off x="1097280" y="4206240"/>
            <a:ext cx="640080" cy="640080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9" name="Deco starfish 2"/>
          <p:cNvSpPr/>
          <p:nvPr/>
        </p:nvSpPr>
        <p:spPr>
          <a:xfrm>
            <a:off x="7406640" y="4206240"/>
            <a:ext cx="640080" cy="640080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0" name="Deco friend 1"/>
          <p:cNvSpPr/>
          <p:nvPr/>
        </p:nvSpPr>
        <p:spPr>
          <a:xfrm>
            <a:off x="274320" y="4251960"/>
            <a:ext cx="548640" cy="548640"/>
          </a:xfrm>
          <a:prstGeom prst="smileyFace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21" name="Deco friend 2"/>
          <p:cNvSpPr/>
          <p:nvPr/>
        </p:nvSpPr>
        <p:spPr>
          <a:xfrm>
            <a:off x="8229600" y="4251960"/>
            <a:ext cx="548640" cy="548640"/>
          </a:xfrm>
          <a:prstGeom prst="smileyFace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2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2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2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2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6600" dirty="0"/>
          </a:p>
        </p:txBody>
      </p:sp>
      <p:sp>
        <p:nvSpPr>
          <p:cNvPr id="30" name="F1 damm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ثُ</a:t>
            </a:r>
            <a:endParaRPr lang="ar-SA" sz="6600" dirty="0"/>
          </a:p>
        </p:txBody>
      </p:sp>
      <p:sp>
        <p:nvSpPr>
          <p:cNvPr id="3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600" dirty="0"/>
          </a:p>
        </p:txBody>
      </p:sp>
      <p:sp>
        <p:nvSpPr>
          <p:cNvPr id="32" name="F2 damm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بُ</a:t>
            </a:r>
            <a:endParaRPr lang="ar-SA" sz="6600" dirty="0"/>
          </a:p>
        </p:txBody>
      </p:sp>
      <p:sp>
        <p:nvSpPr>
          <p:cNvPr id="3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6600" dirty="0"/>
          </a:p>
        </p:txBody>
      </p:sp>
      <p:sp>
        <p:nvSpPr>
          <p:cNvPr id="34" name="F3 damm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أُ</a:t>
            </a:r>
            <a:endParaRPr lang="ar-SA" sz="6600" dirty="0"/>
          </a:p>
        </p:txBody>
      </p:sp>
      <p:sp>
        <p:nvSpPr>
          <p:cNvPr id="3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ثُبُأُ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9" grpId="0"/>
      <p:bldP spid="30" grpId="0"/>
      <p:bldP spid="26" grpId="0" animBg="1"/>
      <p:bldP spid="31" grpId="0"/>
      <p:bldP spid="32" grpId="0"/>
      <p:bldP spid="27" grpId="0" animBg="1"/>
      <p:bldP spid="33" grpId="0"/>
      <p:bldP spid="34" grpId="0"/>
      <p:bldP spid="28" grpId="0" animBg="1"/>
      <p:bldP spid="35" grpId="0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CFF1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and left"/>
          <p:cNvSpPr/>
          <p:nvPr/>
        </p:nvSpPr>
        <p:spPr>
          <a:xfrm>
            <a:off x="-1097280" y="4617720"/>
            <a:ext cx="4937760" cy="1371600"/>
          </a:xfrm>
          <a:prstGeom prst="ellipse">
            <a:avLst/>
          </a:prstGeom>
          <a:solidFill>
            <a:srgbClr val="F6D98B"/>
          </a:solidFill>
          <a:ln w="12700">
            <a:solidFill>
              <a:srgbClr val="F6D98B"/>
            </a:solidFill>
            <a:prstDash val="solid"/>
          </a:ln>
        </p:spPr>
      </p:sp>
      <p:sp>
        <p:nvSpPr>
          <p:cNvPr id="3" name="Deco sand right"/>
          <p:cNvSpPr/>
          <p:nvPr/>
        </p:nvSpPr>
        <p:spPr>
          <a:xfrm>
            <a:off x="4023360" y="4709160"/>
            <a:ext cx="5852160" cy="1371600"/>
          </a:xfrm>
          <a:prstGeom prst="ellipse">
            <a:avLst/>
          </a:prstGeom>
          <a:solidFill>
            <a:srgbClr val="F2CF76"/>
          </a:solidFill>
          <a:ln w="12700">
            <a:solidFill>
              <a:srgbClr val="F2CF76"/>
            </a:solidFill>
            <a:prstDash val="solid"/>
          </a:ln>
        </p:spPr>
      </p:sp>
      <p:sp>
        <p:nvSpPr>
          <p:cNvPr id="4" name="Deco seaweed 1"/>
          <p:cNvSpPr/>
          <p:nvPr/>
        </p:nvSpPr>
        <p:spPr>
          <a:xfrm>
            <a:off x="137160" y="3977640"/>
            <a:ext cx="201168" cy="822960"/>
          </a:xfrm>
          <a:prstGeom prst="ellipse">
            <a:avLst/>
          </a:prstGeom>
          <a:solidFill>
            <a:srgbClr val="3FBF8F"/>
          </a:solidFill>
          <a:ln w="12700">
            <a:solidFill>
              <a:srgbClr val="3FBF8F"/>
            </a:solidFill>
            <a:prstDash val="solid"/>
          </a:ln>
        </p:spPr>
      </p:sp>
      <p:sp>
        <p:nvSpPr>
          <p:cNvPr id="5" name="Deco seaweed 2"/>
          <p:cNvSpPr/>
          <p:nvPr/>
        </p:nvSpPr>
        <p:spPr>
          <a:xfrm>
            <a:off x="411480" y="4160520"/>
            <a:ext cx="182880" cy="640080"/>
          </a:xfrm>
          <a:prstGeom prst="ellipse">
            <a:avLst/>
          </a:prstGeom>
          <a:solidFill>
            <a:srgbClr val="2FA77A"/>
          </a:solidFill>
          <a:ln w="12700">
            <a:solidFill>
              <a:srgbClr val="2FA77A"/>
            </a:solidFill>
            <a:prstDash val="solid"/>
          </a:ln>
        </p:spPr>
      </p:sp>
      <p:sp>
        <p:nvSpPr>
          <p:cNvPr id="6" name="Deco seaweed 3"/>
          <p:cNvSpPr/>
          <p:nvPr/>
        </p:nvSpPr>
        <p:spPr>
          <a:xfrm>
            <a:off x="8549640" y="3977640"/>
            <a:ext cx="201168" cy="822960"/>
          </a:xfrm>
          <a:prstGeom prst="ellipse">
            <a:avLst/>
          </a:prstGeom>
          <a:solidFill>
            <a:srgbClr val="3FBF8F"/>
          </a:solidFill>
          <a:ln w="12700">
            <a:solidFill>
              <a:srgbClr val="3FBF8F"/>
            </a:solidFill>
            <a:prstDash val="solid"/>
          </a:ln>
        </p:spPr>
      </p:sp>
      <p:sp>
        <p:nvSpPr>
          <p:cNvPr id="7" name="Deco seaweed 4"/>
          <p:cNvSpPr/>
          <p:nvPr/>
        </p:nvSpPr>
        <p:spPr>
          <a:xfrm>
            <a:off x="8275320" y="4160520"/>
            <a:ext cx="182880" cy="640080"/>
          </a:xfrm>
          <a:prstGeom prst="ellipse">
            <a:avLst/>
          </a:prstGeom>
          <a:solidFill>
            <a:srgbClr val="2FA77A"/>
          </a:solidFill>
          <a:ln w="12700">
            <a:solidFill>
              <a:srgbClr val="2FA77A"/>
            </a:solidFill>
            <a:prstDash val="solid"/>
          </a:ln>
        </p:spPr>
      </p:sp>
      <p:sp>
        <p:nvSpPr>
          <p:cNvPr id="8" name="Deco fish 1 body"/>
          <p:cNvSpPr/>
          <p:nvPr/>
        </p:nvSpPr>
        <p:spPr>
          <a:xfrm>
            <a:off x="640080" y="411480"/>
            <a:ext cx="1005840" cy="640080"/>
          </a:xfrm>
          <a:prstGeom prst="ellips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9" name="Deco fish 1 tail"/>
          <p:cNvSpPr/>
          <p:nvPr/>
        </p:nvSpPr>
        <p:spPr>
          <a:xfrm rot="16200000">
            <a:off x="320040" y="502920"/>
            <a:ext cx="457200" cy="457200"/>
          </a:xfrm>
          <a:prstGeom prst="triangl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10" name="Deco fish 1 eye"/>
          <p:cNvSpPr/>
          <p:nvPr/>
        </p:nvSpPr>
        <p:spPr>
          <a:xfrm>
            <a:off x="1298448" y="566928"/>
            <a:ext cx="128016" cy="128016"/>
          </a:xfrm>
          <a:prstGeom prst="ellipse">
            <a:avLst/>
          </a:prstGeom>
          <a:solidFill>
            <a:srgbClr val="16213E"/>
          </a:solidFill>
          <a:ln w="12700">
            <a:solidFill>
              <a:srgbClr val="16213E"/>
            </a:solidFill>
            <a:prstDash val="solid"/>
          </a:ln>
        </p:spPr>
      </p:sp>
      <p:sp>
        <p:nvSpPr>
          <p:cNvPr id="11" name="Deco fish 2 body"/>
          <p:cNvSpPr/>
          <p:nvPr/>
        </p:nvSpPr>
        <p:spPr>
          <a:xfrm>
            <a:off x="7406640" y="502920"/>
            <a:ext cx="914400" cy="594360"/>
          </a:xfrm>
          <a:prstGeom prst="ellipse">
            <a:avLst/>
          </a:prstGeom>
          <a:solidFill>
            <a:srgbClr val="7C6CF0"/>
          </a:solidFill>
          <a:ln w="12700">
            <a:solidFill>
              <a:srgbClr val="7C6CF0"/>
            </a:solidFill>
            <a:prstDash val="solid"/>
          </a:ln>
        </p:spPr>
      </p:sp>
      <p:sp>
        <p:nvSpPr>
          <p:cNvPr id="12" name="Deco fish 2 tail"/>
          <p:cNvSpPr/>
          <p:nvPr/>
        </p:nvSpPr>
        <p:spPr>
          <a:xfrm rot="5400000">
            <a:off x="8229600" y="576072"/>
            <a:ext cx="411480" cy="411480"/>
          </a:xfrm>
          <a:prstGeom prst="triangle">
            <a:avLst/>
          </a:prstGeom>
          <a:solidFill>
            <a:srgbClr val="7C6CF0"/>
          </a:solidFill>
          <a:ln w="12700">
            <a:solidFill>
              <a:srgbClr val="7C6CF0"/>
            </a:solidFill>
            <a:prstDash val="solid"/>
          </a:ln>
        </p:spPr>
      </p:sp>
      <p:sp>
        <p:nvSpPr>
          <p:cNvPr id="13" name="Deco fish 2 eye"/>
          <p:cNvSpPr/>
          <p:nvPr/>
        </p:nvSpPr>
        <p:spPr>
          <a:xfrm>
            <a:off x="7589520" y="640080"/>
            <a:ext cx="118872" cy="118872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bubble 1"/>
          <p:cNvSpPr/>
          <p:nvPr/>
        </p:nvSpPr>
        <p:spPr>
          <a:xfrm>
            <a:off x="2103120" y="320040"/>
            <a:ext cx="274320" cy="27432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5" name="Deco bubble 2"/>
          <p:cNvSpPr/>
          <p:nvPr/>
        </p:nvSpPr>
        <p:spPr>
          <a:xfrm>
            <a:off x="2514600" y="731520"/>
            <a:ext cx="164592" cy="164592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Deco bubble 3"/>
          <p:cNvSpPr/>
          <p:nvPr/>
        </p:nvSpPr>
        <p:spPr>
          <a:xfrm>
            <a:off x="6675120" y="365760"/>
            <a:ext cx="237744" cy="23774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bubble 4"/>
          <p:cNvSpPr/>
          <p:nvPr/>
        </p:nvSpPr>
        <p:spPr>
          <a:xfrm>
            <a:off x="6309360" y="777240"/>
            <a:ext cx="146304" cy="14630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8" name="Deco starfish 1"/>
          <p:cNvSpPr/>
          <p:nvPr/>
        </p:nvSpPr>
        <p:spPr>
          <a:xfrm>
            <a:off x="1097280" y="4206240"/>
            <a:ext cx="640080" cy="640080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9" name="Deco starfish 2"/>
          <p:cNvSpPr/>
          <p:nvPr/>
        </p:nvSpPr>
        <p:spPr>
          <a:xfrm>
            <a:off x="7406640" y="4206240"/>
            <a:ext cx="640080" cy="640080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0" name="Deco friend 1"/>
          <p:cNvSpPr/>
          <p:nvPr/>
        </p:nvSpPr>
        <p:spPr>
          <a:xfrm>
            <a:off x="274320" y="4251960"/>
            <a:ext cx="548640" cy="548640"/>
          </a:xfrm>
          <a:prstGeom prst="smileyFace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21" name="Deco friend 2"/>
          <p:cNvSpPr/>
          <p:nvPr/>
        </p:nvSpPr>
        <p:spPr>
          <a:xfrm>
            <a:off x="8229600" y="4251960"/>
            <a:ext cx="548640" cy="548640"/>
          </a:xfrm>
          <a:prstGeom prst="smileyFace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2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2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2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2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6600" dirty="0"/>
          </a:p>
        </p:txBody>
      </p:sp>
      <p:sp>
        <p:nvSpPr>
          <p:cNvPr id="30" name="F1 damm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جُ</a:t>
            </a:r>
            <a:endParaRPr lang="ar-SA" sz="6600" dirty="0"/>
          </a:p>
        </p:txBody>
      </p:sp>
      <p:sp>
        <p:nvSpPr>
          <p:cNvPr id="3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600" dirty="0"/>
          </a:p>
        </p:txBody>
      </p:sp>
      <p:sp>
        <p:nvSpPr>
          <p:cNvPr id="32" name="F2 damm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بُ</a:t>
            </a:r>
            <a:endParaRPr lang="ar-SA" sz="6600" dirty="0"/>
          </a:p>
        </p:txBody>
      </p:sp>
      <p:sp>
        <p:nvSpPr>
          <p:cNvPr id="3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6600" dirty="0"/>
          </a:p>
        </p:txBody>
      </p:sp>
      <p:sp>
        <p:nvSpPr>
          <p:cNvPr id="34" name="F3 damm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أُ</a:t>
            </a:r>
            <a:endParaRPr lang="ar-SA" sz="6600" dirty="0"/>
          </a:p>
        </p:txBody>
      </p:sp>
      <p:sp>
        <p:nvSpPr>
          <p:cNvPr id="3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جُبُأُ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9" grpId="0"/>
      <p:bldP spid="30" grpId="0"/>
      <p:bldP spid="26" grpId="0" animBg="1"/>
      <p:bldP spid="31" grpId="0"/>
      <p:bldP spid="32" grpId="0"/>
      <p:bldP spid="27" grpId="0" animBg="1"/>
      <p:bldP spid="33" grpId="0"/>
      <p:bldP spid="34" grpId="0"/>
      <p:bldP spid="28" grpId="0" animBg="1"/>
      <p:bldP spid="35" grpId="0"/>
    </p:bld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CFF1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and left"/>
          <p:cNvSpPr/>
          <p:nvPr/>
        </p:nvSpPr>
        <p:spPr>
          <a:xfrm>
            <a:off x="-1097280" y="4617720"/>
            <a:ext cx="4937760" cy="1371600"/>
          </a:xfrm>
          <a:prstGeom prst="ellipse">
            <a:avLst/>
          </a:prstGeom>
          <a:solidFill>
            <a:srgbClr val="F6D98B"/>
          </a:solidFill>
          <a:ln w="12700">
            <a:solidFill>
              <a:srgbClr val="F6D98B"/>
            </a:solidFill>
            <a:prstDash val="solid"/>
          </a:ln>
        </p:spPr>
      </p:sp>
      <p:sp>
        <p:nvSpPr>
          <p:cNvPr id="3" name="Deco sand right"/>
          <p:cNvSpPr/>
          <p:nvPr/>
        </p:nvSpPr>
        <p:spPr>
          <a:xfrm>
            <a:off x="4023360" y="4709160"/>
            <a:ext cx="5852160" cy="1371600"/>
          </a:xfrm>
          <a:prstGeom prst="ellipse">
            <a:avLst/>
          </a:prstGeom>
          <a:solidFill>
            <a:srgbClr val="F2CF76"/>
          </a:solidFill>
          <a:ln w="12700">
            <a:solidFill>
              <a:srgbClr val="F2CF76"/>
            </a:solidFill>
            <a:prstDash val="solid"/>
          </a:ln>
        </p:spPr>
      </p:sp>
      <p:sp>
        <p:nvSpPr>
          <p:cNvPr id="4" name="Deco seaweed 1"/>
          <p:cNvSpPr/>
          <p:nvPr/>
        </p:nvSpPr>
        <p:spPr>
          <a:xfrm>
            <a:off x="137160" y="3977640"/>
            <a:ext cx="201168" cy="822960"/>
          </a:xfrm>
          <a:prstGeom prst="ellipse">
            <a:avLst/>
          </a:prstGeom>
          <a:solidFill>
            <a:srgbClr val="3FBF8F"/>
          </a:solidFill>
          <a:ln w="12700">
            <a:solidFill>
              <a:srgbClr val="3FBF8F"/>
            </a:solidFill>
            <a:prstDash val="solid"/>
          </a:ln>
        </p:spPr>
      </p:sp>
      <p:sp>
        <p:nvSpPr>
          <p:cNvPr id="5" name="Deco seaweed 2"/>
          <p:cNvSpPr/>
          <p:nvPr/>
        </p:nvSpPr>
        <p:spPr>
          <a:xfrm>
            <a:off x="411480" y="4160520"/>
            <a:ext cx="182880" cy="640080"/>
          </a:xfrm>
          <a:prstGeom prst="ellipse">
            <a:avLst/>
          </a:prstGeom>
          <a:solidFill>
            <a:srgbClr val="2FA77A"/>
          </a:solidFill>
          <a:ln w="12700">
            <a:solidFill>
              <a:srgbClr val="2FA77A"/>
            </a:solidFill>
            <a:prstDash val="solid"/>
          </a:ln>
        </p:spPr>
      </p:sp>
      <p:sp>
        <p:nvSpPr>
          <p:cNvPr id="6" name="Deco seaweed 3"/>
          <p:cNvSpPr/>
          <p:nvPr/>
        </p:nvSpPr>
        <p:spPr>
          <a:xfrm>
            <a:off x="8549640" y="3977640"/>
            <a:ext cx="201168" cy="822960"/>
          </a:xfrm>
          <a:prstGeom prst="ellipse">
            <a:avLst/>
          </a:prstGeom>
          <a:solidFill>
            <a:srgbClr val="3FBF8F"/>
          </a:solidFill>
          <a:ln w="12700">
            <a:solidFill>
              <a:srgbClr val="3FBF8F"/>
            </a:solidFill>
            <a:prstDash val="solid"/>
          </a:ln>
        </p:spPr>
      </p:sp>
      <p:sp>
        <p:nvSpPr>
          <p:cNvPr id="7" name="Deco seaweed 4"/>
          <p:cNvSpPr/>
          <p:nvPr/>
        </p:nvSpPr>
        <p:spPr>
          <a:xfrm>
            <a:off x="8275320" y="4160520"/>
            <a:ext cx="182880" cy="640080"/>
          </a:xfrm>
          <a:prstGeom prst="ellipse">
            <a:avLst/>
          </a:prstGeom>
          <a:solidFill>
            <a:srgbClr val="2FA77A"/>
          </a:solidFill>
          <a:ln w="12700">
            <a:solidFill>
              <a:srgbClr val="2FA77A"/>
            </a:solidFill>
            <a:prstDash val="solid"/>
          </a:ln>
        </p:spPr>
      </p:sp>
      <p:sp>
        <p:nvSpPr>
          <p:cNvPr id="8" name="Deco fish 1 body"/>
          <p:cNvSpPr/>
          <p:nvPr/>
        </p:nvSpPr>
        <p:spPr>
          <a:xfrm>
            <a:off x="640080" y="411480"/>
            <a:ext cx="1005840" cy="640080"/>
          </a:xfrm>
          <a:prstGeom prst="ellips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9" name="Deco fish 1 tail"/>
          <p:cNvSpPr/>
          <p:nvPr/>
        </p:nvSpPr>
        <p:spPr>
          <a:xfrm rot="16200000">
            <a:off x="320040" y="502920"/>
            <a:ext cx="457200" cy="457200"/>
          </a:xfrm>
          <a:prstGeom prst="triangl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10" name="Deco fish 1 eye"/>
          <p:cNvSpPr/>
          <p:nvPr/>
        </p:nvSpPr>
        <p:spPr>
          <a:xfrm>
            <a:off x="1298448" y="566928"/>
            <a:ext cx="128016" cy="128016"/>
          </a:xfrm>
          <a:prstGeom prst="ellipse">
            <a:avLst/>
          </a:prstGeom>
          <a:solidFill>
            <a:srgbClr val="16213E"/>
          </a:solidFill>
          <a:ln w="12700">
            <a:solidFill>
              <a:srgbClr val="16213E"/>
            </a:solidFill>
            <a:prstDash val="solid"/>
          </a:ln>
        </p:spPr>
      </p:sp>
      <p:sp>
        <p:nvSpPr>
          <p:cNvPr id="11" name="Deco fish 2 body"/>
          <p:cNvSpPr/>
          <p:nvPr/>
        </p:nvSpPr>
        <p:spPr>
          <a:xfrm>
            <a:off x="7406640" y="502920"/>
            <a:ext cx="914400" cy="594360"/>
          </a:xfrm>
          <a:prstGeom prst="ellipse">
            <a:avLst/>
          </a:prstGeom>
          <a:solidFill>
            <a:srgbClr val="7C6CF0"/>
          </a:solidFill>
          <a:ln w="12700">
            <a:solidFill>
              <a:srgbClr val="7C6CF0"/>
            </a:solidFill>
            <a:prstDash val="solid"/>
          </a:ln>
        </p:spPr>
      </p:sp>
      <p:sp>
        <p:nvSpPr>
          <p:cNvPr id="12" name="Deco fish 2 tail"/>
          <p:cNvSpPr/>
          <p:nvPr/>
        </p:nvSpPr>
        <p:spPr>
          <a:xfrm rot="5400000">
            <a:off x="8229600" y="576072"/>
            <a:ext cx="411480" cy="411480"/>
          </a:xfrm>
          <a:prstGeom prst="triangle">
            <a:avLst/>
          </a:prstGeom>
          <a:solidFill>
            <a:srgbClr val="7C6CF0"/>
          </a:solidFill>
          <a:ln w="12700">
            <a:solidFill>
              <a:srgbClr val="7C6CF0"/>
            </a:solidFill>
            <a:prstDash val="solid"/>
          </a:ln>
        </p:spPr>
      </p:sp>
      <p:sp>
        <p:nvSpPr>
          <p:cNvPr id="13" name="Deco fish 2 eye"/>
          <p:cNvSpPr/>
          <p:nvPr/>
        </p:nvSpPr>
        <p:spPr>
          <a:xfrm>
            <a:off x="7589520" y="640080"/>
            <a:ext cx="118872" cy="118872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bubble 1"/>
          <p:cNvSpPr/>
          <p:nvPr/>
        </p:nvSpPr>
        <p:spPr>
          <a:xfrm>
            <a:off x="2103120" y="320040"/>
            <a:ext cx="274320" cy="27432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5" name="Deco bubble 2"/>
          <p:cNvSpPr/>
          <p:nvPr/>
        </p:nvSpPr>
        <p:spPr>
          <a:xfrm>
            <a:off x="2514600" y="731520"/>
            <a:ext cx="164592" cy="164592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Deco bubble 3"/>
          <p:cNvSpPr/>
          <p:nvPr/>
        </p:nvSpPr>
        <p:spPr>
          <a:xfrm>
            <a:off x="6675120" y="365760"/>
            <a:ext cx="237744" cy="23774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bubble 4"/>
          <p:cNvSpPr/>
          <p:nvPr/>
        </p:nvSpPr>
        <p:spPr>
          <a:xfrm>
            <a:off x="6309360" y="777240"/>
            <a:ext cx="146304" cy="14630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8" name="Deco starfish 1"/>
          <p:cNvSpPr/>
          <p:nvPr/>
        </p:nvSpPr>
        <p:spPr>
          <a:xfrm>
            <a:off x="1097280" y="4206240"/>
            <a:ext cx="640080" cy="640080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9" name="Deco starfish 2"/>
          <p:cNvSpPr/>
          <p:nvPr/>
        </p:nvSpPr>
        <p:spPr>
          <a:xfrm>
            <a:off x="7406640" y="4206240"/>
            <a:ext cx="640080" cy="640080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0" name="Deco friend 1"/>
          <p:cNvSpPr/>
          <p:nvPr/>
        </p:nvSpPr>
        <p:spPr>
          <a:xfrm>
            <a:off x="274320" y="4251960"/>
            <a:ext cx="548640" cy="548640"/>
          </a:xfrm>
          <a:prstGeom prst="smileyFace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21" name="Deco friend 2"/>
          <p:cNvSpPr/>
          <p:nvPr/>
        </p:nvSpPr>
        <p:spPr>
          <a:xfrm>
            <a:off x="8229600" y="4251960"/>
            <a:ext cx="548640" cy="548640"/>
          </a:xfrm>
          <a:prstGeom prst="smileyFace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2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2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2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2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6600" dirty="0"/>
          </a:p>
        </p:txBody>
      </p:sp>
      <p:sp>
        <p:nvSpPr>
          <p:cNvPr id="30" name="F1 damm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حُ</a:t>
            </a:r>
            <a:endParaRPr lang="ar-SA" sz="6600" dirty="0"/>
          </a:p>
        </p:txBody>
      </p:sp>
      <p:sp>
        <p:nvSpPr>
          <p:cNvPr id="3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600" dirty="0"/>
          </a:p>
        </p:txBody>
      </p:sp>
      <p:sp>
        <p:nvSpPr>
          <p:cNvPr id="32" name="F2 damm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بُ</a:t>
            </a:r>
            <a:endParaRPr lang="ar-SA" sz="6600" dirty="0"/>
          </a:p>
        </p:txBody>
      </p:sp>
      <p:sp>
        <p:nvSpPr>
          <p:cNvPr id="3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6600" dirty="0"/>
          </a:p>
        </p:txBody>
      </p:sp>
      <p:sp>
        <p:nvSpPr>
          <p:cNvPr id="34" name="F3 damm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أُ</a:t>
            </a:r>
            <a:endParaRPr lang="ar-SA" sz="6600" dirty="0"/>
          </a:p>
        </p:txBody>
      </p:sp>
      <p:sp>
        <p:nvSpPr>
          <p:cNvPr id="3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حُبُأُ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9" grpId="0"/>
      <p:bldP spid="30" grpId="0"/>
      <p:bldP spid="26" grpId="0" animBg="1"/>
      <p:bldP spid="31" grpId="0"/>
      <p:bldP spid="32" grpId="0"/>
      <p:bldP spid="27" grpId="0" animBg="1"/>
      <p:bldP spid="33" grpId="0"/>
      <p:bldP spid="34" grpId="0"/>
      <p:bldP spid="28" grpId="0" animBg="1"/>
      <p:bldP spid="35" grpId="0"/>
    </p:bld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CFF1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and left"/>
          <p:cNvSpPr/>
          <p:nvPr/>
        </p:nvSpPr>
        <p:spPr>
          <a:xfrm>
            <a:off x="-1097280" y="4617720"/>
            <a:ext cx="4937760" cy="1371600"/>
          </a:xfrm>
          <a:prstGeom prst="ellipse">
            <a:avLst/>
          </a:prstGeom>
          <a:solidFill>
            <a:srgbClr val="F6D98B"/>
          </a:solidFill>
          <a:ln w="12700">
            <a:solidFill>
              <a:srgbClr val="F6D98B"/>
            </a:solidFill>
            <a:prstDash val="solid"/>
          </a:ln>
        </p:spPr>
      </p:sp>
      <p:sp>
        <p:nvSpPr>
          <p:cNvPr id="3" name="Deco sand right"/>
          <p:cNvSpPr/>
          <p:nvPr/>
        </p:nvSpPr>
        <p:spPr>
          <a:xfrm>
            <a:off x="4023360" y="4709160"/>
            <a:ext cx="5852160" cy="1371600"/>
          </a:xfrm>
          <a:prstGeom prst="ellipse">
            <a:avLst/>
          </a:prstGeom>
          <a:solidFill>
            <a:srgbClr val="F2CF76"/>
          </a:solidFill>
          <a:ln w="12700">
            <a:solidFill>
              <a:srgbClr val="F2CF76"/>
            </a:solidFill>
            <a:prstDash val="solid"/>
          </a:ln>
        </p:spPr>
      </p:sp>
      <p:sp>
        <p:nvSpPr>
          <p:cNvPr id="4" name="Deco seaweed 1"/>
          <p:cNvSpPr/>
          <p:nvPr/>
        </p:nvSpPr>
        <p:spPr>
          <a:xfrm>
            <a:off x="137160" y="3977640"/>
            <a:ext cx="201168" cy="822960"/>
          </a:xfrm>
          <a:prstGeom prst="ellipse">
            <a:avLst/>
          </a:prstGeom>
          <a:solidFill>
            <a:srgbClr val="3FBF8F"/>
          </a:solidFill>
          <a:ln w="12700">
            <a:solidFill>
              <a:srgbClr val="3FBF8F"/>
            </a:solidFill>
            <a:prstDash val="solid"/>
          </a:ln>
        </p:spPr>
      </p:sp>
      <p:sp>
        <p:nvSpPr>
          <p:cNvPr id="5" name="Deco seaweed 2"/>
          <p:cNvSpPr/>
          <p:nvPr/>
        </p:nvSpPr>
        <p:spPr>
          <a:xfrm>
            <a:off x="411480" y="4160520"/>
            <a:ext cx="182880" cy="640080"/>
          </a:xfrm>
          <a:prstGeom prst="ellipse">
            <a:avLst/>
          </a:prstGeom>
          <a:solidFill>
            <a:srgbClr val="2FA77A"/>
          </a:solidFill>
          <a:ln w="12700">
            <a:solidFill>
              <a:srgbClr val="2FA77A"/>
            </a:solidFill>
            <a:prstDash val="solid"/>
          </a:ln>
        </p:spPr>
      </p:sp>
      <p:sp>
        <p:nvSpPr>
          <p:cNvPr id="6" name="Deco seaweed 3"/>
          <p:cNvSpPr/>
          <p:nvPr/>
        </p:nvSpPr>
        <p:spPr>
          <a:xfrm>
            <a:off x="8549640" y="3977640"/>
            <a:ext cx="201168" cy="822960"/>
          </a:xfrm>
          <a:prstGeom prst="ellipse">
            <a:avLst/>
          </a:prstGeom>
          <a:solidFill>
            <a:srgbClr val="3FBF8F"/>
          </a:solidFill>
          <a:ln w="12700">
            <a:solidFill>
              <a:srgbClr val="3FBF8F"/>
            </a:solidFill>
            <a:prstDash val="solid"/>
          </a:ln>
        </p:spPr>
      </p:sp>
      <p:sp>
        <p:nvSpPr>
          <p:cNvPr id="7" name="Deco seaweed 4"/>
          <p:cNvSpPr/>
          <p:nvPr/>
        </p:nvSpPr>
        <p:spPr>
          <a:xfrm>
            <a:off x="8275320" y="4160520"/>
            <a:ext cx="182880" cy="640080"/>
          </a:xfrm>
          <a:prstGeom prst="ellipse">
            <a:avLst/>
          </a:prstGeom>
          <a:solidFill>
            <a:srgbClr val="2FA77A"/>
          </a:solidFill>
          <a:ln w="12700">
            <a:solidFill>
              <a:srgbClr val="2FA77A"/>
            </a:solidFill>
            <a:prstDash val="solid"/>
          </a:ln>
        </p:spPr>
      </p:sp>
      <p:sp>
        <p:nvSpPr>
          <p:cNvPr id="8" name="Deco fish 1 body"/>
          <p:cNvSpPr/>
          <p:nvPr/>
        </p:nvSpPr>
        <p:spPr>
          <a:xfrm>
            <a:off x="640080" y="411480"/>
            <a:ext cx="1005840" cy="640080"/>
          </a:xfrm>
          <a:prstGeom prst="ellips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9" name="Deco fish 1 tail"/>
          <p:cNvSpPr/>
          <p:nvPr/>
        </p:nvSpPr>
        <p:spPr>
          <a:xfrm rot="16200000">
            <a:off x="320040" y="502920"/>
            <a:ext cx="457200" cy="457200"/>
          </a:xfrm>
          <a:prstGeom prst="triangl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10" name="Deco fish 1 eye"/>
          <p:cNvSpPr/>
          <p:nvPr/>
        </p:nvSpPr>
        <p:spPr>
          <a:xfrm>
            <a:off x="1298448" y="566928"/>
            <a:ext cx="128016" cy="128016"/>
          </a:xfrm>
          <a:prstGeom prst="ellipse">
            <a:avLst/>
          </a:prstGeom>
          <a:solidFill>
            <a:srgbClr val="16213E"/>
          </a:solidFill>
          <a:ln w="12700">
            <a:solidFill>
              <a:srgbClr val="16213E"/>
            </a:solidFill>
            <a:prstDash val="solid"/>
          </a:ln>
        </p:spPr>
      </p:sp>
      <p:sp>
        <p:nvSpPr>
          <p:cNvPr id="11" name="Deco fish 2 body"/>
          <p:cNvSpPr/>
          <p:nvPr/>
        </p:nvSpPr>
        <p:spPr>
          <a:xfrm>
            <a:off x="7406640" y="502920"/>
            <a:ext cx="914400" cy="594360"/>
          </a:xfrm>
          <a:prstGeom prst="ellipse">
            <a:avLst/>
          </a:prstGeom>
          <a:solidFill>
            <a:srgbClr val="7C6CF0"/>
          </a:solidFill>
          <a:ln w="12700">
            <a:solidFill>
              <a:srgbClr val="7C6CF0"/>
            </a:solidFill>
            <a:prstDash val="solid"/>
          </a:ln>
        </p:spPr>
      </p:sp>
      <p:sp>
        <p:nvSpPr>
          <p:cNvPr id="12" name="Deco fish 2 tail"/>
          <p:cNvSpPr/>
          <p:nvPr/>
        </p:nvSpPr>
        <p:spPr>
          <a:xfrm rot="5400000">
            <a:off x="8229600" y="576072"/>
            <a:ext cx="411480" cy="411480"/>
          </a:xfrm>
          <a:prstGeom prst="triangle">
            <a:avLst/>
          </a:prstGeom>
          <a:solidFill>
            <a:srgbClr val="7C6CF0"/>
          </a:solidFill>
          <a:ln w="12700">
            <a:solidFill>
              <a:srgbClr val="7C6CF0"/>
            </a:solidFill>
            <a:prstDash val="solid"/>
          </a:ln>
        </p:spPr>
      </p:sp>
      <p:sp>
        <p:nvSpPr>
          <p:cNvPr id="13" name="Deco fish 2 eye"/>
          <p:cNvSpPr/>
          <p:nvPr/>
        </p:nvSpPr>
        <p:spPr>
          <a:xfrm>
            <a:off x="7589520" y="640080"/>
            <a:ext cx="118872" cy="118872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bubble 1"/>
          <p:cNvSpPr/>
          <p:nvPr/>
        </p:nvSpPr>
        <p:spPr>
          <a:xfrm>
            <a:off x="2103120" y="320040"/>
            <a:ext cx="274320" cy="27432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5" name="Deco bubble 2"/>
          <p:cNvSpPr/>
          <p:nvPr/>
        </p:nvSpPr>
        <p:spPr>
          <a:xfrm>
            <a:off x="2514600" y="731520"/>
            <a:ext cx="164592" cy="164592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Deco bubble 3"/>
          <p:cNvSpPr/>
          <p:nvPr/>
        </p:nvSpPr>
        <p:spPr>
          <a:xfrm>
            <a:off x="6675120" y="365760"/>
            <a:ext cx="237744" cy="23774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bubble 4"/>
          <p:cNvSpPr/>
          <p:nvPr/>
        </p:nvSpPr>
        <p:spPr>
          <a:xfrm>
            <a:off x="6309360" y="777240"/>
            <a:ext cx="146304" cy="14630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8" name="Deco starfish 1"/>
          <p:cNvSpPr/>
          <p:nvPr/>
        </p:nvSpPr>
        <p:spPr>
          <a:xfrm>
            <a:off x="1097280" y="4206240"/>
            <a:ext cx="640080" cy="640080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9" name="Deco starfish 2"/>
          <p:cNvSpPr/>
          <p:nvPr/>
        </p:nvSpPr>
        <p:spPr>
          <a:xfrm>
            <a:off x="7406640" y="4206240"/>
            <a:ext cx="640080" cy="640080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0" name="Deco friend 1"/>
          <p:cNvSpPr/>
          <p:nvPr/>
        </p:nvSpPr>
        <p:spPr>
          <a:xfrm>
            <a:off x="274320" y="4251960"/>
            <a:ext cx="548640" cy="548640"/>
          </a:xfrm>
          <a:prstGeom prst="smileyFace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21" name="Deco friend 2"/>
          <p:cNvSpPr/>
          <p:nvPr/>
        </p:nvSpPr>
        <p:spPr>
          <a:xfrm>
            <a:off x="8229600" y="4251960"/>
            <a:ext cx="548640" cy="548640"/>
          </a:xfrm>
          <a:prstGeom prst="smileyFace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2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2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2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2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6600" dirty="0"/>
          </a:p>
        </p:txBody>
      </p:sp>
      <p:sp>
        <p:nvSpPr>
          <p:cNvPr id="30" name="F1 damm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خُ</a:t>
            </a:r>
            <a:endParaRPr lang="ar-SA" sz="6600" dirty="0"/>
          </a:p>
        </p:txBody>
      </p:sp>
      <p:sp>
        <p:nvSpPr>
          <p:cNvPr id="3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600" dirty="0"/>
          </a:p>
        </p:txBody>
      </p:sp>
      <p:sp>
        <p:nvSpPr>
          <p:cNvPr id="32" name="F2 damm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بُ</a:t>
            </a:r>
            <a:endParaRPr lang="ar-SA" sz="6600" dirty="0"/>
          </a:p>
        </p:txBody>
      </p:sp>
      <p:sp>
        <p:nvSpPr>
          <p:cNvPr id="3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6600" dirty="0"/>
          </a:p>
        </p:txBody>
      </p:sp>
      <p:sp>
        <p:nvSpPr>
          <p:cNvPr id="34" name="F3 damm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أُ</a:t>
            </a:r>
            <a:endParaRPr lang="ar-SA" sz="6600" dirty="0"/>
          </a:p>
        </p:txBody>
      </p:sp>
      <p:sp>
        <p:nvSpPr>
          <p:cNvPr id="3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خُبُأُ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9" grpId="0"/>
      <p:bldP spid="30" grpId="0"/>
      <p:bldP spid="26" grpId="0" animBg="1"/>
      <p:bldP spid="31" grpId="0"/>
      <p:bldP spid="32" grpId="0"/>
      <p:bldP spid="27" grpId="0" animBg="1"/>
      <p:bldP spid="33" grpId="0"/>
      <p:bldP spid="34" grpId="0"/>
      <p:bldP spid="28" grpId="0" animBg="1"/>
      <p:bldP spid="35" grpId="0"/>
    </p:bld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CFF1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and left"/>
          <p:cNvSpPr/>
          <p:nvPr/>
        </p:nvSpPr>
        <p:spPr>
          <a:xfrm>
            <a:off x="-1097280" y="4617720"/>
            <a:ext cx="4937760" cy="1371600"/>
          </a:xfrm>
          <a:prstGeom prst="ellipse">
            <a:avLst/>
          </a:prstGeom>
          <a:solidFill>
            <a:srgbClr val="F6D98B"/>
          </a:solidFill>
          <a:ln w="12700">
            <a:solidFill>
              <a:srgbClr val="F6D98B"/>
            </a:solidFill>
            <a:prstDash val="solid"/>
          </a:ln>
        </p:spPr>
      </p:sp>
      <p:sp>
        <p:nvSpPr>
          <p:cNvPr id="3" name="Deco sand right"/>
          <p:cNvSpPr/>
          <p:nvPr/>
        </p:nvSpPr>
        <p:spPr>
          <a:xfrm>
            <a:off x="4023360" y="4709160"/>
            <a:ext cx="5852160" cy="1371600"/>
          </a:xfrm>
          <a:prstGeom prst="ellipse">
            <a:avLst/>
          </a:prstGeom>
          <a:solidFill>
            <a:srgbClr val="F2CF76"/>
          </a:solidFill>
          <a:ln w="12700">
            <a:solidFill>
              <a:srgbClr val="F2CF76"/>
            </a:solidFill>
            <a:prstDash val="solid"/>
          </a:ln>
        </p:spPr>
      </p:sp>
      <p:sp>
        <p:nvSpPr>
          <p:cNvPr id="4" name="Deco seaweed 1"/>
          <p:cNvSpPr/>
          <p:nvPr/>
        </p:nvSpPr>
        <p:spPr>
          <a:xfrm>
            <a:off x="137160" y="3977640"/>
            <a:ext cx="201168" cy="822960"/>
          </a:xfrm>
          <a:prstGeom prst="ellipse">
            <a:avLst/>
          </a:prstGeom>
          <a:solidFill>
            <a:srgbClr val="3FBF8F"/>
          </a:solidFill>
          <a:ln w="12700">
            <a:solidFill>
              <a:srgbClr val="3FBF8F"/>
            </a:solidFill>
            <a:prstDash val="solid"/>
          </a:ln>
        </p:spPr>
      </p:sp>
      <p:sp>
        <p:nvSpPr>
          <p:cNvPr id="5" name="Deco seaweed 2"/>
          <p:cNvSpPr/>
          <p:nvPr/>
        </p:nvSpPr>
        <p:spPr>
          <a:xfrm>
            <a:off x="411480" y="4160520"/>
            <a:ext cx="182880" cy="640080"/>
          </a:xfrm>
          <a:prstGeom prst="ellipse">
            <a:avLst/>
          </a:prstGeom>
          <a:solidFill>
            <a:srgbClr val="2FA77A"/>
          </a:solidFill>
          <a:ln w="12700">
            <a:solidFill>
              <a:srgbClr val="2FA77A"/>
            </a:solidFill>
            <a:prstDash val="solid"/>
          </a:ln>
        </p:spPr>
      </p:sp>
      <p:sp>
        <p:nvSpPr>
          <p:cNvPr id="6" name="Deco seaweed 3"/>
          <p:cNvSpPr/>
          <p:nvPr/>
        </p:nvSpPr>
        <p:spPr>
          <a:xfrm>
            <a:off x="8549640" y="3977640"/>
            <a:ext cx="201168" cy="822960"/>
          </a:xfrm>
          <a:prstGeom prst="ellipse">
            <a:avLst/>
          </a:prstGeom>
          <a:solidFill>
            <a:srgbClr val="3FBF8F"/>
          </a:solidFill>
          <a:ln w="12700">
            <a:solidFill>
              <a:srgbClr val="3FBF8F"/>
            </a:solidFill>
            <a:prstDash val="solid"/>
          </a:ln>
        </p:spPr>
      </p:sp>
      <p:sp>
        <p:nvSpPr>
          <p:cNvPr id="7" name="Deco seaweed 4"/>
          <p:cNvSpPr/>
          <p:nvPr/>
        </p:nvSpPr>
        <p:spPr>
          <a:xfrm>
            <a:off x="8275320" y="4160520"/>
            <a:ext cx="182880" cy="640080"/>
          </a:xfrm>
          <a:prstGeom prst="ellipse">
            <a:avLst/>
          </a:prstGeom>
          <a:solidFill>
            <a:srgbClr val="2FA77A"/>
          </a:solidFill>
          <a:ln w="12700">
            <a:solidFill>
              <a:srgbClr val="2FA77A"/>
            </a:solidFill>
            <a:prstDash val="solid"/>
          </a:ln>
        </p:spPr>
      </p:sp>
      <p:sp>
        <p:nvSpPr>
          <p:cNvPr id="8" name="Deco fish 1 body"/>
          <p:cNvSpPr/>
          <p:nvPr/>
        </p:nvSpPr>
        <p:spPr>
          <a:xfrm>
            <a:off x="640080" y="411480"/>
            <a:ext cx="1005840" cy="640080"/>
          </a:xfrm>
          <a:prstGeom prst="ellips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9" name="Deco fish 1 tail"/>
          <p:cNvSpPr/>
          <p:nvPr/>
        </p:nvSpPr>
        <p:spPr>
          <a:xfrm rot="16200000">
            <a:off x="320040" y="502920"/>
            <a:ext cx="457200" cy="457200"/>
          </a:xfrm>
          <a:prstGeom prst="triangl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10" name="Deco fish 1 eye"/>
          <p:cNvSpPr/>
          <p:nvPr/>
        </p:nvSpPr>
        <p:spPr>
          <a:xfrm>
            <a:off x="1298448" y="566928"/>
            <a:ext cx="128016" cy="128016"/>
          </a:xfrm>
          <a:prstGeom prst="ellipse">
            <a:avLst/>
          </a:prstGeom>
          <a:solidFill>
            <a:srgbClr val="16213E"/>
          </a:solidFill>
          <a:ln w="12700">
            <a:solidFill>
              <a:srgbClr val="16213E"/>
            </a:solidFill>
            <a:prstDash val="solid"/>
          </a:ln>
        </p:spPr>
      </p:sp>
      <p:sp>
        <p:nvSpPr>
          <p:cNvPr id="11" name="Deco fish 2 body"/>
          <p:cNvSpPr/>
          <p:nvPr/>
        </p:nvSpPr>
        <p:spPr>
          <a:xfrm>
            <a:off x="7406640" y="502920"/>
            <a:ext cx="914400" cy="594360"/>
          </a:xfrm>
          <a:prstGeom prst="ellipse">
            <a:avLst/>
          </a:prstGeom>
          <a:solidFill>
            <a:srgbClr val="7C6CF0"/>
          </a:solidFill>
          <a:ln w="12700">
            <a:solidFill>
              <a:srgbClr val="7C6CF0"/>
            </a:solidFill>
            <a:prstDash val="solid"/>
          </a:ln>
        </p:spPr>
      </p:sp>
      <p:sp>
        <p:nvSpPr>
          <p:cNvPr id="12" name="Deco fish 2 tail"/>
          <p:cNvSpPr/>
          <p:nvPr/>
        </p:nvSpPr>
        <p:spPr>
          <a:xfrm rot="5400000">
            <a:off x="8229600" y="576072"/>
            <a:ext cx="411480" cy="411480"/>
          </a:xfrm>
          <a:prstGeom prst="triangle">
            <a:avLst/>
          </a:prstGeom>
          <a:solidFill>
            <a:srgbClr val="7C6CF0"/>
          </a:solidFill>
          <a:ln w="12700">
            <a:solidFill>
              <a:srgbClr val="7C6CF0"/>
            </a:solidFill>
            <a:prstDash val="solid"/>
          </a:ln>
        </p:spPr>
      </p:sp>
      <p:sp>
        <p:nvSpPr>
          <p:cNvPr id="13" name="Deco fish 2 eye"/>
          <p:cNvSpPr/>
          <p:nvPr/>
        </p:nvSpPr>
        <p:spPr>
          <a:xfrm>
            <a:off x="7589520" y="640080"/>
            <a:ext cx="118872" cy="118872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bubble 1"/>
          <p:cNvSpPr/>
          <p:nvPr/>
        </p:nvSpPr>
        <p:spPr>
          <a:xfrm>
            <a:off x="2103120" y="320040"/>
            <a:ext cx="274320" cy="27432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5" name="Deco bubble 2"/>
          <p:cNvSpPr/>
          <p:nvPr/>
        </p:nvSpPr>
        <p:spPr>
          <a:xfrm>
            <a:off x="2514600" y="731520"/>
            <a:ext cx="164592" cy="164592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Deco bubble 3"/>
          <p:cNvSpPr/>
          <p:nvPr/>
        </p:nvSpPr>
        <p:spPr>
          <a:xfrm>
            <a:off x="6675120" y="365760"/>
            <a:ext cx="237744" cy="23774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bubble 4"/>
          <p:cNvSpPr/>
          <p:nvPr/>
        </p:nvSpPr>
        <p:spPr>
          <a:xfrm>
            <a:off x="6309360" y="777240"/>
            <a:ext cx="146304" cy="14630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8" name="Deco starfish 1"/>
          <p:cNvSpPr/>
          <p:nvPr/>
        </p:nvSpPr>
        <p:spPr>
          <a:xfrm>
            <a:off x="1097280" y="4206240"/>
            <a:ext cx="640080" cy="640080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9" name="Deco starfish 2"/>
          <p:cNvSpPr/>
          <p:nvPr/>
        </p:nvSpPr>
        <p:spPr>
          <a:xfrm>
            <a:off x="7406640" y="4206240"/>
            <a:ext cx="640080" cy="640080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0" name="Deco friend 1"/>
          <p:cNvSpPr/>
          <p:nvPr/>
        </p:nvSpPr>
        <p:spPr>
          <a:xfrm>
            <a:off x="274320" y="4251960"/>
            <a:ext cx="548640" cy="548640"/>
          </a:xfrm>
          <a:prstGeom prst="smileyFace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21" name="Deco friend 2"/>
          <p:cNvSpPr/>
          <p:nvPr/>
        </p:nvSpPr>
        <p:spPr>
          <a:xfrm>
            <a:off x="8229600" y="4251960"/>
            <a:ext cx="548640" cy="548640"/>
          </a:xfrm>
          <a:prstGeom prst="smileyFace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2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2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2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2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600" dirty="0"/>
          </a:p>
        </p:txBody>
      </p:sp>
      <p:sp>
        <p:nvSpPr>
          <p:cNvPr id="30" name="F1 damm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بُ</a:t>
            </a:r>
            <a:endParaRPr lang="ar-SA" sz="6600" dirty="0"/>
          </a:p>
        </p:txBody>
      </p:sp>
      <p:sp>
        <p:nvSpPr>
          <p:cNvPr id="3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6600" dirty="0"/>
          </a:p>
        </p:txBody>
      </p:sp>
      <p:sp>
        <p:nvSpPr>
          <p:cNvPr id="32" name="F2 damm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سُ</a:t>
            </a:r>
            <a:endParaRPr lang="ar-SA" sz="6600" dirty="0"/>
          </a:p>
        </p:txBody>
      </p:sp>
      <p:sp>
        <p:nvSpPr>
          <p:cNvPr id="3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6600" dirty="0"/>
          </a:p>
        </p:txBody>
      </p:sp>
      <p:sp>
        <p:nvSpPr>
          <p:cNvPr id="34" name="F3 damm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أُ</a:t>
            </a:r>
            <a:endParaRPr lang="ar-SA" sz="6600" dirty="0"/>
          </a:p>
        </p:txBody>
      </p:sp>
      <p:sp>
        <p:nvSpPr>
          <p:cNvPr id="3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بُسُأُ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9" grpId="0"/>
      <p:bldP spid="30" grpId="0"/>
      <p:bldP spid="26" grpId="0" animBg="1"/>
      <p:bldP spid="31" grpId="0"/>
      <p:bldP spid="32" grpId="0"/>
      <p:bldP spid="27" grpId="0" animBg="1"/>
      <p:bldP spid="33" grpId="0"/>
      <p:bldP spid="34" grpId="0"/>
      <p:bldP spid="28" grpId="0" animBg="1"/>
      <p:bldP spid="35" grpId="0"/>
    </p:bld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15</Slides>
  <Notes>15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15</vt:i4>
      </vt:variant>
    </vt:vector>
  </HeadingPairs>
  <TitlesOfParts>
    <vt:vector size="1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Arabic letters with dammah 01-alif</dc:title>
  <dc:subject>PptxGenJS Presentation</dc:subject>
  <dc:creator>PptxGenJS</dc:creator>
  <cp:lastModifiedBy>PptxGenJS</cp:lastModifiedBy>
  <cp:revision>1</cp:revision>
  <dcterms:created xsi:type="dcterms:W3CDTF">2026-10-08T04:24:54Z</dcterms:created>
  <dcterms:modified xsi:type="dcterms:W3CDTF">2026-10-08T04:24:54Z</dcterms:modified>
</cp:coreProperties>
</file>