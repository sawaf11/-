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أُبُتُ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تُبُثُ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ثُبُجُ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جُبُحُ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حُبُخُ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خُبُدُ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دُبُأُ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أُتُبُ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بُتُثُ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ثُتُجُ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جُتُحُ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حُتُخُ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خُتُدُ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دُتُأُ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أُثُبُ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بُثُتُ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تُثُجُ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جُثُحُ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حُثُخُ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خُثُدُ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دُثُأُ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D3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9533A"/>
          </a:solidFill>
          <a:ln w="12700">
            <a:solidFill>
              <a:srgbClr val="C9533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1E8"/>
          </a:solidFill>
          <a:ln w="12700">
            <a:solidFill>
              <a:srgbClr val="FFF1E8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CCB"/>
          </a:solidFill>
          <a:ln w="12700">
            <a:solidFill>
              <a:srgbClr val="FFDCC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7E8BD"/>
          </a:solidFill>
          <a:ln w="12700">
            <a:solidFill>
              <a:srgbClr val="A7E8BD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9B1D20"/>
          </a:solidFill>
          <a:ln w="12700">
            <a:solidFill>
              <a:srgbClr val="9B1D2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2915"/>
          </a:solidFill>
          <a:ln w="12700">
            <a:solidFill>
              <a:srgbClr val="9B2915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348B"/>
          </a:solidFill>
          <a:ln w="12700">
            <a:solidFill>
              <a:srgbClr val="3D348B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02-ba-ta-tha</dc:title>
  <dc:subject>PptxGenJS Presentation</dc:subject>
  <dc:creator>PptxGenJS</dc:creator>
  <cp:lastModifiedBy>PptxGenJS</cp:lastModifiedBy>
  <cp:revision>1</cp:revision>
  <dcterms:created xsi:type="dcterms:W3CDTF">2026-10-10T05:02:37Z</dcterms:created>
  <dcterms:modified xsi:type="dcterms:W3CDTF">2026-10-10T05:02:37Z</dcterms:modified>
</cp:coreProperties>
</file>