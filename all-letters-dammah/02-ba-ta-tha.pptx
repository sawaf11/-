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</p:sldIdLst>
  <p:notesMasterIdLst>
    <p:notesMasterId r:id="rId6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notesMaster" Target="notesMasters/notesMaster1.xml"/><Relationship Id="rId69" Type="http://schemas.openxmlformats.org/officeDocument/2006/relationships/presProps" Target="presProps.xml"/><Relationship Id="rId70" Type="http://schemas.openxmlformats.org/officeDocument/2006/relationships/viewProps" Target="viewProps.xml"/><Relationship Id="rId71" Type="http://schemas.openxmlformats.org/officeDocument/2006/relationships/theme" Target="theme/theme1.xml"/><Relationship Id="rId7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13500" dirty="0"/>
          </a:p>
        </p:txBody>
      </p:sp>
      <p:sp>
        <p:nvSpPr>
          <p:cNvPr id="14" name="F1 dammah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بُأُ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بُسُ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بُتُ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بُثُ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بُجُ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بُحُ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بُخُ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سُبُتُ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تُبُسُ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ثُبُسُ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جُبُسُ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حُبُسُ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خُبُسُ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سُبُأُ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أُبُ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سُبُ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تُبُ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ثُبُ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جُبُ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حُبُ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خُبُ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13500" dirty="0"/>
          </a:p>
        </p:txBody>
      </p:sp>
      <p:sp>
        <p:nvSpPr>
          <p:cNvPr id="14" name="F1 dammah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تُأُ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تُبُ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تُسُ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تُثُ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تُجُ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تُحُ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تُخُ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بُتُسُ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سُتُبُ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ثُتُبُ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جُتُبُ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حُتُبُ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خُتُبُ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بُتُأُ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أُتُ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بُتُ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سُتُ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ثُتُ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جُتُ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حُتُ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خُتُ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13500" dirty="0"/>
          </a:p>
        </p:txBody>
      </p:sp>
      <p:sp>
        <p:nvSpPr>
          <p:cNvPr id="14" name="F1 dammah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ثُأُ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ثُبُ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ثُتُ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ثُسُ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ثُجُ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ثُحُ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ثُخُ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بُثُتُ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تُثُبُ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سُثُبُ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جُثُبُ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حُثُبُ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خُثُبُ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بُثُأُ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أُثُ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بُثُ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تُثُ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سُثُ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جُثُ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حُثُ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خُثُ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66</Slides>
  <Notes>66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66</vt:i4>
      </vt:variant>
    </vt:vector>
  </HeadingPairs>
  <TitlesOfParts>
    <vt:vector size="6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dammah 02-ba-ta-tha</dc:title>
  <dc:subject>PptxGenJS Presentation</dc:subject>
  <dc:creator>PptxGenJS</dc:creator>
  <cp:lastModifiedBy>PptxGenJS</cp:lastModifiedBy>
  <cp:revision>1</cp:revision>
  <dcterms:created xsi:type="dcterms:W3CDTF">2026-10-10T04:48:42Z</dcterms:created>
  <dcterms:modified xsi:type="dcterms:W3CDTF">2026-10-10T04:48:42Z</dcterms:modified>
</cp:coreProperties>
</file>