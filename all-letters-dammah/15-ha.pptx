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13500" dirty="0"/>
          </a:p>
        </p:txBody>
      </p:sp>
      <p:sp>
        <p:nvSpPr>
          <p:cNvPr id="14" name="F1 dammah"/>
          <p:cNvSpPr txBox="1"/>
          <p:nvPr/>
        </p:nvSpPr>
        <p:spPr>
          <a:xfrm>
            <a:off x="3017520" y="111556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13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هُأُ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هُبُ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هُتُ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هُثُ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هُجُ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هُحُ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هُخُ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هُدُ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هُذُ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هُرُ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هُزُ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هُسُ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هُشُ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هُصُ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هُضُ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هُطُ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هُظُ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هُعُ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هُغُ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هُفُ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هُقُ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هُكُ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هُلُ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هُمُ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هُنُ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أُهُبُ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بُهُتُ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تُهُثُ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ثُهُجُ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جُهُحُ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حُهُخُ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خُهُدُ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دُهُذُ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ذُهُرُ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رُهُزُ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زُهُسُ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سُهُشُ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شُهُصُ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صُهُضُ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ضُهُطُ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طُهُظُ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ظُهُعُ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عُهُغُ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غُهُفُ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فُهُقُ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قُهُكُ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كُهُلُ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لُهُمُ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مُهُنُ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F1 damm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2" name="F2 damm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damm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نُهُأُ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هُ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نُهُ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dammah 15-ha</dc:title>
  <dc:subject>PptxGenJS Presentation</dc:subject>
  <dc:creator>PptxGenJS</dc:creator>
  <cp:lastModifiedBy>PptxGenJS</cp:lastModifiedBy>
  <cp:revision>1</cp:revision>
  <dcterms:created xsi:type="dcterms:W3CDTF">2026-10-10T05:02:38Z</dcterms:created>
  <dcterms:modified xsi:type="dcterms:W3CDTF">2026-10-10T05:02:38Z</dcterms:modified>
</cp:coreProperties>
</file>