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</p:sldIdLst>
  <p:notesMasterIdLst>
    <p:notesMasterId r:id="rId1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notesMaster" Target="notesMasters/notesMaster1.xml"/><Relationship Id="rId122" Type="http://schemas.openxmlformats.org/officeDocument/2006/relationships/presProps" Target="presProps.xml"/><Relationship Id="rId123" Type="http://schemas.openxmlformats.org/officeDocument/2006/relationships/viewProps" Target="viewProps.xml"/><Relationship Id="rId124" Type="http://schemas.openxmlformats.org/officeDocument/2006/relationships/theme" Target="theme/theme1.xml"/><Relationship Id="rId1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أُفُبُ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دُفُذُ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ذُفُرُ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رُفُزُ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زُفُسُ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سُفُشُ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شُفُصُ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صُفُضُ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ضُفُطُ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طُفُظُ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ظُفُعُ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عُفُغُ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غُفُأُ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13500" dirty="0"/>
          </a:p>
        </p:txBody>
      </p:sp>
      <p:sp>
        <p:nvSpPr>
          <p:cNvPr id="14" name="F1 dammah"/>
          <p:cNvSpPr txBox="1"/>
          <p:nvPr/>
        </p:nvSpPr>
        <p:spPr>
          <a:xfrm>
            <a:off x="3017520" y="111556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13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قُأُ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قُبُ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قُتُ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قُثُ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قُجُ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قُحُ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قُخُ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قُدُ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قُذُ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قُرُ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قُزُ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قُسُ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قُشُ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قُصُ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قُضُ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قُطُ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قُظُ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قُعُ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قُغُ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قُفُ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أُقُبُ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بُقُتُ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تُقُثُ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ثُقُجُ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جُقُحُ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حُقُخُ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خُقُدُ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دُقُذُ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ذُقُرُ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رُقُزُ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زُقُسُ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سُقُشُ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شُقُصُ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صُقُضُ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ضُقُطُ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طُقُظُ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ظُقُعُ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عُقُغُ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غُقُفُ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600" dirty="0"/>
          </a:p>
        </p:txBody>
      </p:sp>
      <p:sp>
        <p:nvSpPr>
          <p:cNvPr id="20" name="F1 damm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600" dirty="0"/>
          </a:p>
        </p:txBody>
      </p:sp>
      <p:sp>
        <p:nvSpPr>
          <p:cNvPr id="22" name="F2 damm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damm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فُقُأُ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B5EA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7DFA5"/>
          </a:solidFill>
          <a:ln w="12700">
            <a:solidFill>
              <a:srgbClr val="F7DFA5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F2C879"/>
          </a:solidFill>
          <a:ln w="12700">
            <a:solidFill>
              <a:srgbClr val="F2C879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C93C"/>
          </a:solidFill>
          <a:ln w="12700">
            <a:solidFill>
              <a:srgbClr val="FFC93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3F8FB"/>
          </a:solidFill>
          <a:ln w="12700">
            <a:solidFill>
              <a:srgbClr val="E3F8FB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7BDFF2"/>
          </a:solidFill>
          <a:ln w="12700">
            <a:solidFill>
              <a:srgbClr val="7BDFF2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5D8F"/>
          </a:solidFill>
          <a:ln w="12700">
            <a:solidFill>
              <a:srgbClr val="FF5D8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8B30"/>
          </a:solidFill>
          <a:ln w="12700">
            <a:solidFill>
              <a:srgbClr val="F28B30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D7FB5"/>
          </a:solidFill>
          <a:ln w="12700">
            <a:solidFill>
              <a:srgbClr val="1D7FB5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9000" dirty="0"/>
          </a:p>
        </p:txBody>
      </p:sp>
      <p:sp>
        <p:nvSpPr>
          <p:cNvPr id="18" name="F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9000" dirty="0"/>
          </a:p>
        </p:txBody>
      </p:sp>
      <p:sp>
        <p:nvSpPr>
          <p:cNvPr id="20" name="F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فُقُ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119</Slides>
  <Notes>119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119</vt:i4>
      </vt:variant>
    </vt:vector>
  </HeadingPairs>
  <TitlesOfParts>
    <vt:vector size="1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dammah 11-fa-qaf</dc:title>
  <dc:subject>PptxGenJS Presentation</dc:subject>
  <dc:creator>PptxGenJS</dc:creator>
  <cp:lastModifiedBy>PptxGenJS</cp:lastModifiedBy>
  <cp:revision>1</cp:revision>
  <dcterms:created xsi:type="dcterms:W3CDTF">2026-10-10T05:02:38Z</dcterms:created>
  <dcterms:modified xsi:type="dcterms:W3CDTF">2026-10-10T05:02:38Z</dcterms:modified>
</cp:coreProperties>
</file>