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notesMaster" Target="notesMasters/notesMaster1.xml"/><Relationship Id="rId122" Type="http://schemas.openxmlformats.org/officeDocument/2006/relationships/presProps" Target="presProps.xml"/><Relationship Id="rId123" Type="http://schemas.openxmlformats.org/officeDocument/2006/relationships/viewProps" Target="viewProps.xml"/><Relationship Id="rId124" Type="http://schemas.openxmlformats.org/officeDocument/2006/relationships/theme" Target="theme/theme1.xml"/><Relationship Id="rId1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أُفُبُ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بُفُتُ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تُفُثُ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ثُفُجُ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جُفُحُ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حُفُخُ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خُفُدُ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دُفُذُ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ذُفُرُ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رُفُزُ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زُفُسُ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سُفُشُ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شُفُصُ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صُفُضُ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ضُفُطُ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طُفُظُ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ظُفُعُ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عُفُغُ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غُفُأُ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أُقُبُ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بُقُتُ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تُقُثُ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ثُقُجُ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جُقُحُ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حُقُخُ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خُقُدُ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دُقُذُ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ذُقُرُ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رُقُزُ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زُقُسُ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سُقُشُ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شُقُصُ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صُقُضُ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ضُقُطُ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طُقُظُ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ظُقُعُ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عُقُغُ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غُقُفُ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فُقُأُ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119</Slides>
  <Notes>119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11-fa-qaf</dc:title>
  <dc:subject>PptxGenJS Presentation</dc:subject>
  <dc:creator>PptxGenJS</dc:creator>
  <cp:lastModifiedBy>PptxGenJS</cp:lastModifiedBy>
  <cp:revision>1</cp:revision>
  <dcterms:created xsi:type="dcterms:W3CDTF">2026-10-10T05:02:38Z</dcterms:created>
  <dcterms:modified xsi:type="dcterms:W3CDTF">2026-10-10T05:02:38Z</dcterms:modified>
</cp:coreProperties>
</file>