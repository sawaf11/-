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notesMaster" Target="notesMasters/notesMaster1.xml"/><Relationship Id="rId110" Type="http://schemas.openxmlformats.org/officeDocument/2006/relationships/presProps" Target="presProps.xml"/><Relationship Id="rId111" Type="http://schemas.openxmlformats.org/officeDocument/2006/relationships/viewProps" Target="viewProps.xml"/><Relationship Id="rId112" Type="http://schemas.openxmlformats.org/officeDocument/2006/relationships/theme" Target="theme/theme1.xml"/><Relationship Id="rId1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13500" dirty="0"/>
          </a:p>
        </p:txBody>
      </p:sp>
      <p:sp>
        <p:nvSpPr>
          <p:cNvPr id="14" name="F1 dammah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عُأُ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عُبُ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عُتُ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عُثُ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عُجُ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عُحُ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عُخُ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عُدُ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عُذُ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عُرُ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عُزُ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عُسُ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عُشُ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عُصُ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عُضُ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عُطُ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عُظُ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أُعُبُ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بُعُتُ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تُعُثُ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ثُعُجُ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جُعُحُ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حُعُخُ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خُعُدُ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دُعُذُ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ذُعُرُ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رُعُزُ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زُعُسُ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سُعُشُ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شُعُصُ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صُعُضُ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ضُعُطُ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طُعُظُ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ظُعُأُ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أُعُ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بُعُ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تُعُ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ثُعُ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جُعُ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حُعُ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خُعُ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دُعُ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ذُعُ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رُعُ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زُعُ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سُعُ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شُعُ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صُعُ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ضُعُ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طُعُ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ظُعُ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13500" dirty="0"/>
          </a:p>
        </p:txBody>
      </p:sp>
      <p:sp>
        <p:nvSpPr>
          <p:cNvPr id="14" name="F1 dammah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غُأُ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غُبُ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غُتُ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غُثُ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غُجُ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غُحُ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غُخُ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غُدُ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غُذُ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غُرُ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غُزُ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غُسُ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غُشُ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غُصُ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غُضُ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غُطُ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غُظُ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غُعُ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أُغُبُ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بُغُتُ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تُغُثُ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ثُغُجُ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جُغُحُ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حُغُخُ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خُغُدُ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دُغُذُ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ذُغُرُ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رُغُزُ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زُغُسُ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سُغُشُ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شُغُصُ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صُغُضُ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ضُغُطُ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طُغُظُ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ظُغُعُ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عُغُأُ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أُغُ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بُغُ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تُغُ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ثُغُ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جُغُ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حُغُ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خُغُ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دُغُ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ذُغُ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رُغُ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زُغُ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سُغُ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شُغُ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صُغُ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ضُغُ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طُغُ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ظُغُ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عُغُ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107</Slides>
  <Notes>107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107</vt:i4>
      </vt:variant>
    </vt:vector>
  </HeadingPairs>
  <TitlesOfParts>
    <vt:vector size="1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dammah 10-ain-ghain</dc:title>
  <dc:subject>PptxGenJS Presentation</dc:subject>
  <dc:creator>PptxGenJS</dc:creator>
  <cp:lastModifiedBy>PptxGenJS</cp:lastModifiedBy>
  <cp:revision>1</cp:revision>
  <dcterms:created xsi:type="dcterms:W3CDTF">2026-10-10T05:02:37Z</dcterms:created>
  <dcterms:modified xsi:type="dcterms:W3CDTF">2026-10-10T05:02:37Z</dcterms:modified>
</cp:coreProperties>
</file>