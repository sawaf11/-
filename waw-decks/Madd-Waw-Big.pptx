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0" name="L1 letter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31" name="F1 fathah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32" name="M1 yaa"/>
          <p:cNvSpPr txBox="1"/>
          <p:nvPr/>
        </p:nvSpPr>
        <p:spPr>
          <a:xfrm>
            <a:off x="625010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0" name="L1 letter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31" name="F1 fathah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32" name="M1 yaa"/>
          <p:cNvSpPr txBox="1"/>
          <p:nvPr/>
        </p:nvSpPr>
        <p:spPr>
          <a:xfrm>
            <a:off x="625010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دُونَ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0" name="L1 letter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1" name="F1 fathah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32" name="M1 yaa"/>
          <p:cNvSpPr txBox="1"/>
          <p:nvPr/>
        </p:nvSpPr>
        <p:spPr>
          <a:xfrm>
            <a:off x="625010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0" name="L1 letter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31" name="F1 fathah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32" name="M1 yaa"/>
          <p:cNvSpPr txBox="1"/>
          <p:nvPr/>
        </p:nvSpPr>
        <p:spPr>
          <a:xfrm>
            <a:off x="625010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0" name="L1 letter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31" name="F1 fathah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32" name="M1 yaa"/>
          <p:cNvSpPr txBox="1"/>
          <p:nvPr/>
        </p:nvSpPr>
        <p:spPr>
          <a:xfrm>
            <a:off x="625010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0" name="L1 letter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1" name="F1 fathah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2" name="M1 yaa"/>
          <p:cNvSpPr txBox="1"/>
          <p:nvPr/>
        </p:nvSpPr>
        <p:spPr>
          <a:xfrm>
            <a:off x="625010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0" name="L1 letter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31" name="F1 fathah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32" name="M1 yaa"/>
          <p:cNvSpPr txBox="1"/>
          <p:nvPr/>
        </p:nvSpPr>
        <p:spPr>
          <a:xfrm>
            <a:off x="625010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0" name="L1 letter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31" name="F1 fathah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32" name="M1 yaa"/>
          <p:cNvSpPr txBox="1"/>
          <p:nvPr/>
        </p:nvSpPr>
        <p:spPr>
          <a:xfrm>
            <a:off x="625010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0" name="L1 letter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31" name="F1 fathah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32" name="M1 yaa"/>
          <p:cNvSpPr txBox="1"/>
          <p:nvPr/>
        </p:nvSpPr>
        <p:spPr>
          <a:xfrm>
            <a:off x="625010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0" name="L1 letter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31" name="F1 fathah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32" name="M1 yaa"/>
          <p:cNvSpPr txBox="1"/>
          <p:nvPr/>
        </p:nvSpPr>
        <p:spPr>
          <a:xfrm>
            <a:off x="625010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0" name="L1 letter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1" name="F1 fathah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2" name="M1 yaa"/>
          <p:cNvSpPr txBox="1"/>
          <p:nvPr/>
        </p:nvSpPr>
        <p:spPr>
          <a:xfrm>
            <a:off x="625010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0" name="L1 letter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31" name="F1 fathah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32" name="M1 yaa"/>
          <p:cNvSpPr txBox="1"/>
          <p:nvPr/>
        </p:nvSpPr>
        <p:spPr>
          <a:xfrm>
            <a:off x="625010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34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35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400" dirty="0"/>
          </a:p>
        </p:txBody>
      </p:sp>
      <p:sp>
        <p:nvSpPr>
          <p:cNvPr id="36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37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38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يَقُولَ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6" grpId="0"/>
      <p:bldP spid="30" grpId="0" animBg="1"/>
      <p:bldP spid="37" grpId="0"/>
      <p:bldP spid="38" grpId="0"/>
      <p:bldP spid="31" grpId="0" animBg="1"/>
      <p:bldP spid="3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34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35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400" dirty="0"/>
          </a:p>
        </p:txBody>
      </p:sp>
      <p:sp>
        <p:nvSpPr>
          <p:cNvPr id="36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37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38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يَكُونَ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6" grpId="0"/>
      <p:bldP spid="30" grpId="0" animBg="1"/>
      <p:bldP spid="37" grpId="0"/>
      <p:bldP spid="38" grpId="0"/>
      <p:bldP spid="31" grpId="0" animBg="1"/>
      <p:bldP spid="3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34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35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400" dirty="0"/>
          </a:p>
        </p:txBody>
      </p:sp>
      <p:sp>
        <p:nvSpPr>
          <p:cNvPr id="36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37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38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نَقُولَ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6" grpId="0"/>
      <p:bldP spid="30" grpId="0" animBg="1"/>
      <p:bldP spid="37" grpId="0"/>
      <p:bldP spid="38" grpId="0"/>
      <p:bldP spid="31" grpId="0" animBg="1"/>
      <p:bldP spid="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34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35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400" dirty="0"/>
          </a:p>
        </p:txBody>
      </p:sp>
      <p:sp>
        <p:nvSpPr>
          <p:cNvPr id="36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37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38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رَسُولَ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6" grpId="0"/>
      <p:bldP spid="30" grpId="0" animBg="1"/>
      <p:bldP spid="37" grpId="0"/>
      <p:bldP spid="38" grpId="0"/>
      <p:bldP spid="31" grpId="0" animBg="1"/>
      <p:bldP spid="3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40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400" dirty="0"/>
          </a:p>
        </p:txBody>
      </p:sp>
      <p:sp>
        <p:nvSpPr>
          <p:cNvPr id="34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35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400" dirty="0"/>
          </a:p>
        </p:txBody>
      </p:sp>
      <p:sp>
        <p:nvSpPr>
          <p:cNvPr id="36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37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38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غَفُورَ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6" grpId="0"/>
      <p:bldP spid="30" grpId="0" animBg="1"/>
      <p:bldP spid="37" grpId="0"/>
      <p:bldP spid="38" grpId="0"/>
      <p:bldP spid="31" grpId="0" animBg="1"/>
      <p:bldP spid="3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40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400" dirty="0"/>
          </a:p>
        </p:txBody>
      </p:sp>
      <p:sp>
        <p:nvSpPr>
          <p:cNvPr id="34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35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400" dirty="0"/>
          </a:p>
        </p:txBody>
      </p:sp>
      <p:sp>
        <p:nvSpPr>
          <p:cNvPr id="36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37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38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شَكُورَ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6" grpId="0"/>
      <p:bldP spid="30" grpId="0" animBg="1"/>
      <p:bldP spid="37" grpId="0"/>
      <p:bldP spid="38" grpId="0"/>
      <p:bldP spid="31" grpId="0" animBg="1"/>
      <p:bldP spid="3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4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35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400" dirty="0"/>
          </a:p>
        </p:txBody>
      </p:sp>
      <p:sp>
        <p:nvSpPr>
          <p:cNvPr id="36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37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38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صَبُورَ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6" grpId="0"/>
      <p:bldP spid="30" grpId="0" animBg="1"/>
      <p:bldP spid="37" grpId="0"/>
      <p:bldP spid="38" grpId="0"/>
      <p:bldP spid="31" grpId="0" animBg="1"/>
      <p:bldP spid="3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34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35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400" dirty="0"/>
          </a:p>
        </p:txBody>
      </p:sp>
      <p:sp>
        <p:nvSpPr>
          <p:cNvPr id="36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37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38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وَدُودَ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6" grpId="0"/>
      <p:bldP spid="30" grpId="0" animBg="1"/>
      <p:bldP spid="37" grpId="0"/>
      <p:bldP spid="38" grpId="0"/>
      <p:bldP spid="31" grpId="0" animBg="1"/>
      <p:bldP spid="3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35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400" dirty="0"/>
          </a:p>
        </p:txBody>
      </p:sp>
      <p:sp>
        <p:nvSpPr>
          <p:cNvPr id="36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37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38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جَهُولَ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6" grpId="0"/>
      <p:bldP spid="30" grpId="0" animBg="1"/>
      <p:bldP spid="37" grpId="0"/>
      <p:bldP spid="38" grpId="0"/>
      <p:bldP spid="31" grpId="0" animBg="1"/>
      <p:bldP spid="3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34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35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36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37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38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ظَلُومَ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6" grpId="0"/>
      <p:bldP spid="30" grpId="0" animBg="1"/>
      <p:bldP spid="37" grpId="0"/>
      <p:bldP spid="38" grpId="0"/>
      <p:bldP spid="31" grpId="0" animBg="1"/>
      <p:bldP spid="3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34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35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400" dirty="0"/>
          </a:p>
        </p:txBody>
      </p:sp>
      <p:sp>
        <p:nvSpPr>
          <p:cNvPr id="36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37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38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كَفُورَ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6" grpId="0"/>
      <p:bldP spid="30" grpId="0" animBg="1"/>
      <p:bldP spid="37" grpId="0"/>
      <p:bldP spid="38" grpId="0"/>
      <p:bldP spid="31" grpId="0" animBg="1"/>
      <p:bldP spid="3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34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35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400" dirty="0"/>
          </a:p>
        </p:txBody>
      </p:sp>
      <p:sp>
        <p:nvSpPr>
          <p:cNvPr id="36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37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38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وَقُودَ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6" grpId="0"/>
      <p:bldP spid="30" grpId="0" animBg="1"/>
      <p:bldP spid="37" grpId="0"/>
      <p:bldP spid="38" grpId="0"/>
      <p:bldP spid="31" grpId="0" animBg="1"/>
      <p:bldP spid="39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34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35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400" dirty="0"/>
          </a:p>
        </p:txBody>
      </p:sp>
      <p:sp>
        <p:nvSpPr>
          <p:cNvPr id="36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37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38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قَبُولَ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6" grpId="0"/>
      <p:bldP spid="30" grpId="0" animBg="1"/>
      <p:bldP spid="37" grpId="0"/>
      <p:bldP spid="38" grpId="0"/>
      <p:bldP spid="31" grpId="0" animBg="1"/>
      <p:bldP spid="3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400" dirty="0"/>
          </a:p>
        </p:txBody>
      </p:sp>
      <p:sp>
        <p:nvSpPr>
          <p:cNvPr id="34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35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400" dirty="0"/>
          </a:p>
        </p:txBody>
      </p:sp>
      <p:sp>
        <p:nvSpPr>
          <p:cNvPr id="36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37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38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فُسُوقَ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6" grpId="0"/>
      <p:bldP spid="30" grpId="0" animBg="1"/>
      <p:bldP spid="37" grpId="0"/>
      <p:bldP spid="38" grpId="0"/>
      <p:bldP spid="31" grpId="0" animBg="1"/>
      <p:bldP spid="3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400" dirty="0"/>
          </a:p>
        </p:txBody>
      </p:sp>
      <p:sp>
        <p:nvSpPr>
          <p:cNvPr id="34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5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400" dirty="0"/>
          </a:p>
        </p:txBody>
      </p:sp>
      <p:sp>
        <p:nvSpPr>
          <p:cNvPr id="36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37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38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سُجُودَ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6" grpId="0"/>
      <p:bldP spid="30" grpId="0" animBg="1"/>
      <p:bldP spid="37" grpId="0"/>
      <p:bldP spid="38" grpId="0"/>
      <p:bldP spid="31" grpId="0" animBg="1"/>
      <p:bldP spid="3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400" dirty="0"/>
          </a:p>
        </p:txBody>
      </p:sp>
      <p:sp>
        <p:nvSpPr>
          <p:cNvPr id="34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35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36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37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38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خُلُودَ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6" grpId="0"/>
      <p:bldP spid="30" grpId="0" animBg="1"/>
      <p:bldP spid="37" grpId="0"/>
      <p:bldP spid="38" grpId="0"/>
      <p:bldP spid="31" grpId="0" animBg="1"/>
      <p:bldP spid="3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400" dirty="0"/>
          </a:p>
        </p:txBody>
      </p:sp>
      <p:sp>
        <p:nvSpPr>
          <p:cNvPr id="34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35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36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37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38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جُنُودَ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6" grpId="0"/>
      <p:bldP spid="30" grpId="0" animBg="1"/>
      <p:bldP spid="37" grpId="0"/>
      <p:bldP spid="38" grpId="0"/>
      <p:bldP spid="31" grpId="0" animBg="1"/>
      <p:bldP spid="3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big</dc:title>
  <dc:subject>PptxGenJS Presentation</dc:subject>
  <dc:creator>PptxGenJS</dc:creator>
  <cp:lastModifiedBy>PptxGenJS</cp:lastModifiedBy>
  <cp:revision>1</cp:revision>
  <dcterms:created xsi:type="dcterms:W3CDTF">2026-10-08T05:07:08Z</dcterms:created>
  <dcterms:modified xsi:type="dcterms:W3CDTF">2026-10-08T05:07:08Z</dcterms:modified>
</cp:coreProperties>
</file>