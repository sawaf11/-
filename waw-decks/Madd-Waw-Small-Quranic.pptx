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0000" dirty="0"/>
          </a:p>
        </p:txBody>
      </p:sp>
      <p:sp>
        <p:nvSpPr>
          <p:cNvPr id="31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0000" dirty="0"/>
          </a:p>
        </p:txBody>
      </p:sp>
      <p:sp>
        <p:nvSpPr>
          <p:cNvPr id="32" name="L2 letter"/>
          <p:cNvSpPr txBox="1"/>
          <p:nvPr/>
        </p:nvSpPr>
        <p:spPr>
          <a:xfrm>
            <a:off x="467989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0000" dirty="0"/>
          </a:p>
        </p:txBody>
      </p:sp>
      <p:sp>
        <p:nvSpPr>
          <p:cNvPr id="33" name="F2 fathah"/>
          <p:cNvSpPr txBox="1"/>
          <p:nvPr/>
        </p:nvSpPr>
        <p:spPr>
          <a:xfrm>
            <a:off x="467989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10000" dirty="0"/>
          </a:p>
        </p:txBody>
      </p:sp>
      <p:sp>
        <p:nvSpPr>
          <p:cNvPr id="34" name="M2 yaa"/>
          <p:cNvSpPr txBox="1"/>
          <p:nvPr/>
        </p:nvSpPr>
        <p:spPr>
          <a:xfrm>
            <a:off x="3772814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5000" dirty="0"/>
          </a:p>
        </p:txBody>
      </p:sp>
      <p:sp>
        <p:nvSpPr>
          <p:cNvPr id="35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</a:t>
            </a:r>
            <a:pPr algn="ctr" indent="0" marL="0">
              <a:buNone/>
            </a:pPr>
            <a:r>
              <a:rPr lang="ar-SA" altLang="en-US" sz="1687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28" grpId="0" animBg="1"/>
      <p:bldP spid="32" grpId="0"/>
      <p:bldP spid="33" grpId="0"/>
      <p:bldP spid="34" grpId="0"/>
      <p:bldP spid="29" grpId="0" animBg="1"/>
      <p:bldP spid="3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نَّ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نَّ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أَنَّهُ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بَّ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نف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نَفۡسَهُ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عب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عَبۡدَهُ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رز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رِزۡ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رِزۡقَهُ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وج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وَجۡهَهُ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فض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فَضۡلَهُ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قل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قَلۡبُهُ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FFB3D1"/>
          </a:solidFill>
          <a:ln w="12700">
            <a:solidFill>
              <a:srgbClr val="FFB3D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FF94C0"/>
          </a:solidFill>
          <a:ln w="12700">
            <a:solidFill>
              <a:srgbClr val="FF94C0"/>
            </a:solidFill>
            <a:prstDash val="solid"/>
          </a:ln>
        </p:spPr>
      </p:sp>
      <p:sp>
        <p:nvSpPr>
          <p:cNvPr id="4" name="Deco rainbow 1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5" name="Deco rainbow 2"/>
          <p:cNvSpPr/>
          <p:nvPr/>
        </p:nvSpPr>
        <p:spPr>
          <a:xfrm>
            <a:off x="-1554480" y="-1554480"/>
            <a:ext cx="3108960" cy="310896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" name="Deco rainbow 3"/>
          <p:cNvSpPr/>
          <p:nvPr/>
        </p:nvSpPr>
        <p:spPr>
          <a:xfrm>
            <a:off x="-1280160" y="-1280160"/>
            <a:ext cx="2560320" cy="256032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rainbow 4"/>
          <p:cNvSpPr/>
          <p:nvPr/>
        </p:nvSpPr>
        <p:spPr>
          <a:xfrm>
            <a:off x="-1005840" y="-1005840"/>
            <a:ext cx="2011680" cy="201168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8" name="Deco rainbow 5"/>
          <p:cNvSpPr/>
          <p:nvPr/>
        </p:nvSpPr>
        <p:spPr>
          <a:xfrm>
            <a:off x="-731520" y="-731520"/>
            <a:ext cx="1463040" cy="14630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9" name="Deco rainbow centre"/>
          <p:cNvSpPr/>
          <p:nvPr/>
        </p:nvSpPr>
        <p:spPr>
          <a:xfrm>
            <a:off x="-457200" y="-457200"/>
            <a:ext cx="914400" cy="914400"/>
          </a:xfrm>
          <a:prstGeom prst="ellipse">
            <a:avLst/>
          </a:prstGeom>
          <a:solidFill>
            <a:srgbClr val="FFE1F0"/>
          </a:solidFill>
          <a:ln w="12700">
            <a:solidFill>
              <a:srgbClr val="FFE1F0"/>
            </a:solidFill>
            <a:prstDash val="solid"/>
          </a:ln>
        </p:spPr>
      </p:sp>
      <p:sp>
        <p:nvSpPr>
          <p:cNvPr id="10" name="Deco cloud"/>
          <p:cNvSpPr/>
          <p:nvPr/>
        </p:nvSpPr>
        <p:spPr>
          <a:xfrm>
            <a:off x="7040880" y="18288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6309360" y="502920"/>
            <a:ext cx="365760" cy="329184"/>
          </a:xfrm>
          <a:prstGeom prst="hear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12" name="Deco lollipop stick 1"/>
          <p:cNvSpPr/>
          <p:nvPr/>
        </p:nvSpPr>
        <p:spPr>
          <a:xfrm>
            <a:off x="27432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lollipop 1"/>
          <p:cNvSpPr/>
          <p:nvPr/>
        </p:nvSpPr>
        <p:spPr>
          <a:xfrm>
            <a:off x="45720" y="2697480"/>
            <a:ext cx="548640" cy="54864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4" name="Deco lollipop swirl 1"/>
          <p:cNvSpPr/>
          <p:nvPr/>
        </p:nvSpPr>
        <p:spPr>
          <a:xfrm>
            <a:off x="18288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lollipop stick 2"/>
          <p:cNvSpPr/>
          <p:nvPr/>
        </p:nvSpPr>
        <p:spPr>
          <a:xfrm>
            <a:off x="8778240" y="3154680"/>
            <a:ext cx="64008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lollipop 2"/>
          <p:cNvSpPr/>
          <p:nvPr/>
        </p:nvSpPr>
        <p:spPr>
          <a:xfrm>
            <a:off x="8549640" y="2697480"/>
            <a:ext cx="548640" cy="54864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7" name="Deco lollipop swirl 2"/>
          <p:cNvSpPr/>
          <p:nvPr/>
        </p:nvSpPr>
        <p:spPr>
          <a:xfrm>
            <a:off x="8686800" y="28346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cupcake cup"/>
          <p:cNvSpPr/>
          <p:nvPr/>
        </p:nvSpPr>
        <p:spPr>
          <a:xfrm rot="10800000">
            <a:off x="1143000" y="4206240"/>
            <a:ext cx="548640" cy="502920"/>
          </a:xfrm>
          <a:prstGeom prst="triangle">
            <a:avLst/>
          </a:prstGeom>
          <a:solidFill>
            <a:srgbClr val="C98B5B"/>
          </a:solidFill>
          <a:ln w="12700">
            <a:solidFill>
              <a:srgbClr val="C98B5B"/>
            </a:solidFill>
            <a:prstDash val="solid"/>
          </a:ln>
        </p:spPr>
      </p:sp>
      <p:sp>
        <p:nvSpPr>
          <p:cNvPr id="19" name="Deco cupcake frosting"/>
          <p:cNvSpPr/>
          <p:nvPr/>
        </p:nvSpPr>
        <p:spPr>
          <a:xfrm>
            <a:off x="1097280" y="3840480"/>
            <a:ext cx="640080" cy="457200"/>
          </a:xfrm>
          <a:prstGeom prst="cloud">
            <a:avLst/>
          </a:prstGeom>
          <a:solidFill>
            <a:srgbClr val="FF8AB3"/>
          </a:solidFill>
          <a:ln w="12700">
            <a:solidFill>
              <a:srgbClr val="FF8AB3"/>
            </a:solidFill>
            <a:prstDash val="solid"/>
          </a:ln>
        </p:spPr>
      </p:sp>
      <p:sp>
        <p:nvSpPr>
          <p:cNvPr id="20" name="Deco cupcake cherry"/>
          <p:cNvSpPr/>
          <p:nvPr/>
        </p:nvSpPr>
        <p:spPr>
          <a:xfrm>
            <a:off x="1371600" y="3822192"/>
            <a:ext cx="128016" cy="128016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cone"/>
          <p:cNvSpPr/>
          <p:nvPr/>
        </p:nvSpPr>
        <p:spPr>
          <a:xfrm rot="10800000">
            <a:off x="7589520" y="4206240"/>
            <a:ext cx="457200" cy="594360"/>
          </a:xfrm>
          <a:prstGeom prst="triangle">
            <a:avLst/>
          </a:prstGeom>
          <a:solidFill>
            <a:srgbClr val="E0A458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22" name="Deco scoop"/>
          <p:cNvSpPr/>
          <p:nvPr/>
        </p:nvSpPr>
        <p:spPr>
          <a:xfrm>
            <a:off x="7543800" y="3840480"/>
            <a:ext cx="54864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Deco friend"/>
          <p:cNvSpPr/>
          <p:nvPr/>
        </p:nvSpPr>
        <p:spPr>
          <a:xfrm>
            <a:off x="411480" y="416052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Deco star"/>
          <p:cNvSpPr/>
          <p:nvPr/>
        </p:nvSpPr>
        <p:spPr>
          <a:xfrm>
            <a:off x="658368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5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6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7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8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9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1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2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عن</a:t>
            </a:r>
            <a:endParaRPr lang="ar-SA" sz="6750" dirty="0"/>
          </a:p>
        </p:txBody>
      </p:sp>
      <p:sp>
        <p:nvSpPr>
          <p:cNvPr id="33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عِنۡ</a:t>
            </a:r>
            <a:endParaRPr lang="ar-SA" sz="675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5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6750" dirty="0"/>
          </a:p>
        </p:txBody>
      </p:sp>
      <p:sp>
        <p:nvSpPr>
          <p:cNvPr id="36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750" dirty="0"/>
          </a:p>
        </p:txBody>
      </p:sp>
      <p:sp>
        <p:nvSpPr>
          <p:cNvPr id="37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750" dirty="0"/>
          </a:p>
        </p:txBody>
      </p:sp>
      <p:sp>
        <p:nvSpPr>
          <p:cNvPr id="38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10125" dirty="0"/>
          </a:p>
        </p:txBody>
      </p:sp>
      <p:sp>
        <p:nvSpPr>
          <p:cNvPr id="39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7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عِنۡدَهُ</a:t>
            </a:r>
            <a:pPr algn="ctr" indent="0" marL="0">
              <a:buNone/>
            </a:pPr>
            <a:r>
              <a:rPr lang="ar-SA" altLang="en-US" sz="11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ۥ</a:t>
            </a:r>
            <a:endParaRPr lang="ar-SA" sz="7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29" grpId="0" animBg="1"/>
      <p:bldP spid="34" grpId="0"/>
      <p:bldP spid="35" grpId="0"/>
      <p:bldP spid="30" grpId="0" animBg="1"/>
      <p:bldP spid="36" grpId="0"/>
      <p:bldP spid="37" grpId="0"/>
      <p:bldP spid="38" grpId="0"/>
      <p:bldP spid="31" grpId="0" animBg="1"/>
      <p:bldP spid="3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small</dc:title>
  <dc:subject>PptxGenJS Presentation</dc:subject>
  <dc:creator>PptxGenJS</dc:creator>
  <cp:lastModifiedBy>PptxGenJS</cp:lastModifiedBy>
  <cp:revision>1</cp:revision>
  <dcterms:created xsi:type="dcterms:W3CDTF">2026-10-08T05:07:08Z</dcterms:created>
  <dcterms:modified xsi:type="dcterms:W3CDTF">2026-10-08T05:07:08Z</dcterms:modified>
</cp:coreProperties>
</file>