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0000" dirty="0"/>
          </a:p>
        </p:txBody>
      </p:sp>
      <p:sp>
        <p:nvSpPr>
          <p:cNvPr id="31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0000" dirty="0"/>
          </a:p>
        </p:txBody>
      </p:sp>
      <p:sp>
        <p:nvSpPr>
          <p:cNvPr id="32" name="L2 letter"/>
          <p:cNvSpPr txBox="1"/>
          <p:nvPr/>
        </p:nvSpPr>
        <p:spPr>
          <a:xfrm>
            <a:off x="467989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0000" dirty="0"/>
          </a:p>
        </p:txBody>
      </p:sp>
      <p:sp>
        <p:nvSpPr>
          <p:cNvPr id="33" name="F2 fathah"/>
          <p:cNvSpPr txBox="1"/>
          <p:nvPr/>
        </p:nvSpPr>
        <p:spPr>
          <a:xfrm>
            <a:off x="467989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10000" dirty="0"/>
          </a:p>
        </p:txBody>
      </p:sp>
      <p:sp>
        <p:nvSpPr>
          <p:cNvPr id="34" name="M2 yaa"/>
          <p:cNvSpPr txBox="1"/>
          <p:nvPr/>
        </p:nvSpPr>
        <p:spPr>
          <a:xfrm>
            <a:off x="3772814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50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لَهُ</a:t>
            </a:r>
            <a:r>
              <a:rPr lang="ar-SA" altLang="en-US" sz="1687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8" grpId="0" animBg="1"/>
      <p:bldP spid="32" grpId="0"/>
      <p:bldP spid="33" grpId="0"/>
      <p:bldP spid="34" grpId="0"/>
      <p:bldP spid="29" grpId="0" animBg="1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نَّ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نَّ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أَنَّهُ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بَّ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نف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نَفۡسَهُ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عب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عَبۡدَهُ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رز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رِزۡ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رِزۡقَهُ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وج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وَجۡهَهُ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فض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فَضۡلَهُ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قل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قَلۡبُهُ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عن</a:t>
            </a:r>
            <a:endParaRPr lang="ar-SA" sz="675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عِنۡ</a:t>
            </a:r>
            <a:endParaRPr lang="ar-SA" sz="675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5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6750" dirty="0"/>
          </a:p>
        </p:txBody>
      </p:sp>
      <p:sp>
        <p:nvSpPr>
          <p:cNvPr id="36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50" dirty="0"/>
          </a:p>
        </p:txBody>
      </p:sp>
      <p:sp>
        <p:nvSpPr>
          <p:cNvPr id="37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750" dirty="0"/>
          </a:p>
        </p:txBody>
      </p:sp>
      <p:sp>
        <p:nvSpPr>
          <p:cNvPr id="38" name="M3 yaa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10125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7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عِنۡدَهُ</a:t>
            </a:r>
            <a:r>
              <a:rPr lang="ar-SA" altLang="en-US" sz="11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</a:t>
            </a:r>
            <a:endParaRPr lang="ar-SA" sz="7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0" grpId="0" animBg="1"/>
      <p:bldP spid="36" grpId="0"/>
      <p:bldP spid="37" grpId="0"/>
      <p:bldP spid="38" grpId="0"/>
      <p:bldP spid="31" grpId="0" animBg="1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small</dc:title>
  <dc:subject>PptxGenJS Presentation</dc:subject>
  <dc:creator>PptxGenJS</dc:creator>
  <cp:lastModifiedBy>PptxGenJS</cp:lastModifiedBy>
  <cp:revision>1</cp:revision>
  <dcterms:created xsi:type="dcterms:W3CDTF">2026-10-08T05:07:08Z</dcterms:created>
  <dcterms:modified xsi:type="dcterms:W3CDTF">2026-10-08T05:07:08Z</dcterms:modified>
</cp:coreProperties>
</file>