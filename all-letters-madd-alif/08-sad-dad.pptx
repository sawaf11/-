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notesMaster" Target="notesMasters/notesMaster1.xml"/><Relationship Id="rId86" Type="http://schemas.openxmlformats.org/officeDocument/2006/relationships/presProps" Target="presProps.xml"/><Relationship Id="rId87" Type="http://schemas.openxmlformats.org/officeDocument/2006/relationships/viewProps" Target="viewProps.xml"/><Relationship Id="rId88" Type="http://schemas.openxmlformats.org/officeDocument/2006/relationships/theme" Target="theme/theme1.xml"/><Relationship Id="rId8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صَاأَ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صَابَ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صَاتَ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صَاثَ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صَاجَ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صَاحَ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صَاخَ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صَادَ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صَاذَ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صَارَ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صَازَ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صَاسَ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صَاشَ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أَصَابَ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بَصَاتَ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تَصَاثَ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ثَصَاجَ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جَصَاحَ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حَصَاخَ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خَصَادَ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دَصَاذَ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ذَصَارَ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رَصَازَ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زَصَاسَ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سَصَاشَ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شَصَاأَ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أَصَا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بَصَا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تَصَا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ثَصَا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جَصَا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حَصَا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خَصَا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دَصَا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ذَصَا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رَصَا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زَصَا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سَصَا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شَصَا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ضَاأَ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ضَابَ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ضَاتَ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ضَاثَ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ضَاجَ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ضَاحَ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ضَاخَ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ضَادَ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ضَاذَ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ضَارَ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ضَازَ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ضَاسَ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ضَاشَ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ضَاصَ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أَضَابَ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بَضَاتَ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تَضَاثَ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ثَضَاجَ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جَضَاحَ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حَضَاخَ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خَضَادَ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دَضَاذَ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ذَضَارَ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رَضَازَ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زَضَاسَ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سَضَاشَ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شَضَاصَ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صَضَاأَ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أَضَا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بَضَا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تَضَا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ثَضَا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جَضَا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حَضَا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خَضَا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دَضَا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ذَضَا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رَضَا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زَضَا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سَضَا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شَضَا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صَضَا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83</Slides>
  <Notes>83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alif 08-sad-dad</dc:title>
  <dc:subject>PptxGenJS Presentation</dc:subject>
  <dc:creator>PptxGenJS</dc:creator>
  <cp:lastModifiedBy>PptxGenJS</cp:lastModifiedBy>
  <cp:revision>1</cp:revision>
  <dcterms:created xsi:type="dcterms:W3CDTF">2026-10-10T23:06:56Z</dcterms:created>
  <dcterms:modified xsi:type="dcterms:W3CDTF">2026-10-10T23:06:56Z</dcterms:modified>
</cp:coreProperties>
</file>