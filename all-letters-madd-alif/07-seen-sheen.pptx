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سَازَ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دَسَاذَ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ذَسَارَ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رَسَازَ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شَاسَ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دَشَاذَ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ذَشَارَ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رَشَازَ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زَشَاسَ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E3D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D5E9FF"/>
          </a:solidFill>
          <a:ln w="12700">
            <a:solidFill>
              <a:srgbClr val="D5E9F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tar6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3EEFF"/>
          </a:solidFill>
          <a:ln w="12700">
            <a:solidFill>
              <a:srgbClr val="F3EE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3C6"/>
          </a:solidFill>
          <a:ln w="12700">
            <a:solidFill>
              <a:srgbClr val="FFB3C6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A0D8EF"/>
          </a:solidFill>
          <a:ln w="12700">
            <a:solidFill>
              <a:srgbClr val="A0D8E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9FD3FF"/>
          </a:solidFill>
          <a:ln w="12700">
            <a:solidFill>
              <a:srgbClr val="9FD3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alif 07-seen-sheen</dc:title>
  <dc:subject>PptxGenJS Presentation</dc:subject>
  <dc:creator>PptxGenJS</dc:creator>
  <cp:lastModifiedBy>PptxGenJS</cp:lastModifiedBy>
  <cp:revision>1</cp:revision>
  <dcterms:created xsi:type="dcterms:W3CDTF">2026-10-10T23:06:56Z</dcterms:created>
  <dcterms:modified xsi:type="dcterms:W3CDTF">2026-10-10T23:06:56Z</dcterms:modified>
</cp:coreProperties>
</file>