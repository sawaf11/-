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notesMaster" Target="notesMasters/notesMaster1.xml"/><Relationship Id="rId122" Type="http://schemas.openxmlformats.org/officeDocument/2006/relationships/presProps" Target="presProps.xml"/><Relationship Id="rId123" Type="http://schemas.openxmlformats.org/officeDocument/2006/relationships/viewProps" Target="viewProps.xml"/><Relationship Id="rId124" Type="http://schemas.openxmlformats.org/officeDocument/2006/relationships/theme" Target="theme/theme1.xml"/><Relationship Id="rId1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11-fa-qaf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