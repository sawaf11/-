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هَاطَ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هَاظَ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هَاعَ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هَاغَ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هَافَ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هَاقَ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هَاكَ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هَالَ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هَامَ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هَانَ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أَهَابَ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بَهَاتَ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تَهَاثَ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ثَهَاجَ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جَهَاحَ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حَهَاخَ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خَهَادَ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دَهَاذَ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ذَهَارَ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رَهَازَ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زَهَاسَ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سَهَاشَ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شَهَاصَ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صَهَاضَ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ضَهَاطَ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طَهَاظَ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ظَهَاعَ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عَهَاغَ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غَهَافَ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فَهَاقَ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قَهَاكَ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كَهَالَ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لَهَامَ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مَهَانَ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نَهَاأَ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أَهَا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بَهَا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تَهَا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ثَهَا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جَهَا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حَهَا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خَهَا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دَهَا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رَهَا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زَهَا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شَهَا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صَهَا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ضَهَا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طَهَا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عَهَا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غَهَا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قَهَا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كَهَا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لَهَا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مَهَا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alif 15-ha</dc:title>
  <dc:subject>PptxGenJS Presentation</dc:subject>
  <dc:creator>PptxGenJS</dc:creator>
  <cp:lastModifiedBy>PptxGenJS</cp:lastModifiedBy>
  <cp:revision>1</cp:revision>
  <dcterms:created xsi:type="dcterms:W3CDTF">2026-10-10T23:06:56Z</dcterms:created>
  <dcterms:modified xsi:type="dcterms:W3CDTF">2026-10-10T23:06:56Z</dcterms:modified>
</cp:coreProperties>
</file>