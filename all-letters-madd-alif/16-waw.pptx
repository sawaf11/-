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notesMaster" Target="notesMasters/notesMaster1.xml"/><Relationship Id="rId82" Type="http://schemas.openxmlformats.org/officeDocument/2006/relationships/presProps" Target="presProps.xml"/><Relationship Id="rId83" Type="http://schemas.openxmlformats.org/officeDocument/2006/relationships/viewProps" Target="viewProps.xml"/><Relationship Id="rId84" Type="http://schemas.openxmlformats.org/officeDocument/2006/relationships/theme" Target="theme/theme1.xml"/><Relationship Id="rId8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MADD WITH ALIF: a letter with a fathah followed by an alif is stretched - we hold the sound for two counts (ba -&gt; baa). The alif never joins to the letter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13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564331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13000" dirty="0"/>
          </a:p>
        </p:txBody>
      </p:sp>
      <p:sp>
        <p:nvSpPr>
          <p:cNvPr id="15" name="S03 M1 alif"/>
          <p:cNvSpPr txBox="1"/>
          <p:nvPr/>
        </p:nvSpPr>
        <p:spPr>
          <a:xfrm>
            <a:off x="2090318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13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وَاأَ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وَابَ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وَاتَ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وَاثَ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وَاجَ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وَاحَ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وَاخَ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وَادَ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وَاذَ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وَارَ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وَازَ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وَاسَ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وَاشَ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وَاصَ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وَاضَ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وَاطَ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وَاظَ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وَاعَ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وَاغَ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وَافَ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وَاقَ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وَاكَ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وَالَ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وَامَ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وَانَ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704892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800" dirty="0"/>
          </a:p>
        </p:txBody>
      </p:sp>
      <p:sp>
        <p:nvSpPr>
          <p:cNvPr id="17" name="S03 M1 alif"/>
          <p:cNvSpPr txBox="1"/>
          <p:nvPr/>
        </p:nvSpPr>
        <p:spPr>
          <a:xfrm>
            <a:off x="616451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18" name="S04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5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800" dirty="0"/>
          </a:p>
        </p:txBody>
      </p:sp>
      <p:sp>
        <p:nvSpPr>
          <p:cNvPr id="20" name="S06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وَاهَ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أَوَابَ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بَوَاتَ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تَوَاثَ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ثَوَاجَ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جَوَاحَ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حَوَاخَ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خَوَادَ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دَوَاذَ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ذَوَارَ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رَوَازَ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زَوَاسَ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سَوَاشَ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شَوَاصَ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صَوَاضَ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ضَوَاطَ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طَوَاظَ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ظَوَاعَ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عَوَاغَ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غَوَافَ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فَوَاقَ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قَوَاكَ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كَوَالَ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لَوَامَ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مَوَانَ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نَوَاهَ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54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54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20" name="S05 F2 mark"/>
          <p:cNvSpPr txBox="1"/>
          <p:nvPr/>
        </p:nvSpPr>
        <p:spPr>
          <a:xfrm>
            <a:off x="5713537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5400" dirty="0"/>
          </a:p>
        </p:txBody>
      </p:sp>
      <p:sp>
        <p:nvSpPr>
          <p:cNvPr id="21" name="S06 M2 alif"/>
          <p:cNvSpPr txBox="1"/>
          <p:nvPr/>
        </p:nvSpPr>
        <p:spPr>
          <a:xfrm>
            <a:off x="5101255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S07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23" name="S08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5400" dirty="0"/>
          </a:p>
        </p:txBody>
      </p:sp>
      <p:sp>
        <p:nvSpPr>
          <p:cNvPr id="24" name="S09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5400" dirty="0"/>
          </a:p>
        </p:txBody>
      </p:sp>
      <p:sp>
        <p:nvSpPr>
          <p:cNvPr id="25" name="S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6" name="S11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هَوَاأَ</a:t>
            </a:r>
            <a:endParaRPr lang="ar-SA" sz="6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/>
      <p:bldP spid="22" grpId="0" animBg="1"/>
      <p:bldP spid="23" grpId="0"/>
      <p:bldP spid="24" grpId="0"/>
      <p:bldP spid="25" grpId="0" animBg="1"/>
      <p:bldP spid="26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أَوَا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بَوَا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تَوَا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ثَوَا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جَوَا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حَوَا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خَوَا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دَوَا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ذَوَا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رَوَا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زَوَا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سَوَا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شَوَا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صَوَا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ضَوَا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طَوَا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ظَوَا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عَوَا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غَوَا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فَوَا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قَوَا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كَوَا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لَوَا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مَوَا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نَوَا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78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8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800" dirty="0"/>
          </a:p>
        </p:txBody>
      </p:sp>
      <p:sp>
        <p:nvSpPr>
          <p:cNvPr id="19" name="S05 F2 mark"/>
          <p:cNvSpPr txBox="1"/>
          <p:nvPr/>
        </p:nvSpPr>
        <p:spPr>
          <a:xfrm>
            <a:off x="4671487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7800" dirty="0"/>
          </a:p>
        </p:txBody>
      </p:sp>
      <p:sp>
        <p:nvSpPr>
          <p:cNvPr id="20" name="S06 M2 alif"/>
          <p:cNvSpPr txBox="1"/>
          <p:nvPr/>
        </p:nvSpPr>
        <p:spPr>
          <a:xfrm>
            <a:off x="3787079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</a:t>
            </a:r>
            <a:endParaRPr lang="ar-SA" sz="7800" dirty="0"/>
          </a:p>
        </p:txBody>
      </p:sp>
      <p:sp>
        <p:nvSpPr>
          <p:cNvPr id="21" name="S0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2" name="S08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هَوَا</a:t>
            </a:r>
            <a:endParaRPr lang="ar-SA" sz="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/>
      <p:bldP spid="21" grpId="0" animBg="1"/>
      <p:bldP spid="2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79</Slides>
  <Notes>79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alif 16-waw</dc:title>
  <dc:subject>PptxGenJS Presentation</dc:subject>
  <dc:creator>PptxGenJS</dc:creator>
  <cp:lastModifiedBy>PptxGenJS</cp:lastModifiedBy>
  <cp:revision>1</cp:revision>
  <dcterms:created xsi:type="dcterms:W3CDTF">2026-10-10T23:06:57Z</dcterms:created>
  <dcterms:modified xsi:type="dcterms:W3CDTF">2026-10-10T23:06:57Z</dcterms:modified>
</cp:coreProperties>
</file>