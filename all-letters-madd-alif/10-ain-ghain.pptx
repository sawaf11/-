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notesMasterIdLst>
    <p:notesMasterId r:id="rId10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notesMaster" Target="notesMasters/notesMaster1.xml"/><Relationship Id="rId110" Type="http://schemas.openxmlformats.org/officeDocument/2006/relationships/presProps" Target="presProps.xml"/><Relationship Id="rId111" Type="http://schemas.openxmlformats.org/officeDocument/2006/relationships/viewProps" Target="viewProps.xml"/><Relationship Id="rId112" Type="http://schemas.openxmlformats.org/officeDocument/2006/relationships/theme" Target="theme/theme1.xml"/><Relationship Id="rId1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MADD WITH ALIF: a letter with a fathah followed by an alif is stretched - we hold the sound for two counts (ba -&gt; baa). The alif never joins to the letter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عَاظَ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ضَعَاطَ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غَاشَ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غَاصَ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غَاضَ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غَاطَ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غَاظَ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غَاعَ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أَغَابَ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بَغَاتَ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تَغَاثَ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ثَغَاجَ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جَغَاحَ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حَغَاخَ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خَغَادَ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دَغَاذَ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ذَغَارَ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رَغَازَ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زَغَاسَ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سَغَاشَ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شَغَاصَ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صَغَاضَ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ضَغَاطَ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طَغَاظَ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ظَغَاعَ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4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عَغَاأَ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7C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9BE564"/>
          </a:solidFill>
          <a:ln w="12700">
            <a:solidFill>
              <a:srgbClr val="9BE564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FCF4A"/>
          </a:solidFill>
          <a:ln w="12700">
            <a:solidFill>
              <a:srgbClr val="6FCF4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FA0"/>
          </a:solidFill>
          <a:ln w="12700">
            <a:solidFill>
              <a:srgbClr val="FFEFA0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EF476F"/>
          </a:solidFill>
          <a:ln w="12700">
            <a:solidFill>
              <a:srgbClr val="EF47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78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800" dirty="0"/>
          </a:p>
        </p:txBody>
      </p:sp>
      <p:sp>
        <p:nvSpPr>
          <p:cNvPr id="20" name="S06 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86FF"/>
          </a:solidFill>
          <a:ln w="12700">
            <a:solidFill>
              <a:srgbClr val="3A86FF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alif 10-ain-ghain</dc:title>
  <dc:subject>PptxGenJS Presentation</dc:subject>
  <dc:creator>PptxGenJS</dc:creator>
  <cp:lastModifiedBy>PptxGenJS</cp:lastModifiedBy>
  <cp:revision>1</cp:revision>
  <dcterms:created xsi:type="dcterms:W3CDTF">2026-10-10T23:06:56Z</dcterms:created>
  <dcterms:modified xsi:type="dcterms:W3CDTF">2026-10-10T23:06:56Z</dcterms:modified>
</cp:coreProperties>
</file>