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notesMasterIdLst>
    <p:notesMasterId r:id="rId7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13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13000" dirty="0"/>
          </a:p>
        </p:txBody>
      </p:sp>
      <p:sp>
        <p:nvSpPr>
          <p:cNvPr id="15" name="S03 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مَاذَ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مَازَ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مَاسَ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مَاشَ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مَاصَ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مَاضَ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مَاطَ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مَاظَ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مَاعَ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مَاغَ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مَافَ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مَاقَ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مَاكَ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مَالَ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أَمَابَ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بَمَاتَ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تَمَاثَ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ثَمَاجَ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جَمَاحَ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حَمَاخَ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خَمَادَ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دَمَاذَ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ذَمَارَ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رَمَازَ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زَمَاسَ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سَمَاشَ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شَمَاصَ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صَمَاضَ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ضَمَاطَ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طَمَاظَ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ظَمَاعَ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عَمَاغَ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غَمَافَ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فَمَاقَ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قَمَاكَ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كَمَالَ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لَمَاأَ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alif 14-meem</dc:title>
  <dc:subject>PptxGenJS Presentation</dc:subject>
  <dc:creator>PptxGenJS</dc:creator>
  <cp:lastModifiedBy>PptxGenJS</cp:lastModifiedBy>
  <cp:revision>1</cp:revision>
  <dcterms:created xsi:type="dcterms:W3CDTF">2026-10-10T23:06:56Z</dcterms:created>
  <dcterms:modified xsi:type="dcterms:W3CDTF">2026-10-10T23:06:56Z</dcterms:modified>
</cp:coreProperties>
</file>