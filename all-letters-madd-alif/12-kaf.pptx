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notesMaster" Target="notesMasters/notesMaster1.xml"/><Relationship Id="rId67" Type="http://schemas.openxmlformats.org/officeDocument/2006/relationships/presProps" Target="presProps.xml"/><Relationship Id="rId68" Type="http://schemas.openxmlformats.org/officeDocument/2006/relationships/viewProps" Target="viewProps.xml"/><Relationship Id="rId69" Type="http://schemas.openxmlformats.org/officeDocument/2006/relationships/theme" Target="theme/theme1.xml"/><Relationship Id="rId7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13000" dirty="0"/>
          </a:p>
        </p:txBody>
      </p:sp>
      <p:sp>
        <p:nvSpPr>
          <p:cNvPr id="14" name="S02 F1 mark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13000" dirty="0"/>
          </a:p>
        </p:txBody>
      </p:sp>
      <p:sp>
        <p:nvSpPr>
          <p:cNvPr id="15" name="S03 M1 alif"/>
          <p:cNvSpPr txBox="1"/>
          <p:nvPr/>
        </p:nvSpPr>
        <p:spPr>
          <a:xfrm>
            <a:off x="2090318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13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كَاأَ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كَابَ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كَاتَ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كَاثَ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كَاجَ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كَاحَ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كَاخَ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كَادَ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كَاذَ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كَارَ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كَازَ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كَاسَ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كَاشَ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كَاصَ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كَاضَ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كَاطَ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كَاظَ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كَاعَ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كَاغَ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كَافَ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كَاقَ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أَكَابَ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بَكَاتَ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تَكَاثَ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ثَكَاجَ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جَكَاحَ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حَكَاخَ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خَكَادَ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دَكَاذَ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ذَكَارَ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رَكَازَ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زَكَاسَ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سَكَاشَ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شَكَاصَ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صَكَاضَ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ضَكَاطَ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طَكَاظَ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ظَكَاعَ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عَكَاغَ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غَكَافَ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فَكَاقَ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قَكَاأَ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أَكَا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بَكَا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تَكَا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ثَكَا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جَكَا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حَكَا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خَكَا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دَكَا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ذَكَا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رَكَا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زَكَا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سَكَا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شَكَا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صَكَا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ضَكَا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طَكَا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ظَكَا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عَكَا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غَكَا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فَكَا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328CC1"/>
          </a:solidFill>
          <a:ln w="12700">
            <a:solidFill>
              <a:srgbClr val="328CC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9A0"/>
          </a:solidFill>
          <a:ln w="12700">
            <a:solidFill>
              <a:srgbClr val="FFE9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F80B5"/>
          </a:solidFill>
          <a:ln w="12700">
            <a:solidFill>
              <a:srgbClr val="2F80B5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E5F8C"/>
          </a:solidFill>
          <a:ln w="12700">
            <a:solidFill>
              <a:srgbClr val="1E5F8C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BDEBFF"/>
          </a:solidFill>
          <a:ln w="12700">
            <a:solidFill>
              <a:srgbClr val="BDEB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قَكَا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64</Slides>
  <Notes>64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6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Madd alif 12-kaf</dc:title>
  <dc:subject>PptxGenJS Presentation</dc:subject>
  <dc:creator>PptxGenJS</dc:creator>
  <cp:lastModifiedBy>PptxGenJS</cp:lastModifiedBy>
  <cp:revision>1</cp:revision>
  <dcterms:created xsi:type="dcterms:W3CDTF">2026-10-10T23:06:56Z</dcterms:created>
  <dcterms:modified xsi:type="dcterms:W3CDTF">2026-10-10T23:06:56Z</dcterms:modified>
</cp:coreProperties>
</file>