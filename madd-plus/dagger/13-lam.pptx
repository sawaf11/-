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115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8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7115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73850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10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0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830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E052"/>
          </a:solidFill>
          <a:ln w="12700">
            <a:solidFill>
              <a:srgbClr val="9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25E"/>
          </a:solidFill>
          <a:ln w="12700">
            <a:solidFill>
              <a:srgbClr val="ED7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BE0"/>
          </a:solidFill>
          <a:ln w="12700">
            <a:solidFill>
              <a:srgbClr val="52B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7"/>
          </a:solidFill>
          <a:ln w="12700">
            <a:solidFill>
              <a:srgbClr val="D147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ED5E"/>
          </a:solidFill>
          <a:ln w="12700">
            <a:solidFill>
              <a:srgbClr val="6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807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F"/>
          </a:solidFill>
          <a:ln w="12700">
            <a:solidFill>
              <a:srgbClr val="E052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DB70"/>
          </a:solidFill>
          <a:ln w="12700">
            <a:solidFill>
              <a:srgbClr val="A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88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D147"/>
          </a:solidFill>
          <a:ln w="12700">
            <a:solidFill>
              <a:srgbClr val="C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792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بَلَـ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60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تَلَـ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2ED"/>
          </a:solidFill>
          <a:ln w="12700">
            <a:solidFill>
              <a:srgbClr val="5E9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E52"/>
          </a:solidFill>
          <a:ln w="12700">
            <a:solidFill>
              <a:srgbClr val="E0B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724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خَلَـ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724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دَلَـ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ذَلَـ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6"/>
          </a:solidFill>
          <a:ln w="12700">
            <a:solidFill>
              <a:srgbClr val="ED5E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رَلَـ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B"/>
          </a:solidFill>
          <a:ln w="12700">
            <a:solidFill>
              <a:srgbClr val="52E0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08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زَلَـ</a:t>
            </a:r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47D1"/>
          </a:solidFill>
          <a:ln w="12700">
            <a:solidFill>
              <a:srgbClr val="9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4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94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9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03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437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طَلَـ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52E0"/>
          </a:solidFill>
          <a:ln w="12700">
            <a:solidFill>
              <a:srgbClr val="7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147"/>
          </a:solidFill>
          <a:ln w="12700">
            <a:solidFill>
              <a:srgbClr val="D17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62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غَلَـ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98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فَلَـ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92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D"/>
          </a:solidFill>
          <a:ln w="12700">
            <a:solidFill>
              <a:srgbClr val="5EED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452"/>
          </a:solidFill>
          <a:ln w="12700">
            <a:solidFill>
              <a:srgbClr val="E05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F"/>
          </a:solidFill>
          <a:ln w="12700">
            <a:solidFill>
              <a:srgbClr val="47D1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7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بَلَـ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63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جَلَـ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7E0"/>
          </a:solidFill>
          <a:ln w="12700">
            <a:solidFill>
              <a:srgbClr val="529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3"/>
          </a:solidFill>
          <a:ln w="12700">
            <a:solidFill>
              <a:srgbClr val="5EED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A"/>
          </a:solidFill>
          <a:ln w="12700">
            <a:solidFill>
              <a:srgbClr val="E052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D147"/>
          </a:solidFill>
          <a:ln w="12700">
            <a:solidFill>
              <a:srgbClr val="A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EED"/>
          </a:solidFill>
          <a:ln w="12700">
            <a:solidFill>
              <a:srgbClr val="5E6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0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0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E052"/>
          </a:solidFill>
          <a:ln w="12700">
            <a:solidFill>
              <a:srgbClr val="D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4DB"/>
          </a:solidFill>
          <a:ln w="12700">
            <a:solidFill>
              <a:srgbClr val="70A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3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3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9D1"/>
          </a:solidFill>
          <a:ln w="12700">
            <a:solidFill>
              <a:srgbClr val="47C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0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13-lam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