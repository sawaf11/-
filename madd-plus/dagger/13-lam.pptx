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084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385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30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07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90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9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60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1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9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94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3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9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2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5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6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6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4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9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63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C3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3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0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13-lam</dc:title>
  <dc:subject>PptxGenJS Presentation</dc:subject>
  <dc:creator>PptxGenJS</dc:creator>
  <cp:lastModifiedBy>PptxGenJS</cp:lastModifiedBy>
  <cp:revision>1</cp:revision>
  <dcterms:created xsi:type="dcterms:W3CDTF">2026-10-21T20:03:13Z</dcterms:created>
  <dcterms:modified xsi:type="dcterms:W3CDTF">2026-10-21T20:03:13Z</dcterms:modified>
</cp:coreProperties>
</file>