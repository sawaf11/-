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084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385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30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07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90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9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60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1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9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94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9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2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5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6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6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9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63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C3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3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0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13-lam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