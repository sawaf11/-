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</p:sldIdLst>
  <p:notesMasterIdLst>
    <p:notesMasterId r:id="rId7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D2B64"/>
          </a:solidFill>
          <a:ln w="12700">
            <a:solidFill>
              <a:srgbClr val="5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F"/>
          </a:solidFill>
          <a:ln w="12700">
            <a:solidFill>
              <a:srgbClr val="79345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7115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800" dirty="0"/>
          </a:p>
        </p:txBody>
      </p:sp>
      <p:sp>
        <p:nvSpPr>
          <p:cNvPr id="16" name="C2 V1 vowel"/>
          <p:cNvSpPr txBox="1"/>
          <p:nvPr/>
        </p:nvSpPr>
        <p:spPr>
          <a:xfrm>
            <a:off x="6720840" y="171150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4343400" y="176936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800" dirty="0"/>
          </a:p>
        </p:txBody>
      </p:sp>
      <p:sp>
        <p:nvSpPr>
          <p:cNvPr id="19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R result"/>
          <p:cNvSpPr txBox="1"/>
          <p:nvPr/>
        </p:nvSpPr>
        <p:spPr>
          <a:xfrm>
            <a:off x="685800" y="168671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7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6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9555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9"/>
          </a:solidFill>
          <a:ln w="12700">
            <a:solidFill>
              <a:srgbClr val="5EEDB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778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6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4"/>
          </a:solidFill>
          <a:ln w="12700">
            <a:solidFill>
              <a:srgbClr val="E0527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C"/>
          </a:solidFill>
          <a:ln w="12700">
            <a:solidFill>
              <a:srgbClr val="70DB8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085"/>
          </a:solidFill>
          <a:ln w="12700">
            <a:solidFill>
              <a:srgbClr val="476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825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7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8D864"/>
          </a:solidFill>
          <a:ln w="12700">
            <a:solidFill>
              <a:srgbClr val="6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3D147"/>
          </a:solidFill>
          <a:ln w="12700">
            <a:solidFill>
              <a:srgbClr val="6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825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7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900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F2B"/>
          </a:solidFill>
          <a:ln w="12700">
            <a:solidFill>
              <a:srgbClr val="644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07934"/>
          </a:solidFill>
          <a:ln w="12700">
            <a:solidFill>
              <a:srgbClr val="7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900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05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05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00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55EED"/>
          </a:solidFill>
          <a:ln w="12700">
            <a:solidFill>
              <a:srgbClr val="9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9059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8E052"/>
          </a:solidFill>
          <a:ln w="12700">
            <a:solidFill>
              <a:srgbClr val="9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170DB"/>
          </a:solidFill>
          <a:ln w="12700">
            <a:solidFill>
              <a:srgbClr val="7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0"/>
          </a:solidFill>
          <a:ln w="12700">
            <a:solidFill>
              <a:srgbClr val="85477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9059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5D8"/>
          </a:solidFill>
          <a:ln w="12700">
            <a:solidFill>
              <a:srgbClr val="648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5D1"/>
          </a:solidFill>
          <a:ln w="12700">
            <a:solidFill>
              <a:srgbClr val="478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82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582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7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1"/>
          </a:solidFill>
          <a:ln w="12700">
            <a:solidFill>
              <a:srgbClr val="2B64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1"/>
          </a:solidFill>
          <a:ln w="12700">
            <a:solidFill>
              <a:srgbClr val="34797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582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82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25E"/>
          </a:solidFill>
          <a:ln w="12700">
            <a:solidFill>
              <a:srgbClr val="ED7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02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02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476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582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BE0"/>
          </a:solidFill>
          <a:ln w="12700">
            <a:solidFill>
              <a:srgbClr val="52B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A"/>
          </a:solidFill>
          <a:ln w="12700">
            <a:solidFill>
              <a:srgbClr val="DB708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F8547"/>
          </a:solidFill>
          <a:ln w="12700">
            <a:solidFill>
              <a:srgbClr val="7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582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2"/>
          </a:solidFill>
          <a:ln w="12700">
            <a:solidFill>
              <a:srgbClr val="D864A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7"/>
          </a:solidFill>
          <a:ln w="12700">
            <a:solidFill>
              <a:srgbClr val="D147A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9059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9059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7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32B64"/>
          </a:solidFill>
          <a:ln w="12700">
            <a:solidFill>
              <a:srgbClr val="3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03479"/>
          </a:solidFill>
          <a:ln w="12700">
            <a:solidFill>
              <a:srgbClr val="6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900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9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46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007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FED5E"/>
          </a:solidFill>
          <a:ln w="12700">
            <a:solidFill>
              <a:srgbClr val="6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698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7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7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F"/>
          </a:solidFill>
          <a:ln w="12700">
            <a:solidFill>
              <a:srgbClr val="E052D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5DB70"/>
          </a:solidFill>
          <a:ln w="12700">
            <a:solidFill>
              <a:srgbClr val="A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B"/>
          </a:solidFill>
          <a:ln w="12700">
            <a:solidFill>
              <a:srgbClr val="47857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39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6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FD864"/>
          </a:solidFill>
          <a:ln w="12700">
            <a:solidFill>
              <a:srgbClr val="B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AD147"/>
          </a:solidFill>
          <a:ln w="12700">
            <a:solidFill>
              <a:srgbClr val="C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825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pPr algn="ctr" indent="0" marL="0">
              <a:buNone/>
            </a:pPr>
            <a:r>
              <a:rPr lang="ar-SA" altLang="en-US" sz="7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20036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5204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أَلَ</a:t>
            </a:r>
            <a:pPr algn="ctr" indent="0" marL="0">
              <a:buNone/>
            </a:pPr>
            <a:r>
              <a:rPr lang="ar-SA" altLang="en-US" sz="6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314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1"/>
          </a:solidFill>
          <a:ln w="12700">
            <a:solidFill>
              <a:srgbClr val="642B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F34"/>
          </a:solidFill>
          <a:ln w="12700">
            <a:solidFill>
              <a:srgbClr val="794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20036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596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</a:t>
            </a:r>
            <a:pPr algn="ctr" indent="0" marL="0">
              <a:buNone/>
            </a:pPr>
            <a:r>
              <a:rPr lang="ar-SA" altLang="en-US" sz="6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36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43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تَلَ</a:t>
            </a:r>
            <a:pPr algn="ctr" indent="0" marL="0">
              <a:buNone/>
            </a:pP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2ED"/>
          </a:solidFill>
          <a:ln w="12700">
            <a:solidFill>
              <a:srgbClr val="5E9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20036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7572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ثَلَ</a:t>
            </a:r>
            <a:pPr algn="ctr" indent="0" marL="0">
              <a:buNone/>
            </a:pPr>
            <a:r>
              <a:rPr lang="ar-SA" altLang="en-US" sz="5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E52"/>
          </a:solidFill>
          <a:ln w="12700">
            <a:solidFill>
              <a:srgbClr val="E0BE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FDB"/>
          </a:solidFill>
          <a:ln w="12700">
            <a:solidFill>
              <a:srgbClr val="70B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C4785"/>
          </a:solidFill>
          <a:ln w="12700">
            <a:solidFill>
              <a:srgbClr val="6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20036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7572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</a:t>
            </a:r>
            <a:pPr algn="ctr" indent="0" marL="0">
              <a:buNone/>
            </a:pPr>
            <a:r>
              <a:rPr lang="ar-SA" altLang="en-US" sz="5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5"/>
          </a:solidFill>
          <a:ln w="12700">
            <a:solidFill>
              <a:srgbClr val="64D8D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6"/>
          </a:solidFill>
          <a:ln w="12700">
            <a:solidFill>
              <a:srgbClr val="47D1B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1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7572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حَلَ</a:t>
            </a:r>
            <a:pPr algn="ctr" indent="0" marL="0">
              <a:buNone/>
            </a:pPr>
            <a:r>
              <a:rPr lang="ar-SA" altLang="en-US" sz="5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682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2001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95066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خَلَ</a:t>
            </a:r>
            <a:pPr algn="ctr" indent="0" marL="0">
              <a:buNone/>
            </a:pP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0642B"/>
          </a:solidFill>
          <a:ln w="12700">
            <a:solidFill>
              <a:srgbClr val="4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E"/>
          </a:solidFill>
          <a:ln w="12700">
            <a:solidFill>
              <a:srgbClr val="34793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20036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95066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دَلَ</a:t>
            </a:r>
            <a:pPr algn="ctr" indent="0" marL="0">
              <a:buNone/>
            </a:pP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36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459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ذَلَ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6"/>
          </a:solidFill>
          <a:ln w="12700">
            <a:solidFill>
              <a:srgbClr val="ED5EB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20036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3459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رَلَ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B"/>
          </a:solidFill>
          <a:ln w="12700">
            <a:solidFill>
              <a:srgbClr val="52E09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A"/>
          </a:solidFill>
          <a:ln w="12700">
            <a:solidFill>
              <a:srgbClr val="DB70D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D47"/>
          </a:solidFill>
          <a:ln w="12700">
            <a:solidFill>
              <a:srgbClr val="855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20036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459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زَلَ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864D8"/>
          </a:solidFill>
          <a:ln w="12700">
            <a:solidFill>
              <a:srgbClr val="B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447D1"/>
          </a:solidFill>
          <a:ln w="12700">
            <a:solidFill>
              <a:srgbClr val="9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7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7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979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6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459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سَلَ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7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6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673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6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9796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6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459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شَلَ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E64"/>
          </a:solidFill>
          <a:ln w="12700">
            <a:solidFill>
              <a:srgbClr val="2B4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C79"/>
          </a:solidFill>
          <a:ln w="12700">
            <a:solidFill>
              <a:srgbClr val="343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7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5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67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5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968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312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صَلَ</a:t>
            </a:r>
            <a:pPr algn="ctr" indent="0" marL="0">
              <a:buNone/>
            </a:pPr>
            <a:r>
              <a:rPr lang="ar-SA" altLang="en-US" sz="5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7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70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9682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5066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ضَلَ</a:t>
            </a:r>
            <a:pPr algn="ctr" indent="0" marL="0">
              <a:buNone/>
            </a:pP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9ED5E"/>
          </a:solidFill>
          <a:ln w="12700">
            <a:solidFill>
              <a:srgbClr val="D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20036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95066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</a:t>
            </a:r>
            <a:pPr algn="ctr" indent="0" marL="0">
              <a:buNone/>
            </a:pP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752E0"/>
          </a:solidFill>
          <a:ln w="12700">
            <a:solidFill>
              <a:srgbClr val="7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270"/>
          </a:solidFill>
          <a:ln w="12700">
            <a:solidFill>
              <a:srgbClr val="DBC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D"/>
          </a:solidFill>
          <a:ln w="12700">
            <a:solidFill>
              <a:srgbClr val="47854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114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20036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711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7116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7572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ظَلَ</a:t>
            </a:r>
            <a:pPr algn="ctr" indent="0" marL="0">
              <a:buNone/>
            </a:pPr>
            <a:r>
              <a:rPr lang="ar-SA" altLang="en-US" sz="5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5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B64"/>
          </a:solidFill>
          <a:ln w="12700">
            <a:solidFill>
              <a:srgbClr val="D89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147"/>
          </a:solidFill>
          <a:ln w="12700">
            <a:solidFill>
              <a:srgbClr val="D17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7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7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99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7572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عَلَ</a:t>
            </a:r>
            <a:pPr algn="ctr" indent="0" marL="0">
              <a:buNone/>
            </a:pPr>
            <a:r>
              <a:rPr lang="ar-SA" altLang="en-US" sz="5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5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67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67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99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3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93182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غَلَ</a:t>
            </a:r>
            <a:pPr algn="ctr" indent="0" marL="0">
              <a:buNone/>
            </a:pPr>
            <a:r>
              <a:rPr lang="ar-SA" altLang="en-US" sz="6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6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C"/>
          </a:solidFill>
          <a:ln w="12700">
            <a:solidFill>
              <a:srgbClr val="642B5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D"/>
          </a:solidFill>
          <a:ln w="12700">
            <a:solidFill>
              <a:srgbClr val="79344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53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539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20036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49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49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2205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فَلَ</a:t>
            </a:r>
            <a:pPr algn="ctr" indent="0" marL="0">
              <a:buNone/>
            </a:pPr>
            <a:r>
              <a:rPr lang="ar-SA" altLang="en-US" sz="5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5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0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20036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4327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</a:t>
            </a:r>
            <a:pPr algn="ctr" indent="0" marL="0">
              <a:buNone/>
            </a:pP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D"/>
          </a:solidFill>
          <a:ln w="12700">
            <a:solidFill>
              <a:srgbClr val="5EEDD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20036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95498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كَلَ</a:t>
            </a:r>
            <a:pPr algn="ctr" indent="0" marL="0">
              <a:buNone/>
            </a:pP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452"/>
          </a:solidFill>
          <a:ln w="12700">
            <a:solidFill>
              <a:srgbClr val="E05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7"/>
          </a:solidFill>
          <a:ln w="12700">
            <a:solidFill>
              <a:srgbClr val="70DBA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185"/>
          </a:solidFill>
          <a:ln w="12700">
            <a:solidFill>
              <a:srgbClr val="475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24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أَلَ</a:t>
            </a:r>
            <a:pPr algn="ctr" indent="0" marL="0">
              <a:buNone/>
            </a:pP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E"/>
          </a:solidFill>
          <a:ln w="12700">
            <a:solidFill>
              <a:srgbClr val="64D87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F"/>
          </a:solidFill>
          <a:ln w="12700">
            <a:solidFill>
              <a:srgbClr val="47D14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25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</a:t>
            </a:r>
            <a:pPr algn="ctr" indent="0" marL="0">
              <a:buNone/>
            </a:pP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25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تَلَ</a:t>
            </a:r>
            <a:pPr algn="ctr" indent="0" marL="0">
              <a:buNone/>
            </a:pP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E2B"/>
          </a:solidFill>
          <a:ln w="12700">
            <a:solidFill>
              <a:srgbClr val="645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E7934"/>
          </a:solidFill>
          <a:ln w="12700">
            <a:solidFill>
              <a:srgbClr val="5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25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ثَلَ</a:t>
            </a:r>
            <a:pPr algn="ctr" indent="0" marL="0">
              <a:buNone/>
            </a:pP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25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</a:t>
            </a:r>
            <a:pPr algn="ctr" indent="0" marL="0">
              <a:buNone/>
            </a:pP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A5EED"/>
          </a:solidFill>
          <a:ln w="12700">
            <a:solidFill>
              <a:srgbClr val="B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25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حَلَ</a:t>
            </a:r>
            <a:pPr algn="ctr" indent="0" marL="0">
              <a:buNone/>
            </a:pP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3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3E052"/>
          </a:solidFill>
          <a:ln w="12700">
            <a:solidFill>
              <a:srgbClr val="7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D70DB"/>
          </a:solidFill>
          <a:ln w="12700">
            <a:solidFill>
              <a:srgbClr val="8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0"/>
          </a:solidFill>
          <a:ln w="12700">
            <a:solidFill>
              <a:srgbClr val="85476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105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1052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488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5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25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خَلَ</a:t>
            </a:r>
            <a:pPr algn="ctr" indent="0" marL="0">
              <a:buNone/>
            </a:pP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7D8"/>
          </a:solidFill>
          <a:ln w="12700">
            <a:solidFill>
              <a:srgbClr val="646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2D1"/>
          </a:solidFill>
          <a:ln w="12700">
            <a:solidFill>
              <a:srgbClr val="476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24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دَلَ</a:t>
            </a:r>
            <a:pPr algn="ctr" indent="0" marL="0">
              <a:buNone/>
            </a:pP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C5C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249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ذَلَ</a:t>
            </a:r>
            <a:pPr algn="ctr" indent="0" marL="0">
              <a:buNone/>
            </a:pP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F"/>
          </a:solidFill>
          <a:ln w="12700">
            <a:solidFill>
              <a:srgbClr val="2B644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079"/>
          </a:solidFill>
          <a:ln w="12700">
            <a:solidFill>
              <a:srgbClr val="3470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582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رَلَ</a:t>
            </a:r>
            <a:pPr algn="ctr" indent="0" marL="0">
              <a:buNone/>
            </a:pP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5823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زَلَ</a:t>
            </a:r>
            <a:pPr algn="ctr" indent="0" marL="0">
              <a:buNone/>
            </a:pP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65E"/>
          </a:solidFill>
          <a:ln w="12700">
            <a:solidFill>
              <a:srgbClr val="ED9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25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سَلَ</a:t>
            </a:r>
            <a:pPr algn="ctr" indent="0" marL="0">
              <a:buNone/>
            </a:pP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7E0"/>
          </a:solidFill>
          <a:ln w="12700">
            <a:solidFill>
              <a:srgbClr val="529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270"/>
          </a:solidFill>
          <a:ln w="12700">
            <a:solidFill>
              <a:srgbClr val="DB7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F8547"/>
          </a:solidFill>
          <a:ln w="12700">
            <a:solidFill>
              <a:srgbClr val="6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25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شَلَ</a:t>
            </a:r>
            <a:pPr algn="ctr" indent="0" marL="0">
              <a:buNone/>
            </a:pP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4"/>
          </a:solidFill>
          <a:ln w="12700">
            <a:solidFill>
              <a:srgbClr val="D8648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4"/>
          </a:solidFill>
          <a:ln w="12700">
            <a:solidFill>
              <a:srgbClr val="D1478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02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02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476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25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صَلَ</a:t>
            </a:r>
            <a:pPr algn="ctr" indent="0" marL="0">
              <a:buNone/>
            </a:pP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0935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442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1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25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ضَلَ</a:t>
            </a:r>
            <a:pPr algn="ctr" indent="0" marL="0">
              <a:buNone/>
            </a:pP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41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12B64"/>
          </a:solidFill>
          <a:ln w="12700">
            <a:solidFill>
              <a:srgbClr val="4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23479"/>
          </a:solidFill>
          <a:ln w="12700">
            <a:solidFill>
              <a:srgbClr val="72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25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</a:t>
            </a:r>
            <a:pPr algn="ctr" indent="0" marL="0">
              <a:buNone/>
            </a:pP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99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25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ظَلَ</a:t>
            </a:r>
            <a:pPr algn="ctr" indent="0" marL="0">
              <a:buNone/>
            </a:pP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3"/>
          </a:solidFill>
          <a:ln w="12700">
            <a:solidFill>
              <a:srgbClr val="5EED73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919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625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عَلَ</a:t>
            </a:r>
            <a:pPr algn="ctr" indent="0" marL="0">
              <a:buNone/>
            </a:pP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3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A"/>
          </a:solidFill>
          <a:ln w="12700">
            <a:solidFill>
              <a:srgbClr val="E052B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9DB70"/>
          </a:solidFill>
          <a:ln w="12700">
            <a:solidFill>
              <a:srgbClr val="89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E85"/>
          </a:solidFill>
          <a:ln w="12700">
            <a:solidFill>
              <a:srgbClr val="477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909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9099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465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25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غَلَ</a:t>
            </a:r>
            <a:pPr algn="ctr" indent="0" marL="0">
              <a:buNone/>
            </a:pP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1D864"/>
          </a:solidFill>
          <a:ln w="12700">
            <a:solidFill>
              <a:srgbClr val="A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7D147"/>
          </a:solidFill>
          <a:ln w="12700">
            <a:solidFill>
              <a:srgbClr val="A7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45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25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فَلَ</a:t>
            </a:r>
            <a:pPr algn="ctr" indent="0" marL="0">
              <a:buNone/>
            </a:pP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8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42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25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قَلَ</a:t>
            </a:r>
            <a:pPr algn="ctr" indent="0" marL="0">
              <a:buNone/>
            </a:pP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32B"/>
          </a:solidFill>
          <a:ln w="12700">
            <a:solidFill>
              <a:srgbClr val="643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134"/>
          </a:solidFill>
          <a:ln w="12700">
            <a:solidFill>
              <a:srgbClr val="796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3512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51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ـ</a:t>
            </a:r>
            <a:pPr algn="ctr" indent="0" marL="0">
              <a:buNone/>
            </a:pPr>
            <a:r>
              <a:rPr lang="ar-SA" altLang="en-US" sz="4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250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كَلَ</a:t>
            </a:r>
            <a:pPr algn="ctr" indent="0" marL="0">
              <a:buNone/>
            </a:pP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9E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2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E36E2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pPr algn="ctr" indent="0" marL="0">
              <a:buNone/>
            </a:pP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EED"/>
          </a:solidFill>
          <a:ln w="12700">
            <a:solidFill>
              <a:srgbClr val="5E6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036E2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20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D0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pPr algn="ctr" indent="0" marL="0">
              <a:buNone/>
            </a:pPr>
            <a:r>
              <a:rPr lang="ar-SA" altLang="en-US" sz="5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432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EE052"/>
          </a:solidFill>
          <a:ln w="12700">
            <a:solidFill>
              <a:srgbClr val="D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D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4DB"/>
          </a:solidFill>
          <a:ln w="12700">
            <a:solidFill>
              <a:srgbClr val="70A4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B4785"/>
          </a:solidFill>
          <a:ln w="12700">
            <a:solidFill>
              <a:srgbClr val="7B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C3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C3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ED8"/>
          </a:solidFill>
          <a:ln w="12700">
            <a:solidFill>
              <a:srgbClr val="64B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9D1"/>
          </a:solidFill>
          <a:ln w="12700">
            <a:solidFill>
              <a:srgbClr val="47C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489122" y="896112"/>
            <a:ext cx="27429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0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489122" y="896112"/>
            <a:ext cx="27429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1911948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0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1911948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207569" y="2834640"/>
            <a:ext cx="47288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207569" y="2834640"/>
            <a:ext cx="47288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</a:t>
            </a:r>
            <a:pPr algn="ctr" indent="0" marL="0">
              <a:buNone/>
            </a:pPr>
            <a:r>
              <a:rPr lang="ar-SA" altLang="en-US" sz="4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13-lam</dc:title>
  <dc:subject>PptxGenJS Presentation</dc:subject>
  <dc:creator>PptxGenJS</dc:creator>
  <cp:lastModifiedBy>PptxGenJS</cp:lastModifiedBy>
  <cp:revision>1</cp:revision>
  <dcterms:created xsi:type="dcterms:W3CDTF">2026-10-21T19:56:17Z</dcterms:created>
  <dcterms:modified xsi:type="dcterms:W3CDTF">2026-10-21T19:56:17Z</dcterms:modified>
</cp:coreProperties>
</file>