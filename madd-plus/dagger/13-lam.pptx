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38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10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30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2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07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8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2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60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24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8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سَلَـ</a:t>
            </a: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494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شَلَـ</a:t>
            </a: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90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صَلَـ</a:t>
            </a: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039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3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62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98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فَلَـ</a:t>
            </a: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92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كَلَـ</a:t>
            </a: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3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9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