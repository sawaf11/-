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03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3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3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0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0E0"/>
          </a:solidFill>
          <a:ln w="12700">
            <a:solidFill>
              <a:srgbClr val="526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064"/>
          </a:solidFill>
          <a:ln w="12700">
            <a:solidFill>
              <a:srgbClr val="D87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0"/>
          </a:solidFill>
          <a:ln w="12700">
            <a:solidFill>
              <a:srgbClr val="D147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03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9"/>
          </a:solidFill>
          <a:ln w="12700">
            <a:solidFill>
              <a:srgbClr val="5EED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4"/>
          </a:solidFill>
          <a:ln w="12700">
            <a:solidFill>
              <a:srgbClr val="E052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D864"/>
          </a:solidFill>
          <a:ln w="12700">
            <a:solidFill>
              <a:srgbClr val="7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5EED"/>
          </a:solidFill>
          <a:ln w="12700">
            <a:solidFill>
              <a:srgbClr val="8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BDB"/>
          </a:solidFill>
          <a:ln w="12700">
            <a:solidFill>
              <a:srgbClr val="707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2D8"/>
          </a:solidFill>
          <a:ln w="12700">
            <a:solidFill>
              <a:srgbClr val="649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52E0"/>
          </a:solidFill>
          <a:ln w="12700">
            <a:solidFill>
              <a:srgbClr val="D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3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3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5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13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52E0"/>
          </a:solidFill>
          <a:ln w="12700">
            <a:solidFill>
              <a:srgbClr val="6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247"/>
          </a:solidFill>
          <a:ln w="12700">
            <a:solidFill>
              <a:srgbClr val="D16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8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55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09-ta-dha</dc:title>
  <dc:subject>PptxGenJS Presentation</dc:subject>
  <dc:creator>PptxGenJS</dc:creator>
  <cp:lastModifiedBy>PptxGenJS</cp:lastModifiedBy>
  <cp:revision>1</cp:revision>
  <dcterms:created xsi:type="dcterms:W3CDTF">2026-10-21T20:03:12Z</dcterms:created>
  <dcterms:modified xsi:type="dcterms:W3CDTF">2026-10-21T20:03:12Z</dcterms:modified>
</cp:coreProperties>
</file>