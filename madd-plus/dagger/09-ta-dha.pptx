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</p:sldIdLst>
  <p:notesMasterIdLst>
    <p:notesMasterId r:id="rId10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notesMaster" Target="notesMasters/notes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85E"/>
          </a:solidFill>
          <a:ln w="12700">
            <a:solidFill>
              <a:srgbClr val="EDA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6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785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6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78958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9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5E0"/>
          </a:solidFill>
          <a:ln w="12700">
            <a:solidFill>
              <a:srgbClr val="528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F70"/>
          </a:solidFill>
          <a:ln w="12700">
            <a:solidFill>
              <a:srgbClr val="DB7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88547"/>
          </a:solidFill>
          <a:ln w="12700">
            <a:solidFill>
              <a:srgbClr val="6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5"/>
          </a:solidFill>
          <a:ln w="12700">
            <a:solidFill>
              <a:srgbClr val="D864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3"/>
          </a:solidFill>
          <a:ln w="12700">
            <a:solidFill>
              <a:srgbClr val="D147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71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46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2B64"/>
          </a:solidFill>
          <a:ln w="12700">
            <a:solidFill>
              <a:srgbClr val="4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46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5"/>
          </a:solidFill>
          <a:ln w="12700">
            <a:solidFill>
              <a:srgbClr val="5EED8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8"/>
          </a:solidFill>
          <a:ln w="12700">
            <a:solidFill>
              <a:srgbClr val="E052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DB70"/>
          </a:solidFill>
          <a:ln w="12700">
            <a:solidFill>
              <a:srgbClr val="7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785"/>
          </a:solidFill>
          <a:ln w="12700">
            <a:solidFill>
              <a:srgbClr val="477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D864"/>
          </a:solidFill>
          <a:ln w="12700">
            <a:solidFill>
              <a:srgbClr val="9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5D147"/>
          </a:solidFill>
          <a:ln w="12700">
            <a:solidFill>
              <a:srgbClr val="9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A2B"/>
          </a:solidFill>
          <a:ln w="12700">
            <a:solidFill>
              <a:srgbClr val="643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934"/>
          </a:solidFill>
          <a:ln w="12700">
            <a:solidFill>
              <a:srgbClr val="796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5EED"/>
          </a:solidFill>
          <a:ln w="12700">
            <a:solidFill>
              <a:srgbClr val="6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E052"/>
          </a:solidFill>
          <a:ln w="12700">
            <a:solidFill>
              <a:srgbClr val="C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6DB"/>
          </a:solidFill>
          <a:ln w="12700">
            <a:solidFill>
              <a:srgbClr val="709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4785"/>
          </a:solidFill>
          <a:ln w="12700">
            <a:solidFill>
              <a:srgbClr val="8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FD8"/>
          </a:solidFill>
          <a:ln w="12700">
            <a:solidFill>
              <a:srgbClr val="64A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8D1"/>
          </a:solidFill>
          <a:ln w="12700">
            <a:solidFill>
              <a:srgbClr val="47B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8"/>
          </a:solidFill>
          <a:ln w="12700">
            <a:solidFill>
              <a:srgbClr val="3479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68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F"/>
          </a:solidFill>
          <a:ln w="12700">
            <a:solidFill>
              <a:srgbClr val="ED5E7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965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1"/>
          </a:solidFill>
          <a:ln w="12700">
            <a:solidFill>
              <a:srgbClr val="52E0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1"/>
          </a:solidFill>
          <a:ln w="12700">
            <a:solidFill>
              <a:srgbClr val="DB70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C"/>
          </a:solidFill>
          <a:ln w="12700">
            <a:solidFill>
              <a:srgbClr val="D864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47D1"/>
          </a:solidFill>
          <a:ln w="12700">
            <a:solidFill>
              <a:srgbClr val="C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18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18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ED5E"/>
          </a:solidFill>
          <a:ln w="12700">
            <a:solidFill>
              <a:srgbClr val="A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002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52E0"/>
          </a:solidFill>
          <a:ln w="12700">
            <a:solidFill>
              <a:srgbClr val="A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DB70"/>
          </a:solidFill>
          <a:ln w="12700">
            <a:solidFill>
              <a:srgbClr val="C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02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764"/>
          </a:solidFill>
          <a:ln w="12700">
            <a:solidFill>
              <a:srgbClr val="D8C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647"/>
          </a:solidFill>
          <a:ln w="12700">
            <a:solidFill>
              <a:srgbClr val="D1A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2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80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80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60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6ED"/>
          </a:solidFill>
          <a:ln w="12700">
            <a:solidFill>
              <a:srgbClr val="5EC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469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A52"/>
          </a:solidFill>
          <a:ln w="12700">
            <a:solidFill>
              <a:srgbClr val="E08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0"/>
          </a:solidFill>
          <a:ln w="12700">
            <a:solidFill>
              <a:srgbClr val="70DB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A"/>
          </a:solidFill>
          <a:ln w="12700">
            <a:solidFill>
              <a:srgbClr val="64D8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4"/>
          </a:solidFill>
          <a:ln w="12700">
            <a:solidFill>
              <a:srgbClr val="47D1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7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47934"/>
          </a:solidFill>
          <a:ln w="12700">
            <a:solidFill>
              <a:srgbClr val="4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0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A"/>
          </a:solidFill>
          <a:ln w="12700">
            <a:solidFill>
              <a:srgbClr val="ED5EE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7"/>
          </a:solidFill>
          <a:ln w="12700">
            <a:solidFill>
              <a:srgbClr val="52E06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70DB"/>
          </a:solidFill>
          <a:ln w="12700">
            <a:solidFill>
              <a:srgbClr val="B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64D8"/>
          </a:solidFill>
          <a:ln w="12700">
            <a:solidFill>
              <a:srgbClr val="8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47D1"/>
          </a:solidFill>
          <a:ln w="12700">
            <a:solidFill>
              <a:srgbClr val="6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579"/>
          </a:solidFill>
          <a:ln w="12700">
            <a:solidFill>
              <a:srgbClr val="345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D5E"/>
          </a:solidFill>
          <a:ln w="12700">
            <a:solidFill>
              <a:srgbClr val="EDC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0E0"/>
          </a:solidFill>
          <a:ln w="12700">
            <a:solidFill>
              <a:srgbClr val="526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B70"/>
          </a:solidFill>
          <a:ln w="12700">
            <a:solidFill>
              <a:srgbClr val="DB9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8547"/>
          </a:solidFill>
          <a:ln w="12700">
            <a:solidFill>
              <a:srgbClr val="5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064"/>
          </a:solidFill>
          <a:ln w="12700">
            <a:solidFill>
              <a:srgbClr val="D87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0"/>
          </a:solidFill>
          <a:ln w="12700">
            <a:solidFill>
              <a:srgbClr val="D1475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2B64"/>
          </a:solidFill>
          <a:ln w="12700">
            <a:solidFill>
              <a:srgbClr val="5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6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7785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6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78958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9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90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9"/>
          </a:solidFill>
          <a:ln w="12700">
            <a:solidFill>
              <a:srgbClr val="5EEDA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71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4"/>
          </a:solidFill>
          <a:ln w="12700">
            <a:solidFill>
              <a:srgbClr val="E052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0"/>
          </a:solidFill>
          <a:ln w="12700">
            <a:solidFill>
              <a:srgbClr val="70DB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46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D864"/>
          </a:solidFill>
          <a:ln w="12700">
            <a:solidFill>
              <a:srgbClr val="7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2D147"/>
          </a:solidFill>
          <a:ln w="12700">
            <a:solidFill>
              <a:srgbClr val="7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460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7934"/>
          </a:solidFill>
          <a:ln w="12700">
            <a:solidFill>
              <a:srgbClr val="7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9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5EED"/>
          </a:solidFill>
          <a:ln w="12700">
            <a:solidFill>
              <a:srgbClr val="8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7E052"/>
          </a:solidFill>
          <a:ln w="12700">
            <a:solidFill>
              <a:srgbClr val="A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BDB"/>
          </a:solidFill>
          <a:ln w="12700">
            <a:solidFill>
              <a:srgbClr val="707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2D8"/>
          </a:solidFill>
          <a:ln w="12700">
            <a:solidFill>
              <a:srgbClr val="649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4D1"/>
          </a:solidFill>
          <a:ln w="12700">
            <a:solidFill>
              <a:srgbClr val="479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25E"/>
          </a:solidFill>
          <a:ln w="12700">
            <a:solidFill>
              <a:srgbClr val="ED6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BE0"/>
          </a:solidFill>
          <a:ln w="12700">
            <a:solidFill>
              <a:srgbClr val="52C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6"/>
          </a:solidFill>
          <a:ln w="12700">
            <a:solidFill>
              <a:srgbClr val="DB70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F"/>
          </a:solidFill>
          <a:ln w="12700">
            <a:solidFill>
              <a:srgbClr val="D864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7"/>
          </a:solidFill>
          <a:ln w="12700">
            <a:solidFill>
              <a:srgbClr val="D147B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268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965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pPr algn="ctr" indent="0" marL="0">
              <a:buNone/>
            </a:pPr>
            <a:r>
              <a:rPr lang="ar-SA" altLang="en-US" sz="6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EED5E"/>
          </a:solidFill>
          <a:ln w="12700">
            <a:solidFill>
              <a:srgbClr val="7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252E0"/>
          </a:solidFill>
          <a:ln w="12700">
            <a:solidFill>
              <a:srgbClr val="D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DB70"/>
          </a:solidFill>
          <a:ln w="12700">
            <a:solidFill>
              <a:srgbClr val="B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D864"/>
          </a:solidFill>
          <a:ln w="12700">
            <a:solidFill>
              <a:srgbClr val="C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947"/>
          </a:solidFill>
          <a:ln w="12700">
            <a:solidFill>
              <a:srgbClr val="D1C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08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20013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918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734"/>
          </a:solidFill>
          <a:ln w="12700">
            <a:solidFill>
              <a:srgbClr val="794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918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02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2ED"/>
          </a:solidFill>
          <a:ln w="12700">
            <a:solidFill>
              <a:srgbClr val="5EA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0024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F52"/>
          </a:solidFill>
          <a:ln w="12700">
            <a:solidFill>
              <a:srgbClr val="E0A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BDB"/>
          </a:solidFill>
          <a:ln w="12700">
            <a:solidFill>
              <a:srgbClr val="70C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4785"/>
          </a:solidFill>
          <a:ln w="12700">
            <a:solidFill>
              <a:srgbClr val="6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20036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21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8"/>
          </a:solidFill>
          <a:ln w="12700">
            <a:solidFill>
              <a:srgbClr val="64D8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7"/>
          </a:solidFill>
          <a:ln w="12700">
            <a:solidFill>
              <a:srgbClr val="47D1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80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80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6642B"/>
          </a:solidFill>
          <a:ln w="12700">
            <a:solidFill>
              <a:srgbClr val="4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60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968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7594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pPr algn="ctr" indent="0" marL="0">
              <a:buNone/>
            </a:pP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6"/>
          </a:solidFill>
          <a:ln w="12700">
            <a:solidFill>
              <a:srgbClr val="ED5EC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20093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pPr algn="ctr" indent="0" marL="0">
              <a:buNone/>
            </a:pPr>
            <a:r>
              <a:rPr lang="ar-SA" altLang="en-US" sz="6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B"/>
          </a:solidFill>
          <a:ln w="12700">
            <a:solidFill>
              <a:srgbClr val="52E08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170DB"/>
          </a:solidFill>
          <a:ln w="12700">
            <a:solidFill>
              <a:srgbClr val="D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64D8"/>
          </a:solidFill>
          <a:ln w="12700">
            <a:solidFill>
              <a:srgbClr val="A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547D1"/>
          </a:solidFill>
          <a:ln w="12700">
            <a:solidFill>
              <a:srgbClr val="8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77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501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</a:t>
            </a:r>
            <a:pPr algn="ctr" indent="0" marL="0">
              <a:buNone/>
            </a:pPr>
            <a:r>
              <a:rPr lang="ar-SA" altLang="en-US" sz="7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9ED5E"/>
          </a:solidFill>
          <a:ln w="12700">
            <a:solidFill>
              <a:srgbClr val="E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5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1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52E0"/>
          </a:solidFill>
          <a:ln w="12700">
            <a:solidFill>
              <a:srgbClr val="6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670"/>
          </a:solidFill>
          <a:ln w="12700">
            <a:solidFill>
              <a:srgbClr val="DBB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E64"/>
          </a:solidFill>
          <a:ln w="12700">
            <a:solidFill>
              <a:srgbClr val="D88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247"/>
          </a:solidFill>
          <a:ln w="12700">
            <a:solidFill>
              <a:srgbClr val="D16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5"/>
          </a:solidFill>
          <a:ln w="12700">
            <a:solidFill>
              <a:srgbClr val="79345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8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</a:t>
            </a:r>
            <a:pPr algn="ctr" indent="0" marL="0">
              <a:buNone/>
            </a:pPr>
            <a:r>
              <a:rPr lang="ar-SA" altLang="en-US" sz="7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E"/>
          </a:solidFill>
          <a:ln w="12700">
            <a:solidFill>
              <a:srgbClr val="5EED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51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F"/>
          </a:solidFill>
          <a:ln w="12700">
            <a:solidFill>
              <a:srgbClr val="E0525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B"/>
          </a:solidFill>
          <a:ln w="12700">
            <a:solidFill>
              <a:srgbClr val="70DB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1"/>
          </a:solidFill>
          <a:ln w="12700">
            <a:solidFill>
              <a:srgbClr val="64D8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FD147"/>
          </a:solidFill>
          <a:ln w="12700">
            <a:solidFill>
              <a:srgbClr val="4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476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442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7934"/>
          </a:solidFill>
          <a:ln w="12700">
            <a:solidFill>
              <a:srgbClr val="6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56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ـ</a:t>
            </a:r>
            <a:pPr algn="ctr" indent="0" marL="0">
              <a:buNone/>
            </a:pPr>
            <a:r>
              <a:rPr lang="ar-SA" altLang="en-US" sz="5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538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36604" y="896112"/>
            <a:ext cx="16741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9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36604" y="896112"/>
            <a:ext cx="16741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433283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9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33283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9289" y="2834640"/>
            <a:ext cx="35654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9289" y="2834640"/>
            <a:ext cx="35654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A5EED"/>
          </a:solidFill>
          <a:ln w="12700">
            <a:solidFill>
              <a:srgbClr val="A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7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7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E052"/>
          </a:solidFill>
          <a:ln w="12700">
            <a:solidFill>
              <a:srgbClr val="8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170DB"/>
          </a:solidFill>
          <a:ln w="12700">
            <a:solidFill>
              <a:srgbClr val="8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34754" y="896112"/>
            <a:ext cx="1360413" cy="1371600"/>
          </a:xfrm>
          <a:prstGeom prst="roundRect">
            <a:avLst>
              <a:gd name="adj" fmla="val 26886"/>
            </a:avLst>
          </a:prstGeom>
          <a:solidFill>
            <a:srgbClr val="FFFFFF"/>
          </a:solidFill>
          <a:ln w="76200">
            <a:solidFill>
              <a:srgbClr val="55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34754" y="896112"/>
            <a:ext cx="13604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848833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5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848833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191006" y="2834640"/>
            <a:ext cx="27619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191006" y="2834640"/>
            <a:ext cx="27619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4D8"/>
          </a:solidFill>
          <a:ln w="12700">
            <a:solidFill>
              <a:srgbClr val="647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1D1"/>
          </a:solidFill>
          <a:ln w="12700">
            <a:solidFill>
              <a:srgbClr val="477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89122" y="896112"/>
            <a:ext cx="27429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89122" y="896112"/>
            <a:ext cx="27429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911948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911948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207569" y="2834640"/>
            <a:ext cx="47288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207569" y="2834640"/>
            <a:ext cx="47288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99</Slides>
  <Notes>99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09-ta-dha</dc:title>
  <dc:subject>PptxGenJS Presentation</dc:subject>
  <dc:creator>PptxGenJS</dc:creator>
  <cp:lastModifiedBy>PptxGenJS</cp:lastModifiedBy>
  <cp:revision>1</cp:revision>
  <dcterms:created xsi:type="dcterms:W3CDTF">2026-10-21T19:56:16Z</dcterms:created>
  <dcterms:modified xsi:type="dcterms:W3CDTF">2026-10-21T19:56:16Z</dcterms:modified>
</cp:coreProperties>
</file>