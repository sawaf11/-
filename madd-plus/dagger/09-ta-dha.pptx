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04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5"/>
          </a:solidFill>
          <a:ln w="12700">
            <a:solidFill>
              <a:srgbClr val="D864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5"/>
          </a:solidFill>
          <a:ln w="12700">
            <a:solidFill>
              <a:srgbClr val="5EED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8"/>
          </a:solidFill>
          <a:ln w="12700">
            <a:solidFill>
              <a:srgbClr val="E052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D864"/>
          </a:solidFill>
          <a:ln w="12700">
            <a:solidFill>
              <a:srgbClr val="9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D147"/>
          </a:solidFill>
          <a:ln w="12700">
            <a:solidFill>
              <a:srgbClr val="9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6DB"/>
          </a:solidFill>
          <a:ln w="12700">
            <a:solidFill>
              <a:srgbClr val="709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FD8"/>
          </a:solidFill>
          <a:ln w="12700">
            <a:solidFill>
              <a:srgbClr val="64A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74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F"/>
          </a:solidFill>
          <a:ln w="12700">
            <a:solidFill>
              <a:srgbClr val="ED5E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2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C"/>
          </a:solidFill>
          <a:ln w="12700">
            <a:solidFill>
              <a:srgbClr val="D864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6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ED5E"/>
          </a:solidFill>
          <a:ln w="12700">
            <a:solidFill>
              <a:srgbClr val="A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3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52E0"/>
          </a:solidFill>
          <a:ln w="12700">
            <a:solidFill>
              <a:srgbClr val="A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09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6ED"/>
          </a:solidFill>
          <a:ln w="12700">
            <a:solidFill>
              <a:srgbClr val="5EC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064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A52"/>
          </a:solidFill>
          <a:ln w="12700">
            <a:solidFill>
              <a:srgbClr val="E08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0"/>
          </a:solidFill>
          <a:ln w="12700">
            <a:solidFill>
              <a:srgbClr val="70DB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A"/>
          </a:solidFill>
          <a:ln w="12700">
            <a:solidFill>
              <a:srgbClr val="64D8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4"/>
          </a:solidFill>
          <a:ln w="12700">
            <a:solidFill>
              <a:srgbClr val="47D1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A"/>
          </a:solidFill>
          <a:ln w="12700">
            <a:solidFill>
              <a:srgbClr val="ED5E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7"/>
          </a:solidFill>
          <a:ln w="12700">
            <a:solidFill>
              <a:srgbClr val="52E06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70DB"/>
          </a:solidFill>
          <a:ln w="12700">
            <a:solidFill>
              <a:srgbClr val="B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64D8"/>
          </a:solidFill>
          <a:ln w="12700">
            <a:solidFill>
              <a:srgbClr val="8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47D1"/>
          </a:solidFill>
          <a:ln w="12700">
            <a:solidFill>
              <a:srgbClr val="6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579"/>
          </a:solidFill>
          <a:ln w="12700">
            <a:solidFill>
              <a:srgbClr val="345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D5E"/>
          </a:solidFill>
          <a:ln w="12700">
            <a:solidFill>
              <a:srgbClr val="EDC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0E0"/>
          </a:solidFill>
          <a:ln w="12700">
            <a:solidFill>
              <a:srgbClr val="526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B70"/>
          </a:solidFill>
          <a:ln w="12700">
            <a:solidFill>
              <a:srgbClr val="DB9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8547"/>
          </a:solidFill>
          <a:ln w="12700">
            <a:solidFill>
              <a:srgbClr val="5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064"/>
          </a:solidFill>
          <a:ln w="12700">
            <a:solidFill>
              <a:srgbClr val="D87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0"/>
          </a:solidFill>
          <a:ln w="12700">
            <a:solidFill>
              <a:srgbClr val="D1475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2B64"/>
          </a:solidFill>
          <a:ln w="12700">
            <a:solidFill>
              <a:srgbClr val="5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104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9"/>
          </a:solidFill>
          <a:ln w="12700">
            <a:solidFill>
              <a:srgbClr val="5EED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4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4"/>
          </a:solidFill>
          <a:ln w="12700">
            <a:solidFill>
              <a:srgbClr val="E052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0"/>
          </a:solidFill>
          <a:ln w="12700">
            <a:solidFill>
              <a:srgbClr val="70DB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D864"/>
          </a:solidFill>
          <a:ln w="12700">
            <a:solidFill>
              <a:srgbClr val="7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D147"/>
          </a:solidFill>
          <a:ln w="12700">
            <a:solidFill>
              <a:srgbClr val="7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7934"/>
          </a:solidFill>
          <a:ln w="12700">
            <a:solidFill>
              <a:srgbClr val="7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5EED"/>
          </a:solidFill>
          <a:ln w="12700">
            <a:solidFill>
              <a:srgbClr val="8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E052"/>
          </a:solidFill>
          <a:ln w="12700">
            <a:solidFill>
              <a:srgbClr val="A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BDB"/>
          </a:solidFill>
          <a:ln w="12700">
            <a:solidFill>
              <a:srgbClr val="707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2D8"/>
          </a:solidFill>
          <a:ln w="12700">
            <a:solidFill>
              <a:srgbClr val="649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4D1"/>
          </a:solidFill>
          <a:ln w="12700">
            <a:solidFill>
              <a:srgbClr val="479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25E"/>
          </a:solidFill>
          <a:ln w="12700">
            <a:solidFill>
              <a:srgbClr val="ED6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BE0"/>
          </a:solidFill>
          <a:ln w="12700">
            <a:solidFill>
              <a:srgbClr val="52C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6"/>
          </a:solidFill>
          <a:ln w="12700">
            <a:solidFill>
              <a:srgbClr val="DB70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F"/>
          </a:solidFill>
          <a:ln w="12700">
            <a:solidFill>
              <a:srgbClr val="D864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7"/>
          </a:solidFill>
          <a:ln w="12700">
            <a:solidFill>
              <a:srgbClr val="D147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74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2B64"/>
          </a:solidFill>
          <a:ln w="12700">
            <a:solidFill>
              <a:srgbClr val="2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3479"/>
          </a:solidFill>
          <a:ln w="12700">
            <a:solidFill>
              <a:srgbClr val="5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2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ED5E"/>
          </a:solidFill>
          <a:ln w="12700">
            <a:solidFill>
              <a:srgbClr val="7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252E0"/>
          </a:solidFill>
          <a:ln w="12700">
            <a:solidFill>
              <a:srgbClr val="D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DB70"/>
          </a:solidFill>
          <a:ln w="12700">
            <a:solidFill>
              <a:srgbClr val="B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4"/>
          </a:solidFill>
          <a:ln w="12700">
            <a:solidFill>
              <a:srgbClr val="4785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D864"/>
          </a:solidFill>
          <a:ln w="12700">
            <a:solidFill>
              <a:srgbClr val="C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947"/>
          </a:solidFill>
          <a:ln w="12700">
            <a:solidFill>
              <a:srgbClr val="D1C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734"/>
          </a:solidFill>
          <a:ln w="12700">
            <a:solidFill>
              <a:srgbClr val="794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6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3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2ED"/>
          </a:solidFill>
          <a:ln w="12700">
            <a:solidFill>
              <a:srgbClr val="5EA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F52"/>
          </a:solidFill>
          <a:ln w="12700">
            <a:solidFill>
              <a:srgbClr val="E0A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BDB"/>
          </a:solidFill>
          <a:ln w="12700">
            <a:solidFill>
              <a:srgbClr val="70C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4785"/>
          </a:solidFill>
          <a:ln w="12700">
            <a:solidFill>
              <a:srgbClr val="6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09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8"/>
          </a:solidFill>
          <a:ln w="12700">
            <a:solidFill>
              <a:srgbClr val="64D8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7"/>
          </a:solidFill>
          <a:ln w="12700">
            <a:solidFill>
              <a:srgbClr val="47D1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5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6"/>
          </a:solidFill>
          <a:ln w="12700">
            <a:solidFill>
              <a:srgbClr val="ED5EC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131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B"/>
          </a:solidFill>
          <a:ln w="12700">
            <a:solidFill>
              <a:srgbClr val="52E0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70DB"/>
          </a:solidFill>
          <a:ln w="12700">
            <a:solidFill>
              <a:srgbClr val="D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64D8"/>
          </a:solidFill>
          <a:ln w="12700">
            <a:solidFill>
              <a:srgbClr val="A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47D1"/>
          </a:solidFill>
          <a:ln w="12700">
            <a:solidFill>
              <a:srgbClr val="8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ED5E"/>
          </a:solidFill>
          <a:ln w="12700">
            <a:solidFill>
              <a:srgbClr val="E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52E0"/>
          </a:solidFill>
          <a:ln w="12700">
            <a:solidFill>
              <a:srgbClr val="6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670"/>
          </a:solidFill>
          <a:ln w="12700">
            <a:solidFill>
              <a:srgbClr val="DBB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E64"/>
          </a:solidFill>
          <a:ln w="12700">
            <a:solidFill>
              <a:srgbClr val="D88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247"/>
          </a:solidFill>
          <a:ln w="12700">
            <a:solidFill>
              <a:srgbClr val="D16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E"/>
          </a:solidFill>
          <a:ln w="12700">
            <a:solidFill>
              <a:srgbClr val="5EED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F"/>
          </a:solidFill>
          <a:ln w="12700">
            <a:solidFill>
              <a:srgbClr val="E052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B"/>
          </a:solidFill>
          <a:ln w="12700">
            <a:solidFill>
              <a:srgbClr val="70DB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1"/>
          </a:solidFill>
          <a:ln w="12700">
            <a:solidFill>
              <a:srgbClr val="64D8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D147"/>
          </a:solidFill>
          <a:ln w="12700">
            <a:solidFill>
              <a:srgbClr val="4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87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9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5EED"/>
          </a:solidFill>
          <a:ln w="12700">
            <a:solidFill>
              <a:srgbClr val="A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7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7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E052"/>
          </a:solidFill>
          <a:ln w="12700">
            <a:solidFill>
              <a:srgbClr val="8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70DB"/>
          </a:solidFill>
          <a:ln w="12700">
            <a:solidFill>
              <a:srgbClr val="8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55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5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4D8"/>
          </a:solidFill>
          <a:ln w="12700">
            <a:solidFill>
              <a:srgbClr val="647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1D1"/>
          </a:solidFill>
          <a:ln w="12700">
            <a:solidFill>
              <a:srgbClr val="477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09-ta-dha</dc:title>
  <dc:subject>PptxGenJS Presentation</dc:subject>
  <dc:creator>PptxGenJS</dc:creator>
  <cp:lastModifiedBy>PptxGenJS</cp:lastModifiedBy>
  <cp:revision>1</cp:revision>
  <dcterms:created xsi:type="dcterms:W3CDTF">2026-10-21T18:02:24Z</dcterms:created>
  <dcterms:modified xsi:type="dcterms:W3CDTF">2026-10-21T18:02:24Z</dcterms:modified>
</cp:coreProperties>
</file>