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8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0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39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0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22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جَطَـ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64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08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0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39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0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39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26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جَظَـ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09-ta-dha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