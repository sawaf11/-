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notesMaster" Target="notesMasters/notesMaster1.xml"/><Relationship Id="rId102" Type="http://schemas.openxmlformats.org/officeDocument/2006/relationships/presProps" Target="presProps.xml"/><Relationship Id="rId103" Type="http://schemas.openxmlformats.org/officeDocument/2006/relationships/viewProps" Target="viewProps.xml"/><Relationship Id="rId104" Type="http://schemas.openxmlformats.org/officeDocument/2006/relationships/theme" Target="theme/theme1.xml"/><Relationship Id="rId10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TrSnd" Type="http://schemas.openxmlformats.org/officeDocument/2006/relationships/audio" Target="../media/bubbles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TrSnd" Type="http://schemas.openxmlformats.org/officeDocument/2006/relationships/audio" Target="../media/sparkle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TrSnd" Type="http://schemas.openxmlformats.org/officeDocument/2006/relationships/audio" Target="../media/marimba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TrSnd" Type="http://schemas.openxmlformats.org/officeDocument/2006/relationships/audio" Target="../media/harp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TrSnd" Type="http://schemas.openxmlformats.org/officeDocument/2006/relationships/audio" Target="../media/chime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TrSnd" Type="http://schemas.openxmlformats.org/officeDocument/2006/relationships/audio" Target="../media/whoosh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TrSnd" Type="http://schemas.openxmlformats.org/officeDocument/2006/relationships/audio" Target="../media/bubbles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TrSnd" Type="http://schemas.openxmlformats.org/officeDocument/2006/relationships/audio" Target="../media/sparkle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TrSnd" Type="http://schemas.openxmlformats.org/officeDocument/2006/relationships/audio" Target="../media/marimba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TrSnd" Type="http://schemas.openxmlformats.org/officeDocument/2006/relationships/audio" Target="../media/harp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TrSnd" Type="http://schemas.openxmlformats.org/officeDocument/2006/relationships/audio" Target="../media/chime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TrSnd" Type="http://schemas.openxmlformats.org/officeDocument/2006/relationships/audio" Target="../media/whoosh.wav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E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85E"/>
          </a:solidFill>
          <a:ln w="12700">
            <a:solidFill>
              <a:srgbClr val="EDA8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79285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7600" dirty="0"/>
          </a:p>
        </p:txBody>
      </p:sp>
      <p:sp>
        <p:nvSpPr>
          <p:cNvPr id="22" name="C2 V1 vowel"/>
          <p:cNvSpPr txBox="1"/>
          <p:nvPr/>
        </p:nvSpPr>
        <p:spPr>
          <a:xfrm>
            <a:off x="6720840" y="179285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7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M2 madd"/>
          <p:cNvSpPr txBox="1"/>
          <p:nvPr/>
        </p:nvSpPr>
        <p:spPr>
          <a:xfrm>
            <a:off x="4343400" y="171488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100" dirty="0"/>
          </a:p>
        </p:txBody>
      </p:sp>
      <p:sp>
        <p:nvSpPr>
          <p:cNvPr id="25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6 R result"/>
          <p:cNvSpPr txBox="1"/>
          <p:nvPr/>
        </p:nvSpPr>
        <p:spPr>
          <a:xfrm>
            <a:off x="685800" y="1707959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طَـ</a:t>
            </a:r>
            <a:r>
              <a:rPr lang="ar-SA" altLang="en-US" sz="11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110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3C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5E0"/>
          </a:solidFill>
          <a:ln w="12700">
            <a:solidFill>
              <a:srgbClr val="5285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B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F70"/>
          </a:solidFill>
          <a:ln w="12700">
            <a:solidFill>
              <a:srgbClr val="DB7F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88547"/>
          </a:solidFill>
          <a:ln w="12700">
            <a:solidFill>
              <a:srgbClr val="68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20457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2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20457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2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89086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طَـ</a:t>
            </a:r>
            <a:r>
              <a:rPr lang="ar-SA" altLang="en-US" sz="7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9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C5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5"/>
          </a:solidFill>
          <a:ln w="12700">
            <a:solidFill>
              <a:srgbClr val="D8647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73"/>
          </a:solidFill>
          <a:ln w="12700">
            <a:solidFill>
              <a:srgbClr val="D1477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8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8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441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طَـ</a:t>
            </a:r>
            <a:r>
              <a:rPr lang="ar-SA" altLang="en-US" sz="8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D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11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2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11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2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4738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طَـ</a:t>
            </a:r>
            <a:r>
              <a:rPr lang="ar-SA" altLang="en-US" sz="8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8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82B64"/>
          </a:solidFill>
          <a:ln w="12700">
            <a:solidFill>
              <a:srgbClr val="48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8"/>
          </a:solidFill>
          <a:ln w="12700">
            <a:solidFill>
              <a:srgbClr val="793478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639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639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26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4738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طَـ</a:t>
            </a:r>
            <a:r>
              <a:rPr lang="ar-SA" altLang="en-US" sz="8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8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D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669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طَـ</a:t>
            </a:r>
            <a:r>
              <a:rPr lang="ar-SA" altLang="en-US" sz="7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5F7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5"/>
          </a:solidFill>
          <a:ln w="12700">
            <a:solidFill>
              <a:srgbClr val="5EED8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669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طَـ</a:t>
            </a:r>
            <a:r>
              <a:rPr lang="ar-SA" altLang="en-US" sz="7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3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3E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8"/>
          </a:solidFill>
          <a:ln w="12700">
            <a:solidFill>
              <a:srgbClr val="E052A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CDB70"/>
          </a:solidFill>
          <a:ln w="12700">
            <a:solidFill>
              <a:srgbClr val="7C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785"/>
          </a:solidFill>
          <a:ln w="12700">
            <a:solidFill>
              <a:srgbClr val="477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57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57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6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669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طَـ</a:t>
            </a:r>
            <a:r>
              <a:rPr lang="ar-SA" altLang="en-US" sz="7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2D864"/>
          </a:solidFill>
          <a:ln w="12700">
            <a:solidFill>
              <a:srgbClr val="92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5D147"/>
          </a:solidFill>
          <a:ln w="12700">
            <a:solidFill>
              <a:srgbClr val="95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003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003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57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5D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670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2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670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2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3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A2B"/>
          </a:solidFill>
          <a:ln w="12700">
            <a:solidFill>
              <a:srgbClr val="643A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934"/>
          </a:solidFill>
          <a:ln w="12700">
            <a:solidFill>
              <a:srgbClr val="796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894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2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894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2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طَـ</a:t>
            </a:r>
            <a:r>
              <a:rPr lang="ar-SA" altLang="en-US" sz="8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81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5F7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طَـ</a:t>
            </a:r>
            <a:r>
              <a:rPr lang="ar-SA" altLang="en-US" sz="8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81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D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15EED"/>
          </a:solidFill>
          <a:ln w="12700">
            <a:solidFill>
              <a:srgbClr val="61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59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59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369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طَـ</a:t>
            </a:r>
            <a:r>
              <a:rPr lang="ar-SA" altLang="en-US" sz="7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7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433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CE052"/>
          </a:solidFill>
          <a:ln w="12700">
            <a:solidFill>
              <a:srgbClr val="CC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1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6DB"/>
          </a:solidFill>
          <a:ln w="12700">
            <a:solidFill>
              <a:srgbClr val="7096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34785"/>
          </a:solidFill>
          <a:ln w="12700">
            <a:solidFill>
              <a:srgbClr val="83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51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51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369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طَـ</a:t>
            </a:r>
            <a:r>
              <a:rPr lang="ar-SA" altLang="en-US" sz="7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7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5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FD8"/>
          </a:solidFill>
          <a:ln w="12700">
            <a:solidFill>
              <a:srgbClr val="64AF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8D1"/>
          </a:solidFill>
          <a:ln w="12700">
            <a:solidFill>
              <a:srgbClr val="47B8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559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559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67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طَـ</a:t>
            </a:r>
            <a:r>
              <a:rPr lang="ar-SA" altLang="en-US" sz="7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71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C5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51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51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367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طَـ</a:t>
            </a:r>
            <a:r>
              <a:rPr lang="ar-SA" altLang="en-US" sz="7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7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2A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2C"/>
          </a:solidFill>
          <a:ln w="12700">
            <a:solidFill>
              <a:srgbClr val="2B642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8"/>
          </a:solidFill>
          <a:ln w="12700">
            <a:solidFill>
              <a:srgbClr val="347958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09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2594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أَطَـ</a:t>
            </a:r>
            <a:r>
              <a:rPr lang="ar-SA" altLang="en-US" sz="5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9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5C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B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B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09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B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5088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بَطَـ</a:t>
            </a:r>
            <a:r>
              <a:rPr lang="ar-SA" altLang="en-US" sz="5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C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F"/>
          </a:solidFill>
          <a:ln w="12700">
            <a:solidFill>
              <a:srgbClr val="ED5E7F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C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154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4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20154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4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C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0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C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4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81091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تَطَـ</a:t>
            </a:r>
            <a:r>
              <a:rPr lang="ar-SA" altLang="en-US" sz="5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8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44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1"/>
          </a:solidFill>
          <a:ln w="12700">
            <a:solidFill>
              <a:srgbClr val="52E0D1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A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1"/>
          </a:solidFill>
          <a:ln w="12700">
            <a:solidFill>
              <a:srgbClr val="DB70B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447"/>
          </a:solidFill>
          <a:ln w="12700">
            <a:solidFill>
              <a:srgbClr val="8574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0154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4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20154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0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3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ثَطَـ</a:t>
            </a:r>
            <a:r>
              <a:rPr lang="ar-SA" altLang="en-US" sz="6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1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C"/>
          </a:solidFill>
          <a:ln w="12700">
            <a:solidFill>
              <a:srgbClr val="D864CC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847D1"/>
          </a:solidFill>
          <a:ln w="12700">
            <a:solidFill>
              <a:srgbClr val="C8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154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154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0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7032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جَطَـ</a:t>
            </a:r>
            <a:r>
              <a:rPr lang="ar-SA" altLang="en-US" sz="6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2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F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2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087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20087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2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86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2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7032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حَطَـ</a:t>
            </a:r>
            <a:r>
              <a:rPr lang="ar-SA" altLang="en-US" sz="6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2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436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864"/>
          </a:solidFill>
          <a:ln w="12700">
            <a:solidFill>
              <a:srgbClr val="2B38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73479"/>
          </a:solidFill>
          <a:ln w="12700">
            <a:solidFill>
              <a:srgbClr val="47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5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087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20087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5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86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5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A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2392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خَطَـ</a:t>
            </a:r>
            <a:r>
              <a:rPr lang="ar-SA" altLang="en-US" sz="6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5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C5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94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594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09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9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3248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دَطَـ</a:t>
            </a:r>
            <a:r>
              <a:rPr lang="ar-SA" altLang="en-US" sz="7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1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3ED5E"/>
          </a:solidFill>
          <a:ln w="12700">
            <a:solidFill>
              <a:srgbClr val="A3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09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2963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ذَطَـ</a:t>
            </a:r>
            <a:r>
              <a:rPr lang="ar-SA" altLang="en-US" sz="6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4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A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E52E0"/>
          </a:solidFill>
          <a:ln w="12700">
            <a:solidFill>
              <a:srgbClr val="AE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3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CDB70"/>
          </a:solidFill>
          <a:ln w="12700">
            <a:solidFill>
              <a:srgbClr val="CC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5"/>
          </a:solidFill>
          <a:ln w="12700">
            <a:solidFill>
              <a:srgbClr val="47856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09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2925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رَطَـ</a:t>
            </a:r>
            <a:r>
              <a:rPr lang="ar-SA" altLang="en-US" sz="6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7D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764"/>
          </a:solidFill>
          <a:ln w="12700">
            <a:solidFill>
              <a:srgbClr val="D8C7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A647"/>
          </a:solidFill>
          <a:ln w="12700">
            <a:solidFill>
              <a:srgbClr val="D1A6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8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114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114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8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9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8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310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زَطَـ</a:t>
            </a:r>
            <a:r>
              <a:rPr lang="ar-SA" altLang="en-US" sz="4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9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C5F7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047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6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20047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6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3156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سَطَـ</a:t>
            </a:r>
            <a:r>
              <a:rPr lang="ar-SA" altLang="en-US" sz="4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4314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6"/>
          </a:solidFill>
          <a:ln w="12700">
            <a:solidFill>
              <a:srgbClr val="642B46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534"/>
          </a:solidFill>
          <a:ln w="12700">
            <a:solidFill>
              <a:srgbClr val="7935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047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20047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3143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شَطَـ</a:t>
            </a:r>
            <a:r>
              <a:rPr lang="ar-SA" altLang="en-US" sz="4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6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E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3169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صَطَـ</a:t>
            </a:r>
            <a:r>
              <a:rPr lang="ar-SA" altLang="en-US" sz="4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4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C5D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C6ED"/>
          </a:solidFill>
          <a:ln w="12700">
            <a:solidFill>
              <a:srgbClr val="5EC6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9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9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9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2056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5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2056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5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92262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ضَطَـ</a:t>
            </a:r>
            <a:r>
              <a:rPr lang="ar-SA" altLang="en-US" sz="6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1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4314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8A52"/>
          </a:solidFill>
          <a:ln w="12700">
            <a:solidFill>
              <a:srgbClr val="E08A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8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0"/>
          </a:solidFill>
          <a:ln w="12700">
            <a:solidFill>
              <a:srgbClr val="70DBD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54785"/>
          </a:solidFill>
          <a:ln w="12700">
            <a:solidFill>
              <a:srgbClr val="55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20457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2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20457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أَطَـ</a:t>
            </a:r>
            <a:r>
              <a:rPr lang="ar-SA" altLang="en-US" sz="8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C5F7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AA"/>
          </a:solidFill>
          <a:ln w="12700">
            <a:solidFill>
              <a:srgbClr val="64D8A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4"/>
          </a:solidFill>
          <a:ln w="12700">
            <a:solidFill>
              <a:srgbClr val="47D18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8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8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55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بَطَـ</a:t>
            </a:r>
            <a:r>
              <a:rPr lang="ar-SA" altLang="en-US" sz="8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4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D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11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11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714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تَطَـ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4338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4642B"/>
          </a:solidFill>
          <a:ln w="12700">
            <a:solidFill>
              <a:srgbClr val="54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47934"/>
          </a:solidFill>
          <a:ln w="12700">
            <a:solidFill>
              <a:srgbClr val="44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639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0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639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26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8047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ثَطَـ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C5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844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جَطَـ</a:t>
            </a:r>
            <a:r>
              <a:rPr lang="ar-SA" altLang="en-US" sz="8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7C5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EA"/>
          </a:solidFill>
          <a:ln w="12700">
            <a:solidFill>
              <a:srgbClr val="ED5EE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714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حَطَـ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2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67"/>
          </a:solidFill>
          <a:ln w="12700">
            <a:solidFill>
              <a:srgbClr val="52E067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CE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570DB"/>
          </a:solidFill>
          <a:ln w="12700">
            <a:solidFill>
              <a:srgbClr val="B5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49"/>
          </a:solidFill>
          <a:ln w="12700">
            <a:solidFill>
              <a:srgbClr val="854749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57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5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57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6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714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خَطَـ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C5C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D64D8"/>
          </a:solidFill>
          <a:ln w="12700">
            <a:solidFill>
              <a:srgbClr val="8D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147D1"/>
          </a:solidFill>
          <a:ln w="12700">
            <a:solidFill>
              <a:srgbClr val="61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03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03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57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دَطَـ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7D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670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670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ذَطَـ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443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364"/>
          </a:solidFill>
          <a:ln w="12700">
            <a:solidFill>
              <a:srgbClr val="2B63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579"/>
          </a:solidFill>
          <a:ln w="12700">
            <a:solidFill>
              <a:srgbClr val="3455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894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894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رَطَـ</a:t>
            </a:r>
            <a:r>
              <a:rPr lang="ar-SA" altLang="en-US" sz="8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1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E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زَطَـ</a:t>
            </a:r>
            <a:r>
              <a:rPr lang="ar-SA" altLang="en-US" sz="8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1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CD5E"/>
          </a:solidFill>
          <a:ln w="12700">
            <a:solidFill>
              <a:srgbClr val="EDC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59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7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59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7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524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سَطَـ</a:t>
            </a:r>
            <a:r>
              <a:rPr lang="ar-SA" altLang="en-US" sz="8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1430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60E0"/>
          </a:solidFill>
          <a:ln w="12700">
            <a:solidFill>
              <a:srgbClr val="5260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5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9B70"/>
          </a:solidFill>
          <a:ln w="12700">
            <a:solidFill>
              <a:srgbClr val="DB9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88547"/>
          </a:solidFill>
          <a:ln w="12700">
            <a:solidFill>
              <a:srgbClr val="58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51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51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524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شَطَـ</a:t>
            </a:r>
            <a:r>
              <a:rPr lang="ar-SA" altLang="en-US" sz="8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7C5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064"/>
          </a:solidFill>
          <a:ln w="12700">
            <a:solidFill>
              <a:srgbClr val="D870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50"/>
          </a:solidFill>
          <a:ln w="12700">
            <a:solidFill>
              <a:srgbClr val="D1475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559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559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524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صَطَـ</a:t>
            </a:r>
            <a:r>
              <a:rPr lang="ar-SA" altLang="en-US" sz="8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C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51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51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524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ضَطَـ</a:t>
            </a:r>
            <a:r>
              <a:rPr lang="ar-SA" altLang="en-US" sz="8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2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72B64"/>
          </a:solidFill>
          <a:ln w="12700">
            <a:solidFill>
              <a:srgbClr val="57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6"/>
          </a:solidFill>
          <a:ln w="12700">
            <a:solidFill>
              <a:srgbClr val="79346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79285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7600" dirty="0"/>
          </a:p>
        </p:txBody>
      </p:sp>
      <p:sp>
        <p:nvSpPr>
          <p:cNvPr id="16" name="C2 V1 vowel"/>
          <p:cNvSpPr txBox="1"/>
          <p:nvPr/>
        </p:nvSpPr>
        <p:spPr>
          <a:xfrm>
            <a:off x="6720840" y="179285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76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4343400" y="171488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100" dirty="0"/>
          </a:p>
        </p:txBody>
      </p:sp>
      <p:sp>
        <p:nvSpPr>
          <p:cNvPr id="19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R result"/>
          <p:cNvSpPr txBox="1"/>
          <p:nvPr/>
        </p:nvSpPr>
        <p:spPr>
          <a:xfrm>
            <a:off x="685800" y="1707959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ظَـ</a:t>
            </a:r>
            <a:r>
              <a:rPr lang="ar-SA" altLang="en-US" sz="11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11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7E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20457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20457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9086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ظَـ</a:t>
            </a:r>
            <a:r>
              <a:rPr lang="ar-SA" altLang="en-US" sz="7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C5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A9"/>
          </a:solidFill>
          <a:ln w="12700">
            <a:solidFill>
              <a:srgbClr val="5EEDA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98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2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98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2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5441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ظَـ</a:t>
            </a:r>
            <a:r>
              <a:rPr lang="ar-SA" altLang="en-US" sz="8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4314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84"/>
          </a:solidFill>
          <a:ln w="12700">
            <a:solidFill>
              <a:srgbClr val="E05284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B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0"/>
          </a:solidFill>
          <a:ln w="12700">
            <a:solidFill>
              <a:srgbClr val="70DB8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785"/>
          </a:solidFill>
          <a:ln w="12700">
            <a:solidFill>
              <a:srgbClr val="476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11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2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11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2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4738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ظَـ</a:t>
            </a:r>
            <a:r>
              <a:rPr lang="ar-SA" altLang="en-US" sz="8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8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E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5D864"/>
          </a:solidFill>
          <a:ln w="12700">
            <a:solidFill>
              <a:srgbClr val="75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2D147"/>
          </a:solidFill>
          <a:ln w="12700">
            <a:solidFill>
              <a:srgbClr val="72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39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39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26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4738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ظَـ</a:t>
            </a:r>
            <a:r>
              <a:rPr lang="ar-SA" altLang="en-US" sz="8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8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C5D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669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ظَـ</a:t>
            </a:r>
            <a:r>
              <a:rPr lang="ar-SA" altLang="en-US" sz="7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3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431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92B"/>
          </a:solidFill>
          <a:ln w="12700">
            <a:solidFill>
              <a:srgbClr val="6449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87934"/>
          </a:solidFill>
          <a:ln w="12700">
            <a:solidFill>
              <a:srgbClr val="78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669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ظَـ</a:t>
            </a:r>
            <a:r>
              <a:rPr lang="ar-SA" altLang="en-US" sz="7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3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C5F7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57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57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6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669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ظَـ</a:t>
            </a:r>
            <a:r>
              <a:rPr lang="ar-SA" altLang="en-US" sz="7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3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E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55EED"/>
          </a:solidFill>
          <a:ln w="12700">
            <a:solidFill>
              <a:srgbClr val="85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003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2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003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2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657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433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7E052"/>
          </a:solidFill>
          <a:ln w="12700">
            <a:solidFill>
              <a:srgbClr val="A7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7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BDB"/>
          </a:solidFill>
          <a:ln w="12700">
            <a:solidFill>
              <a:srgbClr val="707B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6"/>
          </a:solidFill>
          <a:ln w="12700">
            <a:solidFill>
              <a:srgbClr val="854776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670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2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670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2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C5E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92D8"/>
          </a:solidFill>
          <a:ln w="12700">
            <a:solidFill>
              <a:srgbClr val="6492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94D1"/>
          </a:solidFill>
          <a:ln w="12700">
            <a:solidFill>
              <a:srgbClr val="4794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894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894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ظَـ</a:t>
            </a:r>
            <a:r>
              <a:rPr lang="ar-SA" altLang="en-US" sz="8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81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7C5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ظَـ</a:t>
            </a:r>
            <a:r>
              <a:rPr lang="ar-SA" altLang="en-US" sz="8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8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1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B"/>
          </a:solidFill>
          <a:ln w="12700">
            <a:solidFill>
              <a:srgbClr val="2B643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A"/>
          </a:solidFill>
          <a:ln w="12700">
            <a:solidFill>
              <a:srgbClr val="34796A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59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59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369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ظَـ</a:t>
            </a:r>
            <a:r>
              <a:rPr lang="ar-SA" altLang="en-US" sz="7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7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C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51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51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69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ظَـ</a:t>
            </a:r>
            <a:r>
              <a:rPr lang="ar-SA" altLang="en-US" sz="7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7D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625E"/>
          </a:solidFill>
          <a:ln w="12700">
            <a:solidFill>
              <a:srgbClr val="ED62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559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559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367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ظَـ</a:t>
            </a:r>
            <a:r>
              <a:rPr lang="ar-SA" altLang="en-US" sz="7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71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1443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CBE0"/>
          </a:solidFill>
          <a:ln w="12700">
            <a:solidFill>
              <a:srgbClr val="52CB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0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6"/>
          </a:solidFill>
          <a:ln w="12700">
            <a:solidFill>
              <a:srgbClr val="DB7096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8447"/>
          </a:solidFill>
          <a:ln w="12700">
            <a:solidFill>
              <a:srgbClr val="8584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51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51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367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ظَـ</a:t>
            </a:r>
            <a:r>
              <a:rPr lang="ar-SA" altLang="en-US" sz="7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71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F"/>
          </a:solidFill>
          <a:ln w="12700">
            <a:solidFill>
              <a:srgbClr val="D864AF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B7"/>
          </a:solidFill>
          <a:ln w="12700">
            <a:solidFill>
              <a:srgbClr val="D147B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5645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ظَـ</a:t>
            </a:r>
            <a:r>
              <a:rPr lang="ar-SA" altLang="en-US" sz="8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83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E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09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2594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أَظَـ</a:t>
            </a:r>
            <a:r>
              <a:rPr lang="ar-SA" altLang="en-US" sz="5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9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14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C2B64"/>
          </a:solidFill>
          <a:ln w="12700">
            <a:solidFill>
              <a:srgbClr val="2C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83479"/>
          </a:solidFill>
          <a:ln w="12700">
            <a:solidFill>
              <a:srgbClr val="58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8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8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09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8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5088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بَظَـ</a:t>
            </a:r>
            <a:r>
              <a:rPr lang="ar-SA" altLang="en-US" sz="5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8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7C5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154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154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0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7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1091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تَظَـ</a:t>
            </a:r>
            <a:r>
              <a:rPr lang="ar-SA" altLang="en-US" sz="5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C5F7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EED5E"/>
          </a:solidFill>
          <a:ln w="12700">
            <a:solidFill>
              <a:srgbClr val="7E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154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4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20154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4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0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ثَظَـ</a:t>
            </a:r>
            <a:r>
              <a:rPr lang="ar-SA" altLang="en-US" sz="6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1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27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252E0"/>
          </a:solidFill>
          <a:ln w="12700">
            <a:solidFill>
              <a:srgbClr val="D2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9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0DB70"/>
          </a:solidFill>
          <a:ln w="12700">
            <a:solidFill>
              <a:srgbClr val="B0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4"/>
          </a:solidFill>
          <a:ln w="12700">
            <a:solidFill>
              <a:srgbClr val="478574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0154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4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20154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0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7032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جَظَـ</a:t>
            </a:r>
            <a:r>
              <a:rPr lang="ar-SA" altLang="en-US" sz="6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7E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CD864"/>
          </a:solidFill>
          <a:ln w="12700">
            <a:solidFill>
              <a:srgbClr val="CC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C947"/>
          </a:solidFill>
          <a:ln w="12700">
            <a:solidFill>
              <a:srgbClr val="D1C9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5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087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087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5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86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5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7032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حَظَـ</a:t>
            </a:r>
            <a:r>
              <a:rPr lang="ar-SA" altLang="en-US" sz="6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2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C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2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087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20087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2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86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2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8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2392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خَظَـ</a:t>
            </a:r>
            <a:r>
              <a:rPr lang="ar-SA" altLang="en-US" sz="6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5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4314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8"/>
          </a:solidFill>
          <a:ln w="12700">
            <a:solidFill>
              <a:srgbClr val="642B38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734"/>
          </a:solidFill>
          <a:ln w="12700">
            <a:solidFill>
              <a:srgbClr val="7947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594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594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09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3248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دَظَـ</a:t>
            </a:r>
            <a:r>
              <a:rPr lang="ar-SA" altLang="en-US" sz="7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1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D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844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09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963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ذَظَـ</a:t>
            </a:r>
            <a:r>
              <a:rPr lang="ar-SA" altLang="en-US" sz="6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4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C5C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A2ED"/>
          </a:solidFill>
          <a:ln w="12700">
            <a:solidFill>
              <a:srgbClr val="5EA2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C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C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09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C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2925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رَظَـ</a:t>
            </a:r>
            <a:r>
              <a:rPr lang="ar-SA" altLang="en-US" sz="6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3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431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AF52"/>
          </a:solidFill>
          <a:ln w="12700">
            <a:solidFill>
              <a:srgbClr val="E0AF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3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BDB"/>
          </a:solidFill>
          <a:ln w="12700">
            <a:solidFill>
              <a:srgbClr val="70CB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54785"/>
          </a:solidFill>
          <a:ln w="12700">
            <a:solidFill>
              <a:srgbClr val="65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B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0114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1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20114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1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B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9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B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4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310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زَظَـ</a:t>
            </a:r>
            <a:r>
              <a:rPr lang="ar-SA" altLang="en-US" sz="4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9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C5F7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8"/>
          </a:solidFill>
          <a:ln w="12700">
            <a:solidFill>
              <a:srgbClr val="64D8C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A7"/>
          </a:solidFill>
          <a:ln w="12700">
            <a:solidFill>
              <a:srgbClr val="47D1A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047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047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3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3156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سَظَـ</a:t>
            </a:r>
            <a:r>
              <a:rPr lang="ar-SA" altLang="en-US" sz="4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5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E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047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6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20047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3143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شَظَـ</a:t>
            </a:r>
            <a:r>
              <a:rPr lang="ar-SA" altLang="en-US" sz="4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4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6642B"/>
          </a:solidFill>
          <a:ln w="12700">
            <a:solidFill>
              <a:srgbClr val="46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6"/>
          </a:solidFill>
          <a:ln w="12700">
            <a:solidFill>
              <a:srgbClr val="34793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5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35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3169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صَظَـ</a:t>
            </a:r>
            <a:r>
              <a:rPr lang="ar-SA" altLang="en-US" sz="4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4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C5E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5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5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5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B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0394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ضَظَـ</a:t>
            </a:r>
            <a:r>
              <a:rPr lang="ar-SA" altLang="en-US" sz="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7C5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C6"/>
          </a:solidFill>
          <a:ln w="12700">
            <a:solidFill>
              <a:srgbClr val="ED5EC6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09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9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93269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طَظَـ</a:t>
            </a:r>
            <a:r>
              <a:rPr lang="ar-SA" altLang="en-US" sz="6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3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1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8B"/>
          </a:solidFill>
          <a:ln w="12700">
            <a:solidFill>
              <a:srgbClr val="52E08B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8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170DB"/>
          </a:solidFill>
          <a:ln w="12700">
            <a:solidFill>
              <a:srgbClr val="D1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647"/>
          </a:solidFill>
          <a:ln w="12700">
            <a:solidFill>
              <a:srgbClr val="8556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20457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2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204578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أَظَـ</a:t>
            </a:r>
            <a:r>
              <a:rPr lang="ar-SA" altLang="en-US" sz="8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2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C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B64D8"/>
          </a:solidFill>
          <a:ln w="12700">
            <a:solidFill>
              <a:srgbClr val="AB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547D1"/>
          </a:solidFill>
          <a:ln w="12700">
            <a:solidFill>
              <a:srgbClr val="85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8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81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55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بَظَـ</a:t>
            </a:r>
            <a:r>
              <a:rPr lang="ar-SA" altLang="en-US" sz="8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4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7D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11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112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714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تَظَـ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1443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464"/>
          </a:solidFill>
          <a:ln w="12700">
            <a:solidFill>
              <a:srgbClr val="2B54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379"/>
          </a:solidFill>
          <a:ln w="12700">
            <a:solidFill>
              <a:srgbClr val="3443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639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0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6396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26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8047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ثَظَـ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7C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844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جَظَـ</a:t>
            </a:r>
            <a:r>
              <a:rPr lang="ar-SA" altLang="en-US" sz="8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5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E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9ED5E"/>
          </a:solidFill>
          <a:ln w="12700">
            <a:solidFill>
              <a:srgbClr val="E9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653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714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حَظَـ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142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752E0"/>
          </a:solidFill>
          <a:ln w="12700">
            <a:solidFill>
              <a:srgbClr val="67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F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670"/>
          </a:solidFill>
          <a:ln w="12700">
            <a:solidFill>
              <a:srgbClr val="DBB6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88547"/>
          </a:solidFill>
          <a:ln w="12700">
            <a:solidFill>
              <a:srgbClr val="48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57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5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573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6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714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خَظَـ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7C5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E64"/>
          </a:solidFill>
          <a:ln w="12700">
            <a:solidFill>
              <a:srgbClr val="D88E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6247"/>
          </a:solidFill>
          <a:ln w="12700">
            <a:solidFill>
              <a:srgbClr val="D162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03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03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57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دَظَـ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C5F7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670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670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ذَظَـ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2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62"/>
          </a:solidFill>
          <a:ln w="12700">
            <a:solidFill>
              <a:srgbClr val="642B6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5"/>
          </a:solidFill>
          <a:ln w="12700">
            <a:solidFill>
              <a:srgbClr val="79345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894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894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رَظَـ</a:t>
            </a:r>
            <a:r>
              <a:rPr lang="ar-SA" altLang="en-US" sz="8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1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7E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زَظَـ</a:t>
            </a:r>
            <a:r>
              <a:rPr lang="ar-SA" altLang="en-US" sz="8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1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C5F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CE"/>
          </a:solidFill>
          <a:ln w="12700">
            <a:solidFill>
              <a:srgbClr val="5EEDC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59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7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59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7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524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سَظَـ</a:t>
            </a:r>
            <a:r>
              <a:rPr lang="ar-SA" altLang="en-US" sz="8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431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5F"/>
          </a:solidFill>
          <a:ln w="12700">
            <a:solidFill>
              <a:srgbClr val="E0525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5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B"/>
          </a:solidFill>
          <a:ln w="12700">
            <a:solidFill>
              <a:srgbClr val="70DB9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785"/>
          </a:solidFill>
          <a:ln w="12700">
            <a:solidFill>
              <a:srgbClr val="475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51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51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524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شَظَـ</a:t>
            </a:r>
            <a:r>
              <a:rPr lang="ar-SA" altLang="en-US" sz="8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D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71"/>
          </a:solidFill>
          <a:ln w="12700">
            <a:solidFill>
              <a:srgbClr val="64D871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FD147"/>
          </a:solidFill>
          <a:ln w="12700">
            <a:solidFill>
              <a:srgbClr val="4F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559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559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524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صَظَـ</a:t>
            </a:r>
            <a:r>
              <a:rPr lang="ar-SA" altLang="en-US" sz="8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C5C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51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51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524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ضَظَـ</a:t>
            </a:r>
            <a:r>
              <a:rPr lang="ar-SA" altLang="en-US" sz="8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432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72B"/>
          </a:solidFill>
          <a:ln w="12700">
            <a:solidFill>
              <a:srgbClr val="6457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67934"/>
          </a:solidFill>
          <a:ln w="12700">
            <a:solidFill>
              <a:srgbClr val="66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603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طَظَـ</a:t>
            </a:r>
            <a:r>
              <a:rPr lang="ar-SA" altLang="en-US" sz="8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2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C5F7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937163" y="896112"/>
            <a:ext cx="187299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B9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937163" y="896112"/>
            <a:ext cx="187299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هـ</a:t>
            </a:r>
            <a:r>
              <a:rPr lang="ar-SA" altLang="en-US" sz="5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ذَا</a:t>
            </a:r>
            <a:endParaRPr lang="ar-SA" sz="5800" dirty="0"/>
          </a:p>
        </p:txBody>
      </p:sp>
      <p:sp>
        <p:nvSpPr>
          <p:cNvPr id="12" name="C2 W2 pill"/>
          <p:cNvSpPr/>
          <p:nvPr/>
        </p:nvSpPr>
        <p:spPr>
          <a:xfrm>
            <a:off x="2333842" y="896112"/>
            <a:ext cx="22832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B9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333842" y="896112"/>
            <a:ext cx="22832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كِتَابٌ</a:t>
            </a:r>
            <a:endParaRPr lang="ar-SA" sz="58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4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689849" y="2834640"/>
            <a:ext cx="376430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689849" y="2834640"/>
            <a:ext cx="376430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هـ</a:t>
            </a:r>
            <a:r>
              <a:rPr lang="ar-SA" altLang="en-US" sz="5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ذَا كِتَابٌ</a:t>
            </a:r>
            <a:endParaRPr lang="ar-SA" sz="5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A5EED"/>
          </a:solidFill>
          <a:ln w="12700">
            <a:solidFill>
              <a:srgbClr val="AA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890308" y="896112"/>
            <a:ext cx="185988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87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890308" y="896112"/>
            <a:ext cx="185988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r>
              <a:rPr lang="ar-SA" altLang="en-US" sz="5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لِكَ</a:t>
            </a:r>
            <a:endParaRPr lang="ar-SA" sz="5400" dirty="0"/>
          </a:p>
        </p:txBody>
      </p:sp>
      <p:sp>
        <p:nvSpPr>
          <p:cNvPr id="20" name="C2 W2 pill"/>
          <p:cNvSpPr/>
          <p:nvPr/>
        </p:nvSpPr>
        <p:spPr>
          <a:xfrm>
            <a:off x="2393804" y="896112"/>
            <a:ext cx="217646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87E236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393804" y="896112"/>
            <a:ext cx="217646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خَيۡرٌ</a:t>
            </a:r>
            <a:endParaRPr lang="ar-SA" sz="54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751049" y="2834640"/>
            <a:ext cx="364190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751049" y="2834640"/>
            <a:ext cx="364190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r>
              <a:rPr lang="ar-SA" altLang="en-US" sz="54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ٰ</a:t>
            </a: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لِكَ خَيۡرٌ</a:t>
            </a:r>
            <a:endParaRPr lang="ar-SA" sz="5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3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3E052"/>
          </a:solidFill>
          <a:ln w="12700">
            <a:solidFill>
              <a:srgbClr val="83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170DB"/>
          </a:solidFill>
          <a:ln w="12700">
            <a:solidFill>
              <a:srgbClr val="81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7"/>
          </a:solidFill>
          <a:ln w="12700">
            <a:solidFill>
              <a:srgbClr val="854767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852899" y="896112"/>
            <a:ext cx="152412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55E236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852899" y="896112"/>
            <a:ext cx="152412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إِلـ</a:t>
            </a:r>
            <a:r>
              <a:rPr lang="ar-SA" altLang="en-US" sz="4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4400" dirty="0"/>
          </a:p>
        </p:txBody>
      </p:sp>
      <p:sp>
        <p:nvSpPr>
          <p:cNvPr id="17" name="C2 W2 pill"/>
          <p:cNvSpPr/>
          <p:nvPr/>
        </p:nvSpPr>
        <p:spPr>
          <a:xfrm>
            <a:off x="2766977" y="896112"/>
            <a:ext cx="17658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55E2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766977" y="896112"/>
            <a:ext cx="17658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وَاحِدٌ</a:t>
            </a:r>
            <a:endParaRPr lang="ar-SA" sz="44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9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3109151" y="2834640"/>
            <a:ext cx="292569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3109151" y="2834640"/>
            <a:ext cx="292569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إِلـ</a:t>
            </a:r>
            <a:r>
              <a:rPr lang="ar-SA" altLang="en-US" sz="4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 وَاحِدٌ</a:t>
            </a:r>
            <a:endParaRPr lang="ar-SA" sz="4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C5E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4D8"/>
          </a:solidFill>
          <a:ln w="12700">
            <a:solidFill>
              <a:srgbClr val="647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71D1"/>
          </a:solidFill>
          <a:ln w="12700">
            <a:solidFill>
              <a:srgbClr val="4771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407267" y="896112"/>
            <a:ext cx="290664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4A36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407267" y="896112"/>
            <a:ext cx="290664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الرَّحۡمـ</a:t>
            </a:r>
            <a:r>
              <a:rPr lang="ar-SA" altLang="en-US" sz="44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ٰ</a:t>
            </a: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</a:t>
            </a:r>
            <a:endParaRPr lang="ar-SA" sz="4400" dirty="0"/>
          </a:p>
        </p:txBody>
      </p:sp>
      <p:sp>
        <p:nvSpPr>
          <p:cNvPr id="12" name="C2 W2 pill"/>
          <p:cNvSpPr/>
          <p:nvPr/>
        </p:nvSpPr>
        <p:spPr>
          <a:xfrm>
            <a:off x="1830092" y="896112"/>
            <a:ext cx="225713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4A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1830092" y="896112"/>
            <a:ext cx="225713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الرَّحِيمِ</a:t>
            </a:r>
            <a:endParaRPr lang="ar-SA" sz="4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A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123854" y="2834640"/>
            <a:ext cx="489629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123854" y="2834640"/>
            <a:ext cx="489629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الرَّحۡمـ</a:t>
            </a:r>
            <a:r>
              <a:rPr lang="ar-SA" altLang="en-US" sz="45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ٰ</a:t>
            </a: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 الرَّحِيمِ</a:t>
            </a:r>
            <a:endParaRPr lang="ar-SA" sz="45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99</Slides>
  <Notes>99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99</vt:i4>
      </vt:variant>
    </vt:vector>
  </HeadingPairs>
  <TitlesOfParts>
    <vt:vector size="10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Dagger alif 09-ta-dha</dc:title>
  <dc:subject>PptxGenJS Presentation</dc:subject>
  <dc:creator>PptxGenJS</dc:creator>
  <cp:lastModifiedBy>PptxGenJS</cp:lastModifiedBy>
  <cp:revision>1</cp:revision>
  <dcterms:created xsi:type="dcterms:W3CDTF">2026-10-22T00:54:42Z</dcterms:created>
  <dcterms:modified xsi:type="dcterms:W3CDTF">2026-10-22T00:54:42Z</dcterms:modified>
</cp:coreProperties>
</file>