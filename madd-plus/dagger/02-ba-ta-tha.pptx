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</p:sldIdLst>
  <p:notesMasterIdLst>
    <p:notesMasterId r:id="rId7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notesMaster" Target="notesMasters/notesMaster1.xml"/><Relationship Id="rId73" Type="http://schemas.openxmlformats.org/officeDocument/2006/relationships/presProps" Target="presProps.xml"/><Relationship Id="rId74" Type="http://schemas.openxmlformats.org/officeDocument/2006/relationships/viewProps" Target="viewProps.xml"/><Relationship Id="rId75" Type="http://schemas.openxmlformats.org/officeDocument/2006/relationships/theme" Target="theme/theme1.xml"/><Relationship Id="rId7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E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54654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7600" dirty="0"/>
          </a:p>
        </p:txBody>
      </p:sp>
      <p:sp>
        <p:nvSpPr>
          <p:cNvPr id="14" name="C2 V1 vowel"/>
          <p:cNvSpPr txBox="1"/>
          <p:nvPr/>
        </p:nvSpPr>
        <p:spPr>
          <a:xfrm>
            <a:off x="6720840" y="154654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M2 madd"/>
          <p:cNvSpPr txBox="1"/>
          <p:nvPr/>
        </p:nvSpPr>
        <p:spPr>
          <a:xfrm>
            <a:off x="4343400" y="177850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7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600" dirty="0"/>
          </a:p>
        </p:txBody>
      </p:sp>
      <p:sp>
        <p:nvSpPr>
          <p:cNvPr id="17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6 R result"/>
          <p:cNvSpPr txBox="1"/>
          <p:nvPr/>
        </p:nvSpPr>
        <p:spPr>
          <a:xfrm>
            <a:off x="685800" y="1478534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10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pPr algn="ctr" indent="0" marL="0">
              <a:buNone/>
            </a:pPr>
            <a:r>
              <a:rPr lang="ar-SA" altLang="en-US" sz="10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104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5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8"/>
          </a:solidFill>
          <a:ln w="12700">
            <a:solidFill>
              <a:srgbClr val="5EEDB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579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3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816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pPr algn="ctr" indent="0" marL="0">
              <a:buNone/>
            </a:pPr>
            <a:r>
              <a:rPr lang="ar-SA" altLang="en-US" sz="7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4314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5"/>
          </a:solidFill>
          <a:ln w="12700">
            <a:solidFill>
              <a:srgbClr val="E0527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6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B"/>
          </a:solidFill>
          <a:ln w="12700">
            <a:solidFill>
              <a:srgbClr val="70DB8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185"/>
          </a:solidFill>
          <a:ln w="12700">
            <a:solidFill>
              <a:srgbClr val="4761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579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3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11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3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11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3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5192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pPr algn="ctr" indent="0" marL="0">
              <a:buNone/>
            </a:pPr>
            <a:r>
              <a:rPr lang="ar-SA" altLang="en-US" sz="8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6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D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9D864"/>
          </a:solidFill>
          <a:ln w="12700">
            <a:solidFill>
              <a:srgbClr val="69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4D147"/>
          </a:solidFill>
          <a:ln w="12700">
            <a:solidFill>
              <a:srgbClr val="64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1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01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545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0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192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pPr algn="ctr" indent="0" marL="0">
              <a:buNone/>
            </a:pPr>
            <a:r>
              <a:rPr lang="ar-SA" altLang="en-US" sz="8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6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5C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55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1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538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pPr algn="ctr" indent="0" marL="0">
              <a:buNone/>
            </a:pPr>
            <a:r>
              <a:rPr lang="ar-SA" altLang="en-US" sz="7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431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F2B"/>
          </a:solidFill>
          <a:ln w="12700">
            <a:solidFill>
              <a:srgbClr val="644F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17934"/>
          </a:solidFill>
          <a:ln w="12700">
            <a:solidFill>
              <a:srgbClr val="71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55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1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538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pPr algn="ctr" indent="0" marL="0">
              <a:buNone/>
            </a:pPr>
            <a:r>
              <a:rPr lang="ar-SA" altLang="en-US" sz="7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5F7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14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14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488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38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pPr algn="ctr" indent="0" marL="0">
              <a:buNone/>
            </a:pPr>
            <a:r>
              <a:rPr lang="ar-SA" altLang="en-US" sz="7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45EED"/>
          </a:solidFill>
          <a:ln w="12700">
            <a:solidFill>
              <a:srgbClr val="94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579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3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004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3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004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3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5192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pPr algn="ctr" indent="0" marL="0">
              <a:buNone/>
            </a:pPr>
            <a:r>
              <a:rPr lang="ar-SA" altLang="en-US" sz="8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8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4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9E052"/>
          </a:solidFill>
          <a:ln w="12700">
            <a:solidFill>
              <a:srgbClr val="99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0DB"/>
          </a:solidFill>
          <a:ln w="12700">
            <a:solidFill>
              <a:srgbClr val="70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0"/>
          </a:solidFill>
          <a:ln w="12700">
            <a:solidFill>
              <a:srgbClr val="854770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20093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6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3995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أَبَ</a:t>
            </a:r>
            <a:pPr algn="ctr" indent="0" marL="0">
              <a:buNone/>
            </a:pPr>
            <a:r>
              <a:rPr lang="ar-SA" altLang="en-US" sz="6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3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5E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6D8"/>
          </a:solidFill>
          <a:ln w="12700">
            <a:solidFill>
              <a:srgbClr val="6486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6D1"/>
          </a:solidFill>
          <a:ln w="12700">
            <a:solidFill>
              <a:srgbClr val="4786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5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5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4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5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B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3205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</a:t>
            </a:r>
            <a:pPr algn="ctr" indent="0" marL="0">
              <a:buNone/>
            </a:pPr>
            <a:r>
              <a:rPr lang="ar-SA" altLang="en-US" sz="7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6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C5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4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</a:t>
            </a:r>
            <a:pPr algn="ctr" indent="0" marL="0">
              <a:buNone/>
            </a:pPr>
            <a:r>
              <a:rPr lang="ar-SA" altLang="en-US" sz="6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1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0"/>
          </a:solidFill>
          <a:ln w="12700">
            <a:solidFill>
              <a:srgbClr val="2B644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1"/>
          </a:solidFill>
          <a:ln w="12700">
            <a:solidFill>
              <a:srgbClr val="34797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4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0060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</a:t>
            </a:r>
            <a:pPr algn="ctr" indent="0" marL="0">
              <a:buNone/>
            </a:pPr>
            <a:r>
              <a:rPr lang="ar-SA" altLang="en-US" sz="7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823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823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2001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3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39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</a:t>
            </a:r>
            <a:pPr algn="ctr" indent="0" marL="0">
              <a:buNone/>
            </a:pPr>
            <a:r>
              <a:rPr lang="ar-SA" altLang="en-US" sz="6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5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D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05E"/>
          </a:solidFill>
          <a:ln w="12700">
            <a:solidFill>
              <a:srgbClr val="ED70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8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823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9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823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8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2001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3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39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8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0332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</a:t>
            </a:r>
            <a:pPr algn="ctr" indent="0" marL="0">
              <a:buNone/>
            </a:pPr>
            <a:r>
              <a:rPr lang="ar-SA" altLang="en-US" sz="8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8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43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CE0"/>
          </a:solidFill>
          <a:ln w="12700">
            <a:solidFill>
              <a:srgbClr val="52BC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6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B"/>
          </a:solidFill>
          <a:ln w="12700">
            <a:solidFill>
              <a:srgbClr val="DB708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F8547"/>
          </a:solidFill>
          <a:ln w="12700">
            <a:solidFill>
              <a:srgbClr val="7F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20093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6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6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5561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دَبَ</a:t>
            </a:r>
            <a:pPr algn="ctr" indent="0" marL="0">
              <a:buNone/>
            </a:pPr>
            <a:r>
              <a:rPr lang="ar-SA" altLang="en-US" sz="6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1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C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3"/>
          </a:solidFill>
          <a:ln w="12700">
            <a:solidFill>
              <a:srgbClr val="D864A3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9"/>
          </a:solidFill>
          <a:ln w="12700">
            <a:solidFill>
              <a:srgbClr val="D147A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579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3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525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أَبَ</a:t>
            </a:r>
            <a:pPr algn="ctr" indent="0" marL="0">
              <a:buNone/>
            </a:pPr>
            <a:r>
              <a:rPr lang="ar-SA" altLang="en-US" sz="7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11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11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579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3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2658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</a:t>
            </a:r>
            <a:pPr algn="ctr" indent="0" marL="0">
              <a:buNone/>
            </a:pP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7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2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22B64"/>
          </a:solidFill>
          <a:ln w="12700">
            <a:solidFill>
              <a:srgbClr val="32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03479"/>
          </a:solidFill>
          <a:ln w="12700">
            <a:solidFill>
              <a:srgbClr val="60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01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0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01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545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0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840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</a:t>
            </a:r>
            <a:pPr algn="ctr" indent="0" marL="0">
              <a:buNone/>
            </a:pPr>
            <a:r>
              <a:rPr lang="ar-SA" altLang="en-US" sz="8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C5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55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8019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5F7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0ED5E"/>
          </a:solidFill>
          <a:ln w="12700">
            <a:solidFill>
              <a:srgbClr val="70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55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1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8019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2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E0"/>
          </a:solidFill>
          <a:ln w="12700">
            <a:solidFill>
              <a:srgbClr val="E0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5DB70"/>
          </a:solidFill>
          <a:ln w="12700">
            <a:solidFill>
              <a:srgbClr val="A5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B"/>
          </a:solidFill>
          <a:ln w="12700">
            <a:solidFill>
              <a:srgbClr val="47857B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114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114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488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5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9620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E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0D864"/>
          </a:solidFill>
          <a:ln w="12700">
            <a:solidFill>
              <a:srgbClr val="C0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BD147"/>
          </a:solidFill>
          <a:ln w="12700">
            <a:solidFill>
              <a:srgbClr val="CB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04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04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579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3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8019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دَبَ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5F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71217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700" dirty="0"/>
          </a:p>
        </p:txBody>
      </p:sp>
      <p:sp>
        <p:nvSpPr>
          <p:cNvPr id="15" name="C2 V1 vowel"/>
          <p:cNvSpPr txBox="1"/>
          <p:nvPr/>
        </p:nvSpPr>
        <p:spPr>
          <a:xfrm>
            <a:off x="6720840" y="171217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4343400" y="177965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7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700" dirty="0"/>
          </a:p>
        </p:txBody>
      </p:sp>
      <p:sp>
        <p:nvSpPr>
          <p:cNvPr id="18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R result"/>
          <p:cNvSpPr txBox="1"/>
          <p:nvPr/>
        </p:nvSpPr>
        <p:spPr>
          <a:xfrm>
            <a:off x="685800" y="1731073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10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pPr algn="ctr" indent="0" marL="0">
              <a:buNone/>
            </a:pPr>
            <a:r>
              <a:rPr lang="ar-SA" altLang="en-US" sz="10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103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4314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2"/>
          </a:solidFill>
          <a:ln w="12700">
            <a:solidFill>
              <a:srgbClr val="642B3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E34"/>
          </a:solidFill>
          <a:ln w="12700">
            <a:solidFill>
              <a:srgbClr val="794E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11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11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579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3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89086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pPr algn="ctr" indent="0" marL="0">
              <a:buNone/>
            </a:pPr>
            <a:r>
              <a:rPr lang="ar-SA" altLang="en-US" sz="7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9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D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1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1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579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3538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pPr algn="ctr" indent="0" marL="0">
              <a:buNone/>
            </a:pPr>
            <a:r>
              <a:rPr lang="ar-SA" altLang="en-US" sz="7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3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5C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3ED"/>
          </a:solidFill>
          <a:ln w="12700">
            <a:solidFill>
              <a:srgbClr val="5E93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0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545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0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84647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pPr algn="ctr" indent="0" marL="0">
              <a:buNone/>
            </a:pPr>
            <a:r>
              <a:rPr lang="ar-SA" altLang="en-US" sz="8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432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D52"/>
          </a:solidFill>
          <a:ln w="12700">
            <a:solidFill>
              <a:srgbClr val="E0BD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8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0DB"/>
          </a:solidFill>
          <a:ln w="12700">
            <a:solidFill>
              <a:srgbClr val="70C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B4785"/>
          </a:solidFill>
          <a:ln w="12700">
            <a:solidFill>
              <a:srgbClr val="6B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55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1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483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pPr algn="ctr" indent="0" marL="0">
              <a:buNone/>
            </a:pPr>
            <a:r>
              <a:rPr lang="ar-SA" altLang="en-US" sz="6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5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5F7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D4"/>
          </a:solidFill>
          <a:ln w="12700">
            <a:solidFill>
              <a:srgbClr val="64D8D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5"/>
          </a:solidFill>
          <a:ln w="12700">
            <a:solidFill>
              <a:srgbClr val="47D1B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55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483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pPr algn="ctr" indent="0" marL="0">
              <a:buNone/>
            </a:pPr>
            <a:r>
              <a:rPr lang="ar-SA" altLang="en-US" sz="6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E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093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093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488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5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483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pPr algn="ctr" indent="0" marL="0">
              <a:buNone/>
            </a:pPr>
            <a:r>
              <a:rPr lang="ar-SA" altLang="en-US" sz="6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5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3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0642B"/>
          </a:solidFill>
          <a:ln w="12700">
            <a:solidFill>
              <a:srgbClr val="40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D"/>
          </a:solidFill>
          <a:ln w="12700">
            <a:solidFill>
              <a:srgbClr val="34793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591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85181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pPr algn="ctr" indent="0" marL="0">
              <a:buNone/>
            </a:pPr>
            <a:r>
              <a:rPr lang="ar-SA" altLang="en-US" sz="8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84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C5E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7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7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20093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6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7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أَتَ</a:t>
            </a:r>
            <a:pPr algn="ctr" indent="0" marL="0">
              <a:buNone/>
            </a:pPr>
            <a:r>
              <a:rPr lang="ar-SA" altLang="en-US" sz="6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2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C5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7"/>
          </a:solidFill>
          <a:ln w="12700">
            <a:solidFill>
              <a:srgbClr val="ED5EB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4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8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7883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</a:t>
            </a:r>
            <a:pPr algn="ctr" indent="0" marL="0">
              <a:buNone/>
            </a:pPr>
            <a:r>
              <a:rPr lang="ar-SA" altLang="en-US" sz="7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1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A"/>
          </a:solidFill>
          <a:ln w="12700">
            <a:solidFill>
              <a:srgbClr val="52E09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B"/>
          </a:solidFill>
          <a:ln w="12700">
            <a:solidFill>
              <a:srgbClr val="DB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C47"/>
          </a:solidFill>
          <a:ln w="12700">
            <a:solidFill>
              <a:srgbClr val="855C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4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D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ثَتَ</a:t>
            </a:r>
            <a:pPr algn="ctr" indent="0" marL="0">
              <a:buNone/>
            </a:pPr>
            <a:r>
              <a:rPr lang="ar-SA" altLang="en-US" sz="6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1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D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764D8"/>
          </a:solidFill>
          <a:ln w="12700">
            <a:solidFill>
              <a:srgbClr val="B7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347D1"/>
          </a:solidFill>
          <a:ln w="12700">
            <a:solidFill>
              <a:srgbClr val="93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4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28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جَتَ</a:t>
            </a:r>
            <a:pPr algn="ctr" indent="0" marL="0">
              <a:buNone/>
            </a:pPr>
            <a:r>
              <a:rPr lang="ar-SA" altLang="en-US" sz="6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1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7E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7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7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2001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3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39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7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928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حَتَ</a:t>
            </a:r>
            <a:pPr algn="ctr" indent="0" marL="0">
              <a:buNone/>
            </a:pPr>
            <a:r>
              <a:rPr lang="ar-SA" altLang="en-US" sz="6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1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443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E64"/>
          </a:solidFill>
          <a:ln w="12700">
            <a:solidFill>
              <a:srgbClr val="2B4E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C79"/>
          </a:solidFill>
          <a:ln w="12700">
            <a:solidFill>
              <a:srgbClr val="343C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2001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3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39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7198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خَتَ</a:t>
            </a:r>
            <a:pPr algn="ctr" indent="0" marL="0">
              <a:buNone/>
            </a:pPr>
            <a:r>
              <a:rPr lang="ar-SA" altLang="en-US" sz="8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8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7C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20093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6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94691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دَتَ</a:t>
            </a:r>
            <a:pPr algn="ctr" indent="0" marL="0">
              <a:buNone/>
            </a:pPr>
            <a:r>
              <a:rPr lang="ar-SA" altLang="en-US" sz="6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9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E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BED5E"/>
          </a:solidFill>
          <a:ln w="12700">
            <a:solidFill>
              <a:srgbClr val="DB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11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3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11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579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3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86166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أَتَ</a:t>
            </a:r>
            <a:pPr algn="ctr" indent="0" marL="0">
              <a:buNone/>
            </a:pPr>
            <a:r>
              <a:rPr lang="ar-SA" altLang="en-US" sz="8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41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652E0"/>
          </a:solidFill>
          <a:ln w="12700">
            <a:solidFill>
              <a:srgbClr val="76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9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170"/>
          </a:solidFill>
          <a:ln w="12700">
            <a:solidFill>
              <a:srgbClr val="DBC1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D"/>
          </a:solidFill>
          <a:ln w="12700">
            <a:solidFill>
              <a:srgbClr val="47854D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11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3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115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579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3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0027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</a:t>
            </a:r>
            <a:pPr algn="ctr" indent="0" marL="0">
              <a:buNone/>
            </a:pPr>
            <a:r>
              <a:rPr lang="ar-SA" altLang="en-US" sz="8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7C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A64"/>
          </a:solidFill>
          <a:ln w="12700">
            <a:solidFill>
              <a:srgbClr val="D89A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047"/>
          </a:solidFill>
          <a:ln w="12700">
            <a:solidFill>
              <a:srgbClr val="D170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0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545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0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002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ثَتَ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5F7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55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1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028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جَتَ</a:t>
            </a:r>
            <a:pPr algn="ctr" indent="0" marL="0">
              <a:buNone/>
            </a:pPr>
            <a:r>
              <a:rPr lang="ar-SA" altLang="en-US" sz="8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3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D"/>
          </a:solidFill>
          <a:ln w="12700">
            <a:solidFill>
              <a:srgbClr val="642B5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E"/>
          </a:solidFill>
          <a:ln w="12700">
            <a:solidFill>
              <a:srgbClr val="79344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55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1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8002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حَتَ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7F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093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093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488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002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خَتَ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5E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DC"/>
          </a:solidFill>
          <a:ln w="12700">
            <a:solidFill>
              <a:srgbClr val="5EEDD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591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8002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دَتَ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4314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52"/>
          </a:solidFill>
          <a:ln w="12700">
            <a:solidFill>
              <a:srgbClr val="E052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0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6"/>
          </a:solidFill>
          <a:ln w="12700">
            <a:solidFill>
              <a:srgbClr val="70DBA6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185"/>
          </a:solidFill>
          <a:ln w="12700">
            <a:solidFill>
              <a:srgbClr val="4751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76210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7300" dirty="0"/>
          </a:p>
        </p:txBody>
      </p:sp>
      <p:sp>
        <p:nvSpPr>
          <p:cNvPr id="19" name="C2 V1 vowel"/>
          <p:cNvSpPr txBox="1"/>
          <p:nvPr/>
        </p:nvSpPr>
        <p:spPr>
          <a:xfrm>
            <a:off x="6720840" y="176210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3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M2 madd"/>
          <p:cNvSpPr txBox="1"/>
          <p:nvPr/>
        </p:nvSpPr>
        <p:spPr>
          <a:xfrm>
            <a:off x="4343400" y="177507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7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300" dirty="0"/>
          </a:p>
        </p:txBody>
      </p:sp>
      <p:sp>
        <p:nvSpPr>
          <p:cNvPr id="22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6 R result"/>
          <p:cNvSpPr txBox="1"/>
          <p:nvPr/>
        </p:nvSpPr>
        <p:spPr>
          <a:xfrm>
            <a:off x="685800" y="178130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pPr algn="ctr" indent="0" marL="0">
              <a:buNone/>
            </a:pPr>
            <a:r>
              <a:rPr lang="ar-SA" altLang="en-US" sz="9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4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D"/>
          </a:solidFill>
          <a:ln w="12700">
            <a:solidFill>
              <a:srgbClr val="64D87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4E"/>
          </a:solidFill>
          <a:ln w="12700">
            <a:solidFill>
              <a:srgbClr val="47D14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545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0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20400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0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20400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0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9654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pPr algn="ctr" indent="0" marL="0">
              <a:buNone/>
            </a:pPr>
            <a:r>
              <a:rPr lang="ar-SA" altLang="en-US" sz="7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C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545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0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01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0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01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0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7675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pPr algn="ctr" indent="0" marL="0">
              <a:buNone/>
            </a:pPr>
            <a:r>
              <a:rPr lang="ar-SA" altLang="en-US" sz="6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8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432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D2B"/>
          </a:solidFill>
          <a:ln w="12700">
            <a:solidFill>
              <a:srgbClr val="645D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F7934"/>
          </a:solidFill>
          <a:ln w="12700">
            <a:solidFill>
              <a:srgbClr val="5F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545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0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0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0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88355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pPr algn="ctr" indent="0" marL="0">
              <a:buNone/>
            </a:pPr>
            <a:r>
              <a:rPr lang="ar-SA" altLang="en-US" sz="7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C5F7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545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0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0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0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9085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pPr algn="ctr" indent="0" marL="0">
              <a:buNone/>
            </a:pPr>
            <a:r>
              <a:rPr lang="ar-SA" altLang="en-US" sz="6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95EED"/>
          </a:solidFill>
          <a:ln w="12700">
            <a:solidFill>
              <a:srgbClr val="B9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545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0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0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0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9085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pPr algn="ctr" indent="0" marL="0">
              <a:buNone/>
            </a:pPr>
            <a:r>
              <a:rPr lang="ar-SA" altLang="en-US" sz="6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3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4E052"/>
          </a:solidFill>
          <a:ln w="12700">
            <a:solidFill>
              <a:srgbClr val="74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6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C70DB"/>
          </a:solidFill>
          <a:ln w="12700">
            <a:solidFill>
              <a:srgbClr val="8C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0"/>
          </a:solidFill>
          <a:ln w="12700">
            <a:solidFill>
              <a:srgbClr val="854760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40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40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488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5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9085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pPr algn="ctr" indent="0" marL="0">
              <a:buNone/>
            </a:pPr>
            <a:r>
              <a:rPr lang="ar-SA" altLang="en-US" sz="6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1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C5D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68D8"/>
          </a:solidFill>
          <a:ln w="12700">
            <a:solidFill>
              <a:srgbClr val="6468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63D1"/>
          </a:solidFill>
          <a:ln w="12700">
            <a:solidFill>
              <a:srgbClr val="4763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545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0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02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0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02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0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9158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pPr algn="ctr" indent="0" marL="0">
              <a:buNone/>
            </a:pPr>
            <a:r>
              <a:rPr lang="ar-SA" altLang="en-US" sz="7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8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7C5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82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82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4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7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5280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أَثَ</a:t>
            </a:r>
            <a:pPr algn="ctr" indent="0" marL="0">
              <a:buNone/>
            </a:pPr>
            <a:r>
              <a:rPr lang="ar-SA" altLang="en-US" sz="6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144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F"/>
          </a:solidFill>
          <a:ln w="12700">
            <a:solidFill>
              <a:srgbClr val="2B644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079"/>
          </a:solidFill>
          <a:ln w="12700">
            <a:solidFill>
              <a:srgbClr val="3470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4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C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2073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بَثَ</a:t>
            </a:r>
            <a:pPr algn="ctr" indent="0" marL="0">
              <a:buNone/>
            </a:pPr>
            <a:r>
              <a:rPr lang="ar-SA" altLang="en-US" sz="6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5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D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4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3555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تَثَ</a:t>
            </a:r>
            <a:pPr algn="ctr" indent="0" marL="0">
              <a:buNone/>
            </a:pPr>
            <a:r>
              <a:rPr lang="ar-SA" altLang="en-US" sz="5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7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7E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955E"/>
          </a:solidFill>
          <a:ln w="12700">
            <a:solidFill>
              <a:srgbClr val="ED95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5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5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4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5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3555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جَثَ</a:t>
            </a:r>
            <a:pPr algn="ctr" indent="0" marL="0">
              <a:buNone/>
            </a:pPr>
            <a:r>
              <a:rPr lang="ar-SA" altLang="en-US" sz="5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144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98E0"/>
          </a:solidFill>
          <a:ln w="12700">
            <a:solidFill>
              <a:srgbClr val="5298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D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170"/>
          </a:solidFill>
          <a:ln w="12700">
            <a:solidFill>
              <a:srgbClr val="DB71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08547"/>
          </a:solidFill>
          <a:ln w="12700">
            <a:solidFill>
              <a:srgbClr val="70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944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944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2001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3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39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8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3555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حَثَ</a:t>
            </a:r>
            <a:pPr algn="ctr" indent="0" marL="0">
              <a:buNone/>
            </a:pPr>
            <a:r>
              <a:rPr lang="ar-SA" altLang="en-US" sz="5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7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7C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5"/>
          </a:solidFill>
          <a:ln w="12700">
            <a:solidFill>
              <a:srgbClr val="D8648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85"/>
          </a:solidFill>
          <a:ln w="12700">
            <a:solidFill>
              <a:srgbClr val="D1478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944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944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2001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3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39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91357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خَثَ</a:t>
            </a:r>
            <a:pPr algn="ctr" indent="0" marL="0">
              <a:buNone/>
            </a:pPr>
            <a:r>
              <a:rPr lang="ar-SA" altLang="en-US" sz="7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D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593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593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4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82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82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95153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دَثَ</a:t>
            </a:r>
            <a:pPr algn="ctr" indent="0" marL="0">
              <a:buNone/>
            </a:pPr>
            <a:r>
              <a:rPr lang="ar-SA" altLang="en-US" sz="6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8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141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12B64"/>
          </a:solidFill>
          <a:ln w="12700">
            <a:solidFill>
              <a:srgbClr val="41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13479"/>
          </a:solidFill>
          <a:ln w="12700">
            <a:solidFill>
              <a:srgbClr val="71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20400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20400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545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0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86166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أَثَ</a:t>
            </a:r>
            <a:pPr algn="ctr" indent="0" marL="0">
              <a:buNone/>
            </a:pPr>
            <a:r>
              <a:rPr lang="ar-SA" altLang="en-US" sz="8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1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7C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1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019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545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0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4788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بَثَ</a:t>
            </a:r>
            <a:pPr algn="ctr" indent="0" marL="0">
              <a:buNone/>
            </a:pPr>
            <a:r>
              <a:rPr lang="ar-SA" altLang="en-US" sz="7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C5F7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71"/>
          </a:solidFill>
          <a:ln w="12700">
            <a:solidFill>
              <a:srgbClr val="5EED7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0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545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0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84619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تَثَ</a:t>
            </a:r>
            <a:pPr algn="ctr" indent="0" marL="0">
              <a:buNone/>
            </a:pPr>
            <a:r>
              <a:rPr lang="ar-SA" altLang="en-US" sz="8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3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3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BC"/>
          </a:solidFill>
          <a:ln w="12700">
            <a:solidFill>
              <a:srgbClr val="E052B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ADB70"/>
          </a:solidFill>
          <a:ln w="12700">
            <a:solidFill>
              <a:srgbClr val="8A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F85"/>
          </a:solidFill>
          <a:ln w="12700">
            <a:solidFill>
              <a:srgbClr val="477F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0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545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0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5023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جَثَ</a:t>
            </a:r>
            <a:pPr algn="ctr" indent="0" marL="0">
              <a:buNone/>
            </a:pPr>
            <a:r>
              <a:rPr lang="ar-SA" altLang="en-US" sz="7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2D864"/>
          </a:solidFill>
          <a:ln w="12700">
            <a:solidFill>
              <a:srgbClr val="A2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8D147"/>
          </a:solidFill>
          <a:ln w="12700">
            <a:solidFill>
              <a:srgbClr val="A8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545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0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4619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حَثَ</a:t>
            </a:r>
            <a:pPr algn="ctr" indent="0" marL="0">
              <a:buNone/>
            </a:pPr>
            <a:r>
              <a:rPr lang="ar-SA" altLang="en-US" sz="8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3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C5E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40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5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40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488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84619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خَثَ</a:t>
            </a:r>
            <a:pPr algn="ctr" indent="0" marL="0">
              <a:buNone/>
            </a:pPr>
            <a:r>
              <a:rPr lang="ar-SA" altLang="en-US" sz="8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3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4314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22B"/>
          </a:solidFill>
          <a:ln w="12700">
            <a:solidFill>
              <a:srgbClr val="6432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034"/>
          </a:solidFill>
          <a:ln w="12700">
            <a:solidFill>
              <a:srgbClr val="7960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002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002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545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0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84619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دَثَ</a:t>
            </a:r>
            <a:pPr algn="ctr" indent="0" marL="0">
              <a:buNone/>
            </a:pPr>
            <a:r>
              <a:rPr lang="ar-SA" altLang="en-US" sz="8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C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5036604" y="896112"/>
            <a:ext cx="167411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9C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036604" y="896112"/>
            <a:ext cx="167411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pPr algn="ctr" indent="0" marL="0">
              <a:buNone/>
            </a:pPr>
            <a:r>
              <a:rPr lang="ar-SA" altLang="en-US" sz="5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</a:t>
            </a:r>
            <a:endParaRPr lang="ar-SA" sz="5800" dirty="0"/>
          </a:p>
        </p:txBody>
      </p:sp>
      <p:sp>
        <p:nvSpPr>
          <p:cNvPr id="12" name="C2 W2 pill"/>
          <p:cNvSpPr/>
          <p:nvPr/>
        </p:nvSpPr>
        <p:spPr>
          <a:xfrm>
            <a:off x="2433283" y="896112"/>
            <a:ext cx="22832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C36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433283" y="896112"/>
            <a:ext cx="22832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كِتَابٌ</a:t>
            </a:r>
            <a:endParaRPr lang="ar-SA" sz="58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789289" y="2834640"/>
            <a:ext cx="356542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789289" y="2834640"/>
            <a:ext cx="356542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pPr algn="ctr" indent="0" marL="0">
              <a:buNone/>
            </a:pPr>
            <a:r>
              <a:rPr lang="ar-SA" altLang="en-US" sz="5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 كِتَابٌ</a:t>
            </a:r>
            <a:endParaRPr lang="ar-SA" sz="58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D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6FED"/>
          </a:solidFill>
          <a:ln w="12700">
            <a:solidFill>
              <a:srgbClr val="5E6F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890308" y="896112"/>
            <a:ext cx="185988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CE36E2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890308" y="896112"/>
            <a:ext cx="185988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pPr algn="ctr" indent="0" marL="0">
              <a:buNone/>
            </a:pPr>
            <a:r>
              <a:rPr lang="ar-SA" altLang="en-US" sz="5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لِكَ</a:t>
            </a:r>
            <a:endParaRPr lang="ar-SA" sz="5400" dirty="0"/>
          </a:p>
        </p:txBody>
      </p:sp>
      <p:sp>
        <p:nvSpPr>
          <p:cNvPr id="20" name="C2 W2 pill"/>
          <p:cNvSpPr/>
          <p:nvPr/>
        </p:nvSpPr>
        <p:spPr>
          <a:xfrm>
            <a:off x="2393804" y="896112"/>
            <a:ext cx="217646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CE36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393804" y="896112"/>
            <a:ext cx="217646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خَيۡرٌ</a:t>
            </a:r>
            <a:endParaRPr lang="ar-SA" sz="54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3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751049" y="2834640"/>
            <a:ext cx="364190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751049" y="2834640"/>
            <a:ext cx="364190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pPr algn="ctr" indent="0" marL="0">
              <a:buNone/>
            </a:pPr>
            <a:r>
              <a:rPr lang="ar-SA" altLang="en-US" sz="54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ٰ</a:t>
            </a:r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لِكَ خَيۡرٌ</a:t>
            </a:r>
            <a:endParaRPr lang="ar-SA" sz="5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432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FE052"/>
          </a:solidFill>
          <a:ln w="12700">
            <a:solidFill>
              <a:srgbClr val="DF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E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5DB"/>
          </a:solidFill>
          <a:ln w="12700">
            <a:solidFill>
              <a:srgbClr val="70A5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B4785"/>
          </a:solidFill>
          <a:ln w="12700">
            <a:solidFill>
              <a:srgbClr val="7B4785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934754" y="896112"/>
            <a:ext cx="1360413" cy="1371600"/>
          </a:xfrm>
          <a:prstGeom prst="roundRect">
            <a:avLst>
              <a:gd name="adj" fmla="val 26886"/>
            </a:avLst>
          </a:prstGeom>
          <a:solidFill>
            <a:srgbClr val="FFFFFF"/>
          </a:solidFill>
          <a:ln w="76200">
            <a:solidFill>
              <a:srgbClr val="C4E236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934754" y="896112"/>
            <a:ext cx="136041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</a:t>
            </a:r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4400" dirty="0"/>
          </a:p>
        </p:txBody>
      </p:sp>
      <p:sp>
        <p:nvSpPr>
          <p:cNvPr id="17" name="C2 W2 pill"/>
          <p:cNvSpPr/>
          <p:nvPr/>
        </p:nvSpPr>
        <p:spPr>
          <a:xfrm>
            <a:off x="2848833" y="896112"/>
            <a:ext cx="17658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C4E2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848833" y="896112"/>
            <a:ext cx="17658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وَاحِدٌ</a:t>
            </a:r>
            <a:endParaRPr lang="ar-SA" sz="44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4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3191006" y="2834640"/>
            <a:ext cx="276198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3191006" y="2834640"/>
            <a:ext cx="276198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</a:t>
            </a:r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 وَاحِدٌ</a:t>
            </a:r>
            <a:endParaRPr lang="ar-SA" sz="44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C5F7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FD8"/>
          </a:solidFill>
          <a:ln w="12700">
            <a:solidFill>
              <a:srgbClr val="64BF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CAD1"/>
          </a:solidFill>
          <a:ln w="12700">
            <a:solidFill>
              <a:srgbClr val="47CA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489122" y="896112"/>
            <a:ext cx="274293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92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489122" y="896112"/>
            <a:ext cx="274293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الرَّحۡم</a:t>
            </a:r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ٰ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</a:t>
            </a:r>
            <a:endParaRPr lang="ar-SA" sz="4400" dirty="0"/>
          </a:p>
        </p:txBody>
      </p:sp>
      <p:sp>
        <p:nvSpPr>
          <p:cNvPr id="12" name="C2 W2 pill"/>
          <p:cNvSpPr/>
          <p:nvPr/>
        </p:nvSpPr>
        <p:spPr>
          <a:xfrm>
            <a:off x="1911948" y="896112"/>
            <a:ext cx="225713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9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1911948" y="896112"/>
            <a:ext cx="225713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الرَّحِيمِ</a:t>
            </a:r>
            <a:endParaRPr lang="ar-SA" sz="4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6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207569" y="2834640"/>
            <a:ext cx="472886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207569" y="2834640"/>
            <a:ext cx="472886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الرَّحۡم</a:t>
            </a:r>
            <a:pPr algn="ctr" indent="0" marL="0">
              <a:buNone/>
            </a:pPr>
            <a:r>
              <a:rPr lang="ar-SA" altLang="en-US" sz="45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ٰ</a:t>
            </a:r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 الرَّحِيمِ</a:t>
            </a:r>
            <a:endParaRPr lang="ar-SA" sz="45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70</Slides>
  <Notes>70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70</vt:i4>
      </vt:variant>
    </vt:vector>
  </HeadingPairs>
  <TitlesOfParts>
    <vt:vector size="7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Dagger alif 02-ba-ta-tha</dc:title>
  <dc:subject>PptxGenJS Presentation</dc:subject>
  <dc:creator>PptxGenJS</dc:creator>
  <cp:lastModifiedBy>PptxGenJS</cp:lastModifiedBy>
  <cp:revision>1</cp:revision>
  <dcterms:created xsi:type="dcterms:W3CDTF">2026-10-21T19:56:15Z</dcterms:created>
  <dcterms:modified xsi:type="dcterms:W3CDTF">2026-10-21T19:56:15Z</dcterms:modified>
</cp:coreProperties>
</file>