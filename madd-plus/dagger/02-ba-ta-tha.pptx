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04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6242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5"/>
          </a:solidFill>
          <a:ln w="12700">
            <a:solidFill>
              <a:srgbClr val="E0527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B"/>
          </a:solidFill>
          <a:ln w="12700">
            <a:solidFill>
              <a:srgbClr val="70DB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D147"/>
          </a:solidFill>
          <a:ln w="12700">
            <a:solidFill>
              <a:srgbClr val="6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9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45EED"/>
          </a:solidFill>
          <a:ln w="12700">
            <a:solidFill>
              <a:srgbClr val="9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E052"/>
          </a:solidFill>
          <a:ln w="12700">
            <a:solidFill>
              <a:srgbClr val="9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0DB"/>
          </a:solidFill>
          <a:ln w="12700">
            <a:solidFill>
              <a:srgbClr val="7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6D1"/>
          </a:solidFill>
          <a:ln w="12700">
            <a:solidFill>
              <a:srgbClr val="478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2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33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9"/>
          </a:solidFill>
          <a:ln w="12700">
            <a:solidFill>
              <a:srgbClr val="D147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7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4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ED5E"/>
          </a:solidFill>
          <a:ln w="12700">
            <a:solidFill>
              <a:srgbClr val="7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D864"/>
          </a:solidFill>
          <a:ln w="12700">
            <a:solidFill>
              <a:srgbClr val="C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D147"/>
          </a:solidFill>
          <a:ln w="12700">
            <a:solidFill>
              <a:srgbClr val="C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07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718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3ED"/>
          </a:solidFill>
          <a:ln w="12700">
            <a:solidFill>
              <a:srgbClr val="5E9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D52"/>
          </a:solidFill>
          <a:ln w="12700">
            <a:solidFill>
              <a:srgbClr val="E0B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0DB"/>
          </a:solidFill>
          <a:ln w="12700">
            <a:solidFill>
              <a:srgbClr val="70C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4"/>
          </a:solidFill>
          <a:ln w="12700">
            <a:solidFill>
              <a:srgbClr val="64D8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5"/>
          </a:solidFill>
          <a:ln w="12700">
            <a:solidFill>
              <a:srgbClr val="47D1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7"/>
          </a:solidFill>
          <a:ln w="12700">
            <a:solidFill>
              <a:srgbClr val="ED5E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2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A"/>
          </a:solidFill>
          <a:ln w="12700">
            <a:solidFill>
              <a:srgbClr val="52E09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64D8"/>
          </a:solidFill>
          <a:ln w="12700">
            <a:solidFill>
              <a:srgbClr val="B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47D1"/>
          </a:solidFill>
          <a:ln w="12700">
            <a:solidFill>
              <a:srgbClr val="9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91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52E0"/>
          </a:solidFill>
          <a:ln w="12700">
            <a:solidFill>
              <a:srgbClr val="7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A64"/>
          </a:solidFill>
          <a:ln w="12700">
            <a:solidFill>
              <a:srgbClr val="D89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C"/>
          </a:solidFill>
          <a:ln w="12700">
            <a:solidFill>
              <a:srgbClr val="5EED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097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7398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D"/>
          </a:solidFill>
          <a:ln w="12700">
            <a:solidFill>
              <a:srgbClr val="64D8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E"/>
          </a:solidFill>
          <a:ln w="12700">
            <a:solidFill>
              <a:srgbClr val="47D1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4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5EED"/>
          </a:solidFill>
          <a:ln w="12700">
            <a:solidFill>
              <a:srgbClr val="B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E052"/>
          </a:solidFill>
          <a:ln w="12700">
            <a:solidFill>
              <a:srgbClr val="7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70DB"/>
          </a:solidFill>
          <a:ln w="12700">
            <a:solidFill>
              <a:srgbClr val="8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8D8"/>
          </a:solidFill>
          <a:ln w="12700">
            <a:solidFill>
              <a:srgbClr val="646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3D1"/>
          </a:solidFill>
          <a:ln w="12700">
            <a:solidFill>
              <a:srgbClr val="476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4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43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55E"/>
          </a:solidFill>
          <a:ln w="12700">
            <a:solidFill>
              <a:srgbClr val="ED9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397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8E0"/>
          </a:solidFill>
          <a:ln w="12700">
            <a:solidFill>
              <a:srgbClr val="529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170"/>
          </a:solidFill>
          <a:ln w="12700">
            <a:solidFill>
              <a:srgbClr val="DB7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5"/>
          </a:solidFill>
          <a:ln w="12700">
            <a:solidFill>
              <a:srgbClr val="D864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5"/>
          </a:solidFill>
          <a:ln w="12700">
            <a:solidFill>
              <a:srgbClr val="D147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0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12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DB70"/>
          </a:solidFill>
          <a:ln w="12700">
            <a:solidFill>
              <a:srgbClr val="8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40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D864"/>
          </a:solidFill>
          <a:ln w="12700">
            <a:solidFill>
              <a:srgbClr val="A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D147"/>
          </a:solidFill>
          <a:ln w="12700">
            <a:solidFill>
              <a:srgbClr val="A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5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5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FED"/>
          </a:solidFill>
          <a:ln w="12700">
            <a:solidFill>
              <a:srgbClr val="5E6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E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E052"/>
          </a:solidFill>
          <a:ln w="12700">
            <a:solidFill>
              <a:srgbClr val="D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C4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FD8"/>
          </a:solidFill>
          <a:ln w="12700">
            <a:solidFill>
              <a:srgbClr val="64B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AD1"/>
          </a:solidFill>
          <a:ln w="12700">
            <a:solidFill>
              <a:srgbClr val="47C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02-ba-ta-tha</dc:title>
  <dc:subject>PptxGenJS Presentation</dc:subject>
  <dc:creator>PptxGenJS</dc:creator>
  <cp:lastModifiedBy>PptxGenJS</cp:lastModifiedBy>
  <cp:revision>1</cp:revision>
  <dcterms:created xsi:type="dcterms:W3CDTF">2026-10-21T18:02:23Z</dcterms:created>
  <dcterms:modified xsi:type="dcterms:W3CDTF">2026-10-21T18:02:23Z</dcterms:modified>
</cp:coreProperties>
</file>