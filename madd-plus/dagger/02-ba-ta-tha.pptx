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4654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6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54654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71030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46242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pPr algn="ctr" indent="0" marL="0">
              <a:buNone/>
            </a:pPr>
            <a:r>
              <a:rPr lang="ar-SA" altLang="en-US" sz="71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09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8"/>
          </a:solidFill>
          <a:ln w="12700">
            <a:solidFill>
              <a:srgbClr val="5EEDB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631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pPr algn="ctr" indent="0" marL="0">
              <a:buNone/>
            </a:pPr>
            <a:r>
              <a:rPr lang="ar-SA" altLang="en-US" sz="47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5"/>
          </a:solidFill>
          <a:ln w="12700">
            <a:solidFill>
              <a:srgbClr val="E0527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6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B"/>
          </a:solidFill>
          <a:ln w="12700">
            <a:solidFill>
              <a:srgbClr val="70DB8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185"/>
          </a:solidFill>
          <a:ln w="12700">
            <a:solidFill>
              <a:srgbClr val="4761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3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3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767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pPr algn="ctr" indent="0" marL="0">
              <a:buNone/>
            </a:pPr>
            <a:r>
              <a:rPr lang="ar-SA" altLang="en-US" sz="59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9D864"/>
          </a:solidFill>
          <a:ln w="12700">
            <a:solidFill>
              <a:srgbClr val="6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4D147"/>
          </a:solidFill>
          <a:ln w="12700">
            <a:solidFill>
              <a:srgbClr val="6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1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1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97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pPr algn="ctr" indent="0" marL="0">
              <a:buNone/>
            </a:pPr>
            <a:r>
              <a:rPr lang="ar-SA" altLang="en-US" sz="57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pPr algn="ctr" indent="0" marL="0">
              <a:buNone/>
            </a:pPr>
            <a:r>
              <a:rPr lang="ar-SA" altLang="en-US" sz="53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3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F2B"/>
          </a:solidFill>
          <a:ln w="12700">
            <a:solidFill>
              <a:srgbClr val="644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17934"/>
          </a:solidFill>
          <a:ln w="12700">
            <a:solidFill>
              <a:srgbClr val="71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pPr algn="ctr" indent="0" marL="0">
              <a:buNone/>
            </a:pPr>
            <a:r>
              <a:rPr lang="ar-SA" altLang="en-US" sz="53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pPr algn="ctr" indent="0" marL="0">
              <a:buNone/>
            </a:pPr>
            <a:r>
              <a:rPr lang="ar-SA" altLang="en-US" sz="49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45EED"/>
          </a:solidFill>
          <a:ln w="12700">
            <a:solidFill>
              <a:srgbClr val="9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3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3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699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pPr algn="ctr" indent="0" marL="0">
              <a:buNone/>
            </a:pPr>
            <a:r>
              <a:rPr lang="ar-SA" altLang="en-US" sz="59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9E052"/>
          </a:solidFill>
          <a:ln w="12700">
            <a:solidFill>
              <a:srgbClr val="9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0DB"/>
          </a:solidFill>
          <a:ln w="12700">
            <a:solidFill>
              <a:srgbClr val="7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0"/>
          </a:solidFill>
          <a:ln w="12700">
            <a:solidFill>
              <a:srgbClr val="85477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0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399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أَبَ</a:t>
            </a:r>
            <a:pPr algn="ctr" indent="0" marL="0">
              <a:buNone/>
            </a:pPr>
            <a:r>
              <a:rPr lang="ar-SA" altLang="en-US" sz="41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6D8"/>
          </a:solidFill>
          <a:ln w="12700">
            <a:solidFill>
              <a:srgbClr val="648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6D1"/>
          </a:solidFill>
          <a:ln w="12700">
            <a:solidFill>
              <a:srgbClr val="478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3212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تَبَ</a:t>
            </a:r>
            <a:pPr algn="ctr" indent="0" marL="0">
              <a:buNone/>
            </a:pPr>
            <a:r>
              <a:rPr lang="ar-SA" altLang="en-US" sz="49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ثَبَ</a:t>
            </a:r>
            <a:pPr algn="ctr" indent="0" marL="0">
              <a:buNone/>
            </a:pPr>
            <a:r>
              <a:rPr lang="ar-SA" altLang="en-US" sz="40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0"/>
          </a:solidFill>
          <a:ln w="12700">
            <a:solidFill>
              <a:srgbClr val="2B644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1"/>
          </a:solidFill>
          <a:ln w="12700">
            <a:solidFill>
              <a:srgbClr val="34797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5840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جَبَ</a:t>
            </a:r>
            <a:pPr algn="ctr" indent="0" marL="0">
              <a:buNone/>
            </a:pPr>
            <a:r>
              <a:rPr lang="ar-SA" altLang="en-US" sz="46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6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حَبَ</a:t>
            </a:r>
            <a:pPr algn="ctr" indent="0" marL="0">
              <a:buNone/>
            </a:pPr>
            <a:r>
              <a:rPr lang="ar-SA" altLang="en-US" sz="42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05E"/>
          </a:solidFill>
          <a:ln w="12700">
            <a:solidFill>
              <a:srgbClr val="ED7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6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0332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خَبَ</a:t>
            </a:r>
            <a:pPr algn="ctr" indent="0" marL="0">
              <a:buNone/>
            </a:pPr>
            <a:r>
              <a:rPr lang="ar-SA" altLang="en-US" sz="52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4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CE0"/>
          </a:solidFill>
          <a:ln w="12700">
            <a:solidFill>
              <a:srgbClr val="52B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B"/>
          </a:solidFill>
          <a:ln w="12700">
            <a:solidFill>
              <a:srgbClr val="DB708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F8547"/>
          </a:solidFill>
          <a:ln w="12700">
            <a:solidFill>
              <a:srgbClr val="7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0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399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دَبَ</a:t>
            </a:r>
            <a:pPr algn="ctr" indent="0" marL="0">
              <a:buNone/>
            </a:pPr>
            <a:r>
              <a:rPr lang="ar-SA" altLang="en-US" sz="41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3"/>
          </a:solidFill>
          <a:ln w="12700">
            <a:solidFill>
              <a:srgbClr val="D864A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9"/>
          </a:solidFill>
          <a:ln w="12700">
            <a:solidFill>
              <a:srgbClr val="D147A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31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أَبَ</a:t>
            </a:r>
            <a:pPr algn="ctr" indent="0" marL="0">
              <a:buNone/>
            </a:pPr>
            <a:r>
              <a:rPr lang="ar-SA" altLang="en-US" sz="47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375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تَبَ</a:t>
            </a:r>
            <a:pPr algn="ctr" indent="0" marL="0">
              <a:buNone/>
            </a:pPr>
            <a:r>
              <a:rPr lang="ar-SA" altLang="en-US" sz="57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22B64"/>
          </a:solidFill>
          <a:ln w="12700">
            <a:solidFill>
              <a:srgbClr val="3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03479"/>
          </a:solidFill>
          <a:ln w="12700">
            <a:solidFill>
              <a:srgbClr val="60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1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0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01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947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ثَبَ</a:t>
            </a:r>
            <a:pPr algn="ctr" indent="0" marL="0">
              <a:buNone/>
            </a:pPr>
            <a:r>
              <a:rPr lang="ar-SA" altLang="en-US" sz="53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99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جَبَ</a:t>
            </a:r>
            <a:pPr algn="ctr" indent="0" marL="0">
              <a:buNone/>
            </a:pPr>
            <a:r>
              <a:rPr lang="ar-SA" altLang="en-US" sz="59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0ED5E"/>
          </a:solidFill>
          <a:ln w="12700">
            <a:solidFill>
              <a:srgbClr val="7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699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حَبَ</a:t>
            </a:r>
            <a:pPr algn="ctr" indent="0" marL="0">
              <a:buNone/>
            </a:pPr>
            <a:r>
              <a:rPr lang="ar-SA" altLang="en-US" sz="59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E0"/>
          </a:solidFill>
          <a:ln w="12700">
            <a:solidFill>
              <a:srgbClr val="E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5DB70"/>
          </a:solidFill>
          <a:ln w="12700">
            <a:solidFill>
              <a:srgbClr val="A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B"/>
          </a:solidFill>
          <a:ln w="12700">
            <a:solidFill>
              <a:srgbClr val="47857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0763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خَبَ</a:t>
            </a:r>
            <a:pPr algn="ctr" indent="0" marL="0">
              <a:buNone/>
            </a:pPr>
            <a:r>
              <a:rPr lang="ar-SA" altLang="en-US" sz="59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0D864"/>
          </a:solidFill>
          <a:ln w="12700">
            <a:solidFill>
              <a:srgbClr val="C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BD147"/>
          </a:solidFill>
          <a:ln w="12700">
            <a:solidFill>
              <a:srgbClr val="C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4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99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دَبَ</a:t>
            </a:r>
            <a:pPr algn="ctr" indent="0" marL="0">
              <a:buNone/>
            </a:pPr>
            <a:r>
              <a:rPr lang="ar-SA" altLang="en-US" sz="59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121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700" dirty="0"/>
          </a:p>
        </p:txBody>
      </p:sp>
      <p:sp>
        <p:nvSpPr>
          <p:cNvPr id="15" name="C2 V1 vowel"/>
          <p:cNvSpPr txBox="1"/>
          <p:nvPr/>
        </p:nvSpPr>
        <p:spPr>
          <a:xfrm>
            <a:off x="6720840" y="17121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4343400" y="171069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000" dirty="0"/>
          </a:p>
        </p:txBody>
      </p:sp>
      <p:sp>
        <p:nvSpPr>
          <p:cNvPr id="18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R result"/>
          <p:cNvSpPr txBox="1"/>
          <p:nvPr/>
        </p:nvSpPr>
        <p:spPr>
          <a:xfrm>
            <a:off x="685800" y="167182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pPr algn="ctr" indent="0" marL="0">
              <a:buNone/>
            </a:pPr>
            <a:r>
              <a:rPr lang="ar-SA" altLang="en-US" sz="72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1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31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2"/>
          </a:solidFill>
          <a:ln w="12700">
            <a:solidFill>
              <a:srgbClr val="642B3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E34"/>
          </a:solidFill>
          <a:ln w="12700">
            <a:solidFill>
              <a:srgbClr val="794E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pPr algn="ctr" indent="0" marL="0">
              <a:buNone/>
            </a:pPr>
            <a:r>
              <a:rPr lang="ar-SA" altLang="en-US" sz="53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265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pPr algn="ctr" indent="0" marL="0">
              <a:buNone/>
            </a:pPr>
            <a:r>
              <a:rPr lang="ar-SA" altLang="en-US" sz="57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3ED"/>
          </a:solidFill>
          <a:ln w="12700">
            <a:solidFill>
              <a:srgbClr val="5E9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327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pPr algn="ctr" indent="0" marL="0">
              <a:buNone/>
            </a:pPr>
            <a:r>
              <a:rPr lang="ar-SA" altLang="en-US" sz="59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32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D52"/>
          </a:solidFill>
          <a:ln w="12700">
            <a:solidFill>
              <a:srgbClr val="E0B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8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0DB"/>
          </a:solidFill>
          <a:ln w="12700">
            <a:solidFill>
              <a:srgbClr val="70C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B4785"/>
          </a:solidFill>
          <a:ln w="12700">
            <a:solidFill>
              <a:srgbClr val="6B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401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pPr algn="ctr" indent="0" marL="0">
              <a:buNone/>
            </a:pPr>
            <a:r>
              <a:rPr lang="ar-SA" altLang="en-US" sz="49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4"/>
          </a:solidFill>
          <a:ln w="12700">
            <a:solidFill>
              <a:srgbClr val="64D8D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5"/>
          </a:solidFill>
          <a:ln w="12700">
            <a:solidFill>
              <a:srgbClr val="47D1B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01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pPr algn="ctr" indent="0" marL="0">
              <a:buNone/>
            </a:pPr>
            <a:r>
              <a:rPr lang="ar-SA" altLang="en-US" sz="49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pPr algn="ctr" indent="0" marL="0">
              <a:buNone/>
            </a:pPr>
            <a:r>
              <a:rPr lang="ar-SA" altLang="en-US" sz="49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3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0642B"/>
          </a:solidFill>
          <a:ln w="12700">
            <a:solidFill>
              <a:srgbClr val="4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D"/>
          </a:solidFill>
          <a:ln w="12700">
            <a:solidFill>
              <a:srgbClr val="34793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362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pPr algn="ctr" indent="0" marL="0">
              <a:buNone/>
            </a:pPr>
            <a:r>
              <a:rPr lang="ar-SA" altLang="en-US" sz="59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أَتَ</a:t>
            </a:r>
            <a:pPr algn="ctr" indent="0" marL="0">
              <a:buNone/>
            </a:pPr>
            <a:r>
              <a:rPr lang="ar-SA" altLang="en-US" sz="40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7"/>
          </a:solidFill>
          <a:ln w="12700">
            <a:solidFill>
              <a:srgbClr val="ED5EB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3212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بَتَ</a:t>
            </a:r>
            <a:pPr algn="ctr" indent="0" marL="0">
              <a:buNone/>
            </a:pPr>
            <a:r>
              <a:rPr lang="ar-SA" altLang="en-US" sz="49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A"/>
          </a:solidFill>
          <a:ln w="12700">
            <a:solidFill>
              <a:srgbClr val="52E09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B"/>
          </a:solidFill>
          <a:ln w="12700">
            <a:solidFill>
              <a:srgbClr val="D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C47"/>
          </a:solidFill>
          <a:ln w="12700">
            <a:solidFill>
              <a:srgbClr val="855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ثَتَ</a:t>
            </a:r>
            <a:pPr algn="ctr" indent="0" marL="0">
              <a:buNone/>
            </a:pPr>
            <a:r>
              <a:rPr lang="ar-SA" altLang="en-US" sz="40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764D8"/>
          </a:solidFill>
          <a:ln w="12700">
            <a:solidFill>
              <a:srgbClr val="B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347D1"/>
          </a:solidFill>
          <a:ln w="12700">
            <a:solidFill>
              <a:srgbClr val="9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5840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جَتَ</a:t>
            </a:r>
            <a:pPr algn="ctr" indent="0" marL="0">
              <a:buNone/>
            </a:pPr>
            <a:r>
              <a:rPr lang="ar-SA" altLang="en-US" sz="46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6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حَتَ</a:t>
            </a:r>
            <a:pPr algn="ctr" indent="0" marL="0">
              <a:buNone/>
            </a:pPr>
            <a:r>
              <a:rPr lang="ar-SA" altLang="en-US" sz="42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4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E64"/>
          </a:solidFill>
          <a:ln w="12700">
            <a:solidFill>
              <a:srgbClr val="2B4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C79"/>
          </a:solidFill>
          <a:ln w="12700">
            <a:solidFill>
              <a:srgbClr val="343C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6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912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خَتَ</a:t>
            </a:r>
            <a:pPr algn="ctr" indent="0" marL="0">
              <a:buNone/>
            </a:pPr>
            <a:r>
              <a:rPr lang="ar-SA" altLang="en-US" sz="52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9309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دَتَ</a:t>
            </a:r>
            <a:pPr algn="ctr" indent="0" marL="0">
              <a:buNone/>
            </a:pPr>
            <a:r>
              <a:rPr lang="ar-SA" altLang="en-US" sz="46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BED5E"/>
          </a:solidFill>
          <a:ln w="12700">
            <a:solidFill>
              <a:srgbClr val="D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3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أَتَ</a:t>
            </a:r>
            <a:pPr algn="ctr" indent="0" marL="0">
              <a:buNone/>
            </a:pPr>
            <a:r>
              <a:rPr lang="ar-SA" altLang="en-US" sz="53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652E0"/>
          </a:solidFill>
          <a:ln w="12700">
            <a:solidFill>
              <a:srgbClr val="7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170"/>
          </a:solidFill>
          <a:ln w="12700">
            <a:solidFill>
              <a:srgbClr val="DBC1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D"/>
          </a:solidFill>
          <a:ln w="12700">
            <a:solidFill>
              <a:srgbClr val="47854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11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699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بَتَ</a:t>
            </a:r>
            <a:pPr algn="ctr" indent="0" marL="0">
              <a:buNone/>
            </a:pPr>
            <a:r>
              <a:rPr lang="ar-SA" altLang="en-US" sz="59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A64"/>
          </a:solidFill>
          <a:ln w="12700">
            <a:solidFill>
              <a:srgbClr val="D89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047"/>
          </a:solidFill>
          <a:ln w="12700">
            <a:solidFill>
              <a:srgbClr val="D17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047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ثَتَ</a:t>
            </a:r>
            <a:pPr algn="ctr" indent="0" marL="0">
              <a:buNone/>
            </a:pPr>
            <a:r>
              <a:rPr lang="ar-SA" altLang="en-US" sz="59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727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جَتَ</a:t>
            </a:r>
            <a:pPr algn="ctr" indent="0" marL="0">
              <a:buNone/>
            </a:pPr>
            <a:r>
              <a:rPr lang="ar-SA" altLang="en-US" sz="59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3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D"/>
          </a:solidFill>
          <a:ln w="12700">
            <a:solidFill>
              <a:srgbClr val="642B5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E"/>
          </a:solidFill>
          <a:ln w="12700">
            <a:solidFill>
              <a:srgbClr val="79344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744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حَتَ</a:t>
            </a:r>
            <a:pPr algn="ctr" indent="0" marL="0">
              <a:buNone/>
            </a:pPr>
            <a:r>
              <a:rPr lang="ar-SA" altLang="en-US" sz="59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221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خَتَ</a:t>
            </a:r>
            <a:pPr algn="ctr" indent="0" marL="0">
              <a:buNone/>
            </a:pPr>
            <a:r>
              <a:rPr lang="ar-SA" altLang="en-US" sz="59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C"/>
          </a:solidFill>
          <a:ln w="12700">
            <a:solidFill>
              <a:srgbClr val="5EEDD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362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دَتَ</a:t>
            </a:r>
            <a:pPr algn="ctr" indent="0" marL="0">
              <a:buNone/>
            </a:pPr>
            <a:r>
              <a:rPr lang="ar-SA" altLang="en-US" sz="59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43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6"/>
          </a:solidFill>
          <a:ln w="12700">
            <a:solidFill>
              <a:srgbClr val="70DBA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185"/>
          </a:solidFill>
          <a:ln w="12700">
            <a:solidFill>
              <a:srgbClr val="4751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7621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300" dirty="0"/>
          </a:p>
        </p:txBody>
      </p:sp>
      <p:sp>
        <p:nvSpPr>
          <p:cNvPr id="19" name="C2 V1 vowel"/>
          <p:cNvSpPr txBox="1"/>
          <p:nvPr/>
        </p:nvSpPr>
        <p:spPr>
          <a:xfrm>
            <a:off x="6720840" y="17621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3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M2 madd"/>
          <p:cNvSpPr txBox="1"/>
          <p:nvPr/>
        </p:nvSpPr>
        <p:spPr>
          <a:xfrm>
            <a:off x="4343400" y="170954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2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6 R result"/>
          <p:cNvSpPr txBox="1"/>
          <p:nvPr/>
        </p:nvSpPr>
        <p:spPr>
          <a:xfrm>
            <a:off x="685800" y="173983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pPr algn="ctr" indent="0" marL="0">
              <a:buNone/>
            </a:pPr>
            <a:r>
              <a:rPr lang="ar-SA" altLang="en-US" sz="68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0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D"/>
          </a:solidFill>
          <a:ln w="12700">
            <a:solidFill>
              <a:srgbClr val="64D87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4E"/>
          </a:solidFill>
          <a:ln w="12700">
            <a:solidFill>
              <a:srgbClr val="47D14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4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4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pPr algn="ctr" indent="0" marL="0">
              <a:buNone/>
            </a:pPr>
            <a:r>
              <a:rPr lang="ar-SA" altLang="en-US" sz="53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01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0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01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0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840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pPr algn="ctr" indent="0" marL="0">
              <a:buNone/>
            </a:pPr>
            <a:r>
              <a:rPr lang="ar-SA" altLang="en-US" sz="52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432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D2B"/>
          </a:solidFill>
          <a:ln w="12700">
            <a:solidFill>
              <a:srgbClr val="645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F7934"/>
          </a:solidFill>
          <a:ln w="12700">
            <a:solidFill>
              <a:srgbClr val="5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0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0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933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pPr algn="ctr" indent="0" marL="0">
              <a:buNone/>
            </a:pPr>
            <a:r>
              <a:rPr lang="ar-SA" altLang="en-US" sz="59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pPr algn="ctr" indent="0" marL="0">
              <a:buNone/>
            </a:pPr>
            <a:r>
              <a:rPr lang="ar-SA" altLang="en-US" sz="46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95EED"/>
          </a:solidFill>
          <a:ln w="12700">
            <a:solidFill>
              <a:srgbClr val="B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0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0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pPr algn="ctr" indent="0" marL="0">
              <a:buNone/>
            </a:pPr>
            <a:r>
              <a:rPr lang="ar-SA" altLang="en-US" sz="46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3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4E052"/>
          </a:solidFill>
          <a:ln w="12700">
            <a:solidFill>
              <a:srgbClr val="7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C70DB"/>
          </a:solidFill>
          <a:ln w="12700">
            <a:solidFill>
              <a:srgbClr val="8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0"/>
          </a:solidFill>
          <a:ln w="12700">
            <a:solidFill>
              <a:srgbClr val="85476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pPr algn="ctr" indent="0" marL="0">
              <a:buNone/>
            </a:pPr>
            <a:r>
              <a:rPr lang="ar-SA" altLang="en-US" sz="46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8D8"/>
          </a:solidFill>
          <a:ln w="12700">
            <a:solidFill>
              <a:srgbClr val="646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3D1"/>
          </a:solidFill>
          <a:ln w="12700">
            <a:solidFill>
              <a:srgbClr val="476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2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2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99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pPr algn="ctr" indent="0" marL="0">
              <a:buNone/>
            </a:pPr>
            <a:r>
              <a:rPr lang="ar-SA" altLang="en-US" sz="59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أَثَ</a:t>
            </a:r>
            <a:pPr algn="ctr" indent="0" marL="0">
              <a:buNone/>
            </a:pPr>
            <a:r>
              <a:rPr lang="ar-SA" altLang="en-US" sz="40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44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F"/>
          </a:solidFill>
          <a:ln w="12700">
            <a:solidFill>
              <a:srgbClr val="2B644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079"/>
          </a:solidFill>
          <a:ln w="12700">
            <a:solidFill>
              <a:srgbClr val="3470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24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بَثَ</a:t>
            </a:r>
            <a:pPr algn="ctr" indent="0" marL="0">
              <a:buNone/>
            </a:pPr>
            <a:r>
              <a:rPr lang="ar-SA" altLang="en-US" sz="49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443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تَثَ</a:t>
            </a:r>
            <a:pPr algn="ctr" indent="0" marL="0">
              <a:buNone/>
            </a:pPr>
            <a:r>
              <a:rPr lang="ar-SA" altLang="en-US" sz="43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55E"/>
          </a:solidFill>
          <a:ln w="12700">
            <a:solidFill>
              <a:srgbClr val="ED9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3971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جَثَ</a:t>
            </a:r>
            <a:pPr algn="ctr" indent="0" marL="0">
              <a:buNone/>
            </a:pPr>
            <a:r>
              <a:rPr lang="ar-SA" altLang="en-US" sz="43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8E0"/>
          </a:solidFill>
          <a:ln w="12700">
            <a:solidFill>
              <a:srgbClr val="529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170"/>
          </a:solidFill>
          <a:ln w="12700">
            <a:solidFill>
              <a:srgbClr val="DB71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08547"/>
          </a:solidFill>
          <a:ln w="12700">
            <a:solidFill>
              <a:srgbClr val="7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6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حَثَ</a:t>
            </a:r>
            <a:pPr algn="ctr" indent="0" marL="0">
              <a:buNone/>
            </a:pPr>
            <a:r>
              <a:rPr lang="ar-SA" altLang="en-US" sz="42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5"/>
          </a:solidFill>
          <a:ln w="12700">
            <a:solidFill>
              <a:srgbClr val="D8648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5"/>
          </a:solidFill>
          <a:ln w="12700">
            <a:solidFill>
              <a:srgbClr val="D1478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63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1203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خَثَ</a:t>
            </a:r>
            <a:pPr algn="ctr" indent="0" marL="0">
              <a:buNone/>
            </a:pPr>
            <a:r>
              <a:rPr lang="ar-SA" altLang="en-US" sz="52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9309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دَثَ</a:t>
            </a:r>
            <a:pPr algn="ctr" indent="0" marL="0">
              <a:buNone/>
            </a:pPr>
            <a:r>
              <a:rPr lang="ar-SA" altLang="en-US" sz="46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41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12B64"/>
          </a:solidFill>
          <a:ln w="12700">
            <a:solidFill>
              <a:srgbClr val="4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13479"/>
          </a:solidFill>
          <a:ln w="12700">
            <a:solidFill>
              <a:srgbClr val="7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4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204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أَثَ</a:t>
            </a:r>
            <a:pPr algn="ctr" indent="0" marL="0">
              <a:buNone/>
            </a:pPr>
            <a:r>
              <a:rPr lang="ar-SA" altLang="en-US" sz="53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1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1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12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بَثَ</a:t>
            </a:r>
            <a:pPr algn="ctr" indent="0" marL="0">
              <a:buNone/>
            </a:pPr>
            <a:r>
              <a:rPr lang="ar-SA" altLang="en-US" sz="58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1"/>
          </a:solidFill>
          <a:ln w="12700">
            <a:solidFill>
              <a:srgbClr val="5EED7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419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تَثَ</a:t>
            </a:r>
            <a:pPr algn="ctr" indent="0" marL="0">
              <a:buNone/>
            </a:pPr>
            <a:r>
              <a:rPr lang="ar-SA" altLang="en-US" sz="59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3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C"/>
          </a:solidFill>
          <a:ln w="12700">
            <a:solidFill>
              <a:srgbClr val="E052B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ADB70"/>
          </a:solidFill>
          <a:ln w="12700">
            <a:solidFill>
              <a:srgbClr val="8A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F85"/>
          </a:solidFill>
          <a:ln w="12700">
            <a:solidFill>
              <a:srgbClr val="477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40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جَثَ</a:t>
            </a:r>
            <a:pPr algn="ctr" indent="0" marL="0">
              <a:buNone/>
            </a:pPr>
            <a:r>
              <a:rPr lang="ar-SA" altLang="en-US" sz="58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2D864"/>
          </a:solidFill>
          <a:ln w="12700">
            <a:solidFill>
              <a:srgbClr val="A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8D147"/>
          </a:solidFill>
          <a:ln w="12700">
            <a:solidFill>
              <a:srgbClr val="A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56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حَثَ</a:t>
            </a:r>
            <a:pPr algn="ctr" indent="0" marL="0">
              <a:buNone/>
            </a:pPr>
            <a:r>
              <a:rPr lang="ar-SA" altLang="en-US" sz="59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356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خَثَ</a:t>
            </a:r>
            <a:pPr algn="ctr" indent="0" marL="0">
              <a:buNone/>
            </a:pPr>
            <a:r>
              <a:rPr lang="ar-SA" altLang="en-US" sz="59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43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22B"/>
          </a:solidFill>
          <a:ln w="12700">
            <a:solidFill>
              <a:srgbClr val="643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034"/>
          </a:solidFill>
          <a:ln w="12700">
            <a:solidFill>
              <a:srgbClr val="796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02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002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990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دَثَ</a:t>
            </a:r>
            <a:pPr algn="ctr" indent="0" marL="0">
              <a:buNone/>
            </a:pPr>
            <a:r>
              <a:rPr lang="ar-SA" altLang="en-US" sz="59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036604" y="896112"/>
            <a:ext cx="167411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9C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036604" y="896112"/>
            <a:ext cx="167411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pPr algn="ctr" indent="0" marL="0">
              <a:buNone/>
            </a:pPr>
            <a:r>
              <a:rPr lang="ar-SA" altLang="en-US" sz="38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</a:t>
            </a:r>
            <a:endParaRPr lang="ar-SA" sz="5800" dirty="0"/>
          </a:p>
        </p:txBody>
      </p:sp>
      <p:sp>
        <p:nvSpPr>
          <p:cNvPr id="12" name="C2 W2 pill"/>
          <p:cNvSpPr/>
          <p:nvPr/>
        </p:nvSpPr>
        <p:spPr>
          <a:xfrm>
            <a:off x="2433283" y="896112"/>
            <a:ext cx="22832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C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33283" y="896112"/>
            <a:ext cx="22832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كِتَابٌ</a:t>
            </a:r>
            <a:endParaRPr lang="ar-SA" sz="58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89289" y="2834640"/>
            <a:ext cx="35654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89289" y="2834640"/>
            <a:ext cx="35654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pPr algn="ctr" indent="0" marL="0">
              <a:buNone/>
            </a:pPr>
            <a:r>
              <a:rPr lang="ar-SA" altLang="en-US" sz="38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 كِتَابٌ</a:t>
            </a:r>
            <a:endParaRPr lang="ar-SA" sz="5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FED"/>
          </a:solidFill>
          <a:ln w="12700">
            <a:solidFill>
              <a:srgbClr val="5E6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890308" y="896112"/>
            <a:ext cx="18598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E36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890308" y="896112"/>
            <a:ext cx="18598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pPr algn="ctr" indent="0" marL="0">
              <a:buNone/>
            </a:pPr>
            <a:r>
              <a:rPr lang="ar-SA" altLang="en-US" sz="35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لِكَ</a:t>
            </a:r>
            <a:endParaRPr lang="ar-SA" sz="5400" dirty="0"/>
          </a:p>
        </p:txBody>
      </p:sp>
      <p:sp>
        <p:nvSpPr>
          <p:cNvPr id="20" name="C2 W2 pill"/>
          <p:cNvSpPr/>
          <p:nvPr/>
        </p:nvSpPr>
        <p:spPr>
          <a:xfrm>
            <a:off x="2393804" y="896112"/>
            <a:ext cx="21764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CE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393804" y="896112"/>
            <a:ext cx="21764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خَيۡرٌ</a:t>
            </a:r>
            <a:endParaRPr lang="ar-SA" sz="54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51049" y="2834640"/>
            <a:ext cx="364190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51049" y="2834640"/>
            <a:ext cx="364190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pPr algn="ctr" indent="0" marL="0">
              <a:buNone/>
            </a:pPr>
            <a:r>
              <a:rPr lang="ar-SA" altLang="en-US" sz="3500" baseline="150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لِكَ خَيۡرٌ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432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FE052"/>
          </a:solidFill>
          <a:ln w="12700">
            <a:solidFill>
              <a:srgbClr val="D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5DB"/>
          </a:solidFill>
          <a:ln w="12700">
            <a:solidFill>
              <a:srgbClr val="70A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B4785"/>
          </a:solidFill>
          <a:ln w="12700">
            <a:solidFill>
              <a:srgbClr val="7B47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934754" y="896112"/>
            <a:ext cx="1360413" cy="1371600"/>
          </a:xfrm>
          <a:prstGeom prst="roundRect">
            <a:avLst>
              <a:gd name="adj" fmla="val 26886"/>
            </a:avLst>
          </a:prstGeom>
          <a:solidFill>
            <a:srgbClr val="FFFFFF"/>
          </a:solidFill>
          <a:ln w="76200">
            <a:solidFill>
              <a:srgbClr val="C4E2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934754" y="896112"/>
            <a:ext cx="136041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</a:t>
            </a:r>
            <a:pPr algn="ctr" indent="0" marL="0">
              <a:buNone/>
            </a:pPr>
            <a:r>
              <a:rPr lang="ar-SA" altLang="en-US" sz="29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4400" dirty="0"/>
          </a:p>
        </p:txBody>
      </p:sp>
      <p:sp>
        <p:nvSpPr>
          <p:cNvPr id="17" name="C2 W2 pill"/>
          <p:cNvSpPr/>
          <p:nvPr/>
        </p:nvSpPr>
        <p:spPr>
          <a:xfrm>
            <a:off x="2848833" y="896112"/>
            <a:ext cx="17658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C4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848833" y="896112"/>
            <a:ext cx="17658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وَاحِدٌ</a:t>
            </a:r>
            <a:endParaRPr lang="ar-SA" sz="4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4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3191006" y="2834640"/>
            <a:ext cx="276198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3191006" y="2834640"/>
            <a:ext cx="276198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</a:t>
            </a:r>
            <a:pPr algn="ctr" indent="0" marL="0">
              <a:buNone/>
            </a:pPr>
            <a:r>
              <a:rPr lang="ar-SA" altLang="en-US" sz="2900" baseline="1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 وَاحِدٌ</a:t>
            </a:r>
            <a:endParaRPr lang="ar-SA" sz="4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FD8"/>
          </a:solidFill>
          <a:ln w="12700">
            <a:solidFill>
              <a:srgbClr val="64B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AD1"/>
          </a:solidFill>
          <a:ln w="12700">
            <a:solidFill>
              <a:srgbClr val="47C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489122" y="896112"/>
            <a:ext cx="27429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92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489122" y="896112"/>
            <a:ext cx="27429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الرَّحۡم</a:t>
            </a:r>
            <a:pPr algn="ctr" indent="0" marL="0">
              <a:buNone/>
            </a:pPr>
            <a:r>
              <a:rPr lang="ar-SA" altLang="en-US" sz="2900" baseline="150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1911948" y="896112"/>
            <a:ext cx="22571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1911948" y="896112"/>
            <a:ext cx="22571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الرَّحِيمِ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6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207569" y="2834640"/>
            <a:ext cx="472886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207569" y="2834640"/>
            <a:ext cx="472886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الرَّحۡم</a:t>
            </a:r>
            <a:pPr algn="ctr" indent="0" marL="0">
              <a:buNone/>
            </a:pPr>
            <a:r>
              <a:rPr lang="ar-SA" altLang="en-US" sz="2900" baseline="150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 الرَّحِيمِ</a:t>
            </a:r>
            <a:endParaRPr lang="ar-SA" sz="4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Dagger alif 02-ba-ta-tha</dc:title>
  <dc:subject>PptxGenJS Presentation</dc:subject>
  <dc:creator>PptxGenJS</dc:creator>
  <cp:lastModifiedBy>PptxGenJS</cp:lastModifiedBy>
  <cp:revision>1</cp:revision>
  <dcterms:created xsi:type="dcterms:W3CDTF">2026-10-21T20:03:12Z</dcterms:created>
  <dcterms:modified xsi:type="dcterms:W3CDTF">2026-10-21T20:03:12Z</dcterms:modified>
</cp:coreProperties>
</file>