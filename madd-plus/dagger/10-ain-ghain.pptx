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slideMasters/slideMaster80.xml" ContentType="application/vnd.openxmlformats-officedocument.presentationml.slideMaster+xml"/>
  <Override PartName="/ppt/slides/slide80.xml" ContentType="application/vnd.openxmlformats-officedocument.presentationml.slide+xml"/>
  <Override PartName="/ppt/slideMasters/slideMaster81.xml" ContentType="application/vnd.openxmlformats-officedocument.presentationml.slideMaster+xml"/>
  <Override PartName="/ppt/slides/slide81.xml" ContentType="application/vnd.openxmlformats-officedocument.presentationml.slide+xml"/>
  <Override PartName="/ppt/slideMasters/slideMaster82.xml" ContentType="application/vnd.openxmlformats-officedocument.presentationml.slideMaster+xml"/>
  <Override PartName="/ppt/slides/slide82.xml" ContentType="application/vnd.openxmlformats-officedocument.presentationml.slide+xml"/>
  <Override PartName="/ppt/slideMasters/slideMaster83.xml" ContentType="application/vnd.openxmlformats-officedocument.presentationml.slideMaster+xml"/>
  <Override PartName="/ppt/slides/slide83.xml" ContentType="application/vnd.openxmlformats-officedocument.presentationml.slide+xml"/>
  <Override PartName="/ppt/slideMasters/slideMaster84.xml" ContentType="application/vnd.openxmlformats-officedocument.presentationml.slideMaster+xml"/>
  <Override PartName="/ppt/slides/slide84.xml" ContentType="application/vnd.openxmlformats-officedocument.presentationml.slide+xml"/>
  <Override PartName="/ppt/slideMasters/slideMaster85.xml" ContentType="application/vnd.openxmlformats-officedocument.presentationml.slideMaster+xml"/>
  <Override PartName="/ppt/slides/slide85.xml" ContentType="application/vnd.openxmlformats-officedocument.presentationml.slide+xml"/>
  <Override PartName="/ppt/slideMasters/slideMaster86.xml" ContentType="application/vnd.openxmlformats-officedocument.presentationml.slideMaster+xml"/>
  <Override PartName="/ppt/slides/slide86.xml" ContentType="application/vnd.openxmlformats-officedocument.presentationml.slide+xml"/>
  <Override PartName="/ppt/slideMasters/slideMaster87.xml" ContentType="application/vnd.openxmlformats-officedocument.presentationml.slideMaster+xml"/>
  <Override PartName="/ppt/slides/slide87.xml" ContentType="application/vnd.openxmlformats-officedocument.presentationml.slide+xml"/>
  <Override PartName="/ppt/slideMasters/slideMaster88.xml" ContentType="application/vnd.openxmlformats-officedocument.presentationml.slideMaster+xml"/>
  <Override PartName="/ppt/slides/slide88.xml" ContentType="application/vnd.openxmlformats-officedocument.presentationml.slide+xml"/>
  <Override PartName="/ppt/slideMasters/slideMaster89.xml" ContentType="application/vnd.openxmlformats-officedocument.presentationml.slideMaster+xml"/>
  <Override PartName="/ppt/slides/slide89.xml" ContentType="application/vnd.openxmlformats-officedocument.presentationml.slide+xml"/>
  <Override PartName="/ppt/slideMasters/slideMaster90.xml" ContentType="application/vnd.openxmlformats-officedocument.presentationml.slideMaster+xml"/>
  <Override PartName="/ppt/slides/slide90.xml" ContentType="application/vnd.openxmlformats-officedocument.presentationml.slide+xml"/>
  <Override PartName="/ppt/slideMasters/slideMaster91.xml" ContentType="application/vnd.openxmlformats-officedocument.presentationml.slideMaster+xml"/>
  <Override PartName="/ppt/slides/slide91.xml" ContentType="application/vnd.openxmlformats-officedocument.presentationml.slide+xml"/>
  <Override PartName="/ppt/slideMasters/slideMaster92.xml" ContentType="application/vnd.openxmlformats-officedocument.presentationml.slideMaster+xml"/>
  <Override PartName="/ppt/slides/slide92.xml" ContentType="application/vnd.openxmlformats-officedocument.presentationml.slide+xml"/>
  <Override PartName="/ppt/slideMasters/slideMaster93.xml" ContentType="application/vnd.openxmlformats-officedocument.presentationml.slideMaster+xml"/>
  <Override PartName="/ppt/slides/slide93.xml" ContentType="application/vnd.openxmlformats-officedocument.presentationml.slide+xml"/>
  <Override PartName="/ppt/slideMasters/slideMaster94.xml" ContentType="application/vnd.openxmlformats-officedocument.presentationml.slideMaster+xml"/>
  <Override PartName="/ppt/slides/slide94.xml" ContentType="application/vnd.openxmlformats-officedocument.presentationml.slide+xml"/>
  <Override PartName="/ppt/slideMasters/slideMaster95.xml" ContentType="application/vnd.openxmlformats-officedocument.presentationml.slideMaster+xml"/>
  <Override PartName="/ppt/slides/slide95.xml" ContentType="application/vnd.openxmlformats-officedocument.presentationml.slide+xml"/>
  <Override PartName="/ppt/slideMasters/slideMaster96.xml" ContentType="application/vnd.openxmlformats-officedocument.presentationml.slideMaster+xml"/>
  <Override PartName="/ppt/slides/slide96.xml" ContentType="application/vnd.openxmlformats-officedocument.presentationml.slide+xml"/>
  <Override PartName="/ppt/slideMasters/slideMaster97.xml" ContentType="application/vnd.openxmlformats-officedocument.presentationml.slideMaster+xml"/>
  <Override PartName="/ppt/slides/slide97.xml" ContentType="application/vnd.openxmlformats-officedocument.presentationml.slide+xml"/>
  <Override PartName="/ppt/slideMasters/slideMaster98.xml" ContentType="application/vnd.openxmlformats-officedocument.presentationml.slideMaster+xml"/>
  <Override PartName="/ppt/slides/slide98.xml" ContentType="application/vnd.openxmlformats-officedocument.presentationml.slide+xml"/>
  <Override PartName="/ppt/slideMasters/slideMaster99.xml" ContentType="application/vnd.openxmlformats-officedocument.presentationml.slideMaster+xml"/>
  <Override PartName="/ppt/slides/slide99.xml" ContentType="application/vnd.openxmlformats-officedocument.presentationml.slide+xml"/>
  <Override PartName="/ppt/slideMasters/slideMaster100.xml" ContentType="application/vnd.openxmlformats-officedocument.presentationml.slideMaster+xml"/>
  <Override PartName="/ppt/slides/slide100.xml" ContentType="application/vnd.openxmlformats-officedocument.presentationml.slide+xml"/>
  <Override PartName="/ppt/slideMasters/slideMaster101.xml" ContentType="application/vnd.openxmlformats-officedocument.presentationml.slideMaster+xml"/>
  <Override PartName="/ppt/slides/slide101.xml" ContentType="application/vnd.openxmlformats-officedocument.presentationml.slide+xml"/>
  <Override PartName="/ppt/slideMasters/slideMaster102.xml" ContentType="application/vnd.openxmlformats-officedocument.presentationml.slideMaster+xml"/>
  <Override PartName="/ppt/slides/slide102.xml" ContentType="application/vnd.openxmlformats-officedocument.presentationml.slide+xml"/>
  <Override PartName="/ppt/slideMasters/slideMaster103.xml" ContentType="application/vnd.openxmlformats-officedocument.presentationml.slideMaster+xml"/>
  <Override PartName="/ppt/slides/slide103.xml" ContentType="application/vnd.openxmlformats-officedocument.presentationml.slide+xml"/>
  <Override PartName="/ppt/slideMasters/slideMaster104.xml" ContentType="application/vnd.openxmlformats-officedocument.presentationml.slideMaster+xml"/>
  <Override PartName="/ppt/slides/slide104.xml" ContentType="application/vnd.openxmlformats-officedocument.presentationml.slide+xml"/>
  <Override PartName="/ppt/slideMasters/slideMaster105.xml" ContentType="application/vnd.openxmlformats-officedocument.presentationml.slideMaster+xml"/>
  <Override PartName="/ppt/slides/slide105.xml" ContentType="application/vnd.openxmlformats-officedocument.presentationml.slide+xml"/>
  <Override PartName="/ppt/slideMasters/slideMaster106.xml" ContentType="application/vnd.openxmlformats-officedocument.presentationml.slideMaster+xml"/>
  <Override PartName="/ppt/slides/slide106.xml" ContentType="application/vnd.openxmlformats-officedocument.presentationml.slide+xml"/>
  <Override PartName="/ppt/slideMasters/slideMaster107.xml" ContentType="application/vnd.openxmlformats-officedocument.presentationml.slideMaster+xml"/>
  <Override PartName="/ppt/slides/slide107.xml" ContentType="application/vnd.openxmlformats-officedocument.presentationml.slide+xml"/>
  <Override PartName="/ppt/slideMasters/slideMaster108.xml" ContentType="application/vnd.openxmlformats-officedocument.presentationml.slideMaster+xml"/>
  <Override PartName="/ppt/slides/slide108.xml" ContentType="application/vnd.openxmlformats-officedocument.presentationml.slide+xml"/>
  <Override PartName="/ppt/slideMasters/slideMaster109.xml" ContentType="application/vnd.openxmlformats-officedocument.presentationml.slideMaster+xml"/>
  <Override PartName="/ppt/slides/slide109.xml" ContentType="application/vnd.openxmlformats-officedocument.presentationml.slide+xml"/>
  <Override PartName="/ppt/slideMasters/slideMaster110.xml" ContentType="application/vnd.openxmlformats-officedocument.presentationml.slideMaster+xml"/>
  <Override PartName="/ppt/slides/slide110.xml" ContentType="application/vnd.openxmlformats-officedocument.presentationml.slide+xml"/>
  <Override PartName="/ppt/slideMasters/slideMaster111.xml" ContentType="application/vnd.openxmlformats-officedocument.presentationml.slideMaster+xml"/>
  <Override PartName="/ppt/slides/slide1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  <p:sldId id="340" r:id="rId86"/>
    <p:sldId id="341" r:id="rId87"/>
    <p:sldId id="342" r:id="rId88"/>
    <p:sldId id="343" r:id="rId89"/>
    <p:sldId id="344" r:id="rId90"/>
    <p:sldId id="345" r:id="rId91"/>
    <p:sldId id="346" r:id="rId92"/>
    <p:sldId id="347" r:id="rId93"/>
    <p:sldId id="348" r:id="rId94"/>
    <p:sldId id="349" r:id="rId95"/>
    <p:sldId id="350" r:id="rId96"/>
    <p:sldId id="351" r:id="rId97"/>
    <p:sldId id="352" r:id="rId98"/>
    <p:sldId id="353" r:id="rId99"/>
    <p:sldId id="354" r:id="rId100"/>
    <p:sldId id="355" r:id="rId101"/>
    <p:sldId id="356" r:id="rId102"/>
    <p:sldId id="357" r:id="rId103"/>
    <p:sldId id="358" r:id="rId104"/>
    <p:sldId id="359" r:id="rId105"/>
    <p:sldId id="360" r:id="rId106"/>
    <p:sldId id="361" r:id="rId107"/>
    <p:sldId id="362" r:id="rId108"/>
    <p:sldId id="363" r:id="rId109"/>
    <p:sldId id="364" r:id="rId110"/>
    <p:sldId id="365" r:id="rId111"/>
    <p:sldId id="366" r:id="rId112"/>
  </p:sldIdLst>
  <p:notesMasterIdLst>
    <p:notesMasterId r:id="rId1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slide" Target="slides/slide81.xml"/><Relationship Id="rId83" Type="http://schemas.openxmlformats.org/officeDocument/2006/relationships/slide" Target="slides/slide82.xml"/><Relationship Id="rId84" Type="http://schemas.openxmlformats.org/officeDocument/2006/relationships/slide" Target="slides/slide83.xml"/><Relationship Id="rId85" Type="http://schemas.openxmlformats.org/officeDocument/2006/relationships/slide" Target="slides/slide84.xml"/><Relationship Id="rId86" Type="http://schemas.openxmlformats.org/officeDocument/2006/relationships/slide" Target="slides/slide85.xml"/><Relationship Id="rId87" Type="http://schemas.openxmlformats.org/officeDocument/2006/relationships/slide" Target="slides/slide86.xml"/><Relationship Id="rId88" Type="http://schemas.openxmlformats.org/officeDocument/2006/relationships/slide" Target="slides/slide87.xml"/><Relationship Id="rId89" Type="http://schemas.openxmlformats.org/officeDocument/2006/relationships/slide" Target="slides/slide88.xml"/><Relationship Id="rId90" Type="http://schemas.openxmlformats.org/officeDocument/2006/relationships/slide" Target="slides/slide89.xml"/><Relationship Id="rId91" Type="http://schemas.openxmlformats.org/officeDocument/2006/relationships/slide" Target="slides/slide90.xml"/><Relationship Id="rId92" Type="http://schemas.openxmlformats.org/officeDocument/2006/relationships/slide" Target="slides/slide91.xml"/><Relationship Id="rId93" Type="http://schemas.openxmlformats.org/officeDocument/2006/relationships/slide" Target="slides/slide92.xml"/><Relationship Id="rId94" Type="http://schemas.openxmlformats.org/officeDocument/2006/relationships/slide" Target="slides/slide93.xml"/><Relationship Id="rId95" Type="http://schemas.openxmlformats.org/officeDocument/2006/relationships/slide" Target="slides/slide94.xml"/><Relationship Id="rId96" Type="http://schemas.openxmlformats.org/officeDocument/2006/relationships/slide" Target="slides/slide95.xml"/><Relationship Id="rId97" Type="http://schemas.openxmlformats.org/officeDocument/2006/relationships/slide" Target="slides/slide96.xml"/><Relationship Id="rId98" Type="http://schemas.openxmlformats.org/officeDocument/2006/relationships/slide" Target="slides/slide97.xml"/><Relationship Id="rId99" Type="http://schemas.openxmlformats.org/officeDocument/2006/relationships/slide" Target="slides/slide98.xml"/><Relationship Id="rId100" Type="http://schemas.openxmlformats.org/officeDocument/2006/relationships/slide" Target="slides/slide99.xml"/><Relationship Id="rId101" Type="http://schemas.openxmlformats.org/officeDocument/2006/relationships/slide" Target="slides/slide100.xml"/><Relationship Id="rId102" Type="http://schemas.openxmlformats.org/officeDocument/2006/relationships/slide" Target="slides/slide101.xml"/><Relationship Id="rId103" Type="http://schemas.openxmlformats.org/officeDocument/2006/relationships/slide" Target="slides/slide102.xml"/><Relationship Id="rId104" Type="http://schemas.openxmlformats.org/officeDocument/2006/relationships/slide" Target="slides/slide103.xml"/><Relationship Id="rId105" Type="http://schemas.openxmlformats.org/officeDocument/2006/relationships/slide" Target="slides/slide104.xml"/><Relationship Id="rId106" Type="http://schemas.openxmlformats.org/officeDocument/2006/relationships/slide" Target="slides/slide105.xml"/><Relationship Id="rId107" Type="http://schemas.openxmlformats.org/officeDocument/2006/relationships/slide" Target="slides/slide106.xml"/><Relationship Id="rId108" Type="http://schemas.openxmlformats.org/officeDocument/2006/relationships/slide" Target="slides/slide107.xml"/><Relationship Id="rId109" Type="http://schemas.openxmlformats.org/officeDocument/2006/relationships/slide" Target="slides/slide108.xml"/><Relationship Id="rId110" Type="http://schemas.openxmlformats.org/officeDocument/2006/relationships/slide" Target="slides/slide109.xml"/><Relationship Id="rId111" Type="http://schemas.openxmlformats.org/officeDocument/2006/relationships/slide" Target="slides/slide110.xml"/><Relationship Id="rId112" Type="http://schemas.openxmlformats.org/officeDocument/2006/relationships/slide" Target="slides/slide111.xml"/><Relationship Id="rId113" Type="http://schemas.openxmlformats.org/officeDocument/2006/relationships/notesMaster" Target="notesMasters/notesMaster1.xml"/><Relationship Id="rId114" Type="http://schemas.openxmlformats.org/officeDocument/2006/relationships/presProps" Target="presProps.xml"/><Relationship Id="rId115" Type="http://schemas.openxmlformats.org/officeDocument/2006/relationships/viewProps" Target="viewProps.xml"/><Relationship Id="rId116" Type="http://schemas.openxmlformats.org/officeDocument/2006/relationships/theme" Target="theme/theme1.xml"/><Relationship Id="rId1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_rels/notesSlide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0.xml"/>
		</Relationships>
</file>

<file path=ppt/notesSlides/_rels/notesSlide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1.xml"/>
		</Relationships>
</file>

<file path=ppt/notesSlides/_rels/notesSlide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2.xml"/>
		</Relationships>
</file>

<file path=ppt/notesSlides/_rels/notesSlide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3.xml"/>
		</Relationships>
</file>

<file path=ppt/notesSlides/_rels/notesSlide8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4.xml"/>
		</Relationships>
</file>

<file path=ppt/notesSlides/_rels/notesSlide8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5.xml"/>
		</Relationships>
</file>

<file path=ppt/notesSlides/_rels/notesSlide8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6.xml"/>
		</Relationships>
</file>

<file path=ppt/notesSlides/_rels/notesSlide8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7.xml"/>
		</Relationships>
</file>

<file path=ppt/notesSlides/_rels/notesSlide8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8.xml"/>
		</Relationships>
</file>

<file path=ppt/notesSlides/_rels/notesSlide8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9.xml"/>
		</Relationships>
</file>

<file path=ppt/notesSlides/_rels/notesSlide9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0.xml"/>
		</Relationships>
</file>

<file path=ppt/notesSlides/_rels/notesSlide9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1.xml"/>
		</Relationships>
</file>

<file path=ppt/notesSlides/_rels/notesSlide9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2.xml"/>
		</Relationships>
</file>

<file path=ppt/notesSlides/_rels/notesSlide9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3.xml"/>
		</Relationships>
</file>

<file path=ppt/notesSlides/_rels/notesSlide9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4.xml"/>
		</Relationships>
</file>

<file path=ppt/notesSlides/_rels/notesSlide9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5.xml"/>
		</Relationships>
</file>

<file path=ppt/notesSlides/_rels/notesSlide9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6.xml"/>
		</Relationships>
</file>

<file path=ppt/notesSlides/_rels/notesSlide9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7.xml"/>
		</Relationships>
</file>

<file path=ppt/notesSlides/_rels/notesSlide9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8.xml"/>
		</Relationships>
</file>

<file path=ppt/notesSlides/_rels/notesSlide9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9.xml"/>
		</Relationships>
</file>

<file path=ppt/notesSlides/_rels/notesSlide10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0.xml"/>
		</Relationships>
</file>

<file path=ppt/notesSlides/_rels/notesSlide10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1.xml"/>
		</Relationships>
</file>

<file path=ppt/notesSlides/_rels/notesSlide10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2.xml"/>
		</Relationships>
</file>

<file path=ppt/notesSlides/_rels/notesSlide10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3.xml"/>
		</Relationships>
</file>

<file path=ppt/notesSlides/_rels/notesSlide10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4.xml"/>
		</Relationships>
</file>

<file path=ppt/notesSlides/_rels/notesSlide10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5.xml"/>
		</Relationships>
</file>

<file path=ppt/notesSlides/_rels/notesSlide10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6.xml"/>
		</Relationships>
</file>

<file path=ppt/notesSlides/_rels/notesSlide10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7.xml"/>
		</Relationships>
</file>

<file path=ppt/notesSlides/_rels/notesSlide10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8.xml"/>
		</Relationships>
</file>

<file path=ppt/notesSlides/_rels/notesSlide10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9.xml"/>
		</Relationships>
</file>

<file path=ppt/notesSlides/_rels/notesSlide1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0.xml"/>
		</Relationships>
</file>

<file path=ppt/notesSlides/_rels/notesSlide1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TrSnd" Type="http://schemas.openxmlformats.org/officeDocument/2006/relationships/audio" Target="../media/whoosh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TrSnd" Type="http://schemas.openxmlformats.org/officeDocument/2006/relationships/audio" Target="../media/bubbles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TrSnd" Type="http://schemas.openxmlformats.org/officeDocument/2006/relationships/audio" Target="../media/sparkle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TrSnd" Type="http://schemas.openxmlformats.org/officeDocument/2006/relationships/audio" Target="../media/marimba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TrSnd" Type="http://schemas.openxmlformats.org/officeDocument/2006/relationships/audio" Target="../media/harp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TrSnd" Type="http://schemas.openxmlformats.org/officeDocument/2006/relationships/audio" Target="../media/chime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TrSnd" Type="http://schemas.openxmlformats.org/officeDocument/2006/relationships/audio" Target="../media/whoosh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TrSnd" Type="http://schemas.openxmlformats.org/officeDocument/2006/relationships/audio" Target="../media/bubbles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TrSnd" Type="http://schemas.openxmlformats.org/officeDocument/2006/relationships/audio" Target="../media/sparkle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TrSnd" Type="http://schemas.openxmlformats.org/officeDocument/2006/relationships/audio" Target="../media/marimba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TrSnd" Type="http://schemas.openxmlformats.org/officeDocument/2006/relationships/audio" Target="../media/harp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TrSnd" Type="http://schemas.openxmlformats.org/officeDocument/2006/relationships/audio" Target="../media/chime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TrSnd" Type="http://schemas.openxmlformats.org/officeDocument/2006/relationships/audio" Target="../media/whoosh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TrSnd" Type="http://schemas.openxmlformats.org/officeDocument/2006/relationships/audio" Target="../media/bubbles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TrSnd" Type="http://schemas.openxmlformats.org/officeDocument/2006/relationships/audio" Target="../media/sparkle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TrSnd" Type="http://schemas.openxmlformats.org/officeDocument/2006/relationships/audio" Target="../media/marimba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TrSnd" Type="http://schemas.openxmlformats.org/officeDocument/2006/relationships/audio" Target="../media/harp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TrSnd" Type="http://schemas.openxmlformats.org/officeDocument/2006/relationships/audio" Target="../media/chime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TrSnd" Type="http://schemas.openxmlformats.org/officeDocument/2006/relationships/audio" Target="../media/whoosh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TrSnd" Type="http://schemas.openxmlformats.org/officeDocument/2006/relationships/audio" Target="../media/bubbles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TrSnd" Type="http://schemas.openxmlformats.org/officeDocument/2006/relationships/audio" Target="../media/sparkle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TrSnd" Type="http://schemas.openxmlformats.org/officeDocument/2006/relationships/audio" Target="../media/marimba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TrSnd" Type="http://schemas.openxmlformats.org/officeDocument/2006/relationships/audio" Target="../media/harp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TrSnd" Type="http://schemas.openxmlformats.org/officeDocument/2006/relationships/audio" Target="../media/chime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TrSnd" Type="http://schemas.openxmlformats.org/officeDocument/2006/relationships/audio" Target="../media/whoosh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TrSnd" Type="http://schemas.openxmlformats.org/officeDocument/2006/relationships/audio" Target="../media/bubbles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TrSnd" Type="http://schemas.openxmlformats.org/officeDocument/2006/relationships/audio" Target="../media/sparkle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TrSnd" Type="http://schemas.openxmlformats.org/officeDocument/2006/relationships/audio" Target="../media/marimba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TrSnd" Type="http://schemas.openxmlformats.org/officeDocument/2006/relationships/audio" Target="../media/harp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TrSnd" Type="http://schemas.openxmlformats.org/officeDocument/2006/relationships/audio" Target="../media/chime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TrSnd" Type="http://schemas.openxmlformats.org/officeDocument/2006/relationships/audio" Target="../media/whoosh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TrSnd" Type="http://schemas.openxmlformats.org/officeDocument/2006/relationships/audio" Target="../media/bubbles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TrSnd" Type="http://schemas.openxmlformats.org/officeDocument/2006/relationships/audio" Target="../media/sparkle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TrSnd" Type="http://schemas.openxmlformats.org/officeDocument/2006/relationships/audio" Target="../media/marimba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TrSnd" Type="http://schemas.openxmlformats.org/officeDocument/2006/relationships/audio" Target="../media/harp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TrSnd" Type="http://schemas.openxmlformats.org/officeDocument/2006/relationships/audio" Target="../media/chime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TrSnd" Type="http://schemas.openxmlformats.org/officeDocument/2006/relationships/audio" Target="../media/whoosh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TrSnd" Type="http://schemas.openxmlformats.org/officeDocument/2006/relationships/audio" Target="../media/bubbles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TrSnd" Type="http://schemas.openxmlformats.org/officeDocument/2006/relationships/audio" Target="../media/sparkle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TrSnd" Type="http://schemas.openxmlformats.org/officeDocument/2006/relationships/audio" Target="../media/marimba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TrSnd" Type="http://schemas.openxmlformats.org/officeDocument/2006/relationships/audio" Target="../media/harp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TrSnd" Type="http://schemas.openxmlformats.org/officeDocument/2006/relationships/audio" Target="../media/chime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TrSnd" Type="http://schemas.openxmlformats.org/officeDocument/2006/relationships/audio" Target="../media/whoosh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Relationship Id="rIdTrSnd" Type="http://schemas.openxmlformats.org/officeDocument/2006/relationships/audio" Target="../media/bubbles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TrSnd" Type="http://schemas.openxmlformats.org/officeDocument/2006/relationships/audio" Target="../media/sparkle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Relationship Id="rIdTrSnd" Type="http://schemas.openxmlformats.org/officeDocument/2006/relationships/audio" Target="../media/marimba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Relationship Id="rIdTrSnd" Type="http://schemas.openxmlformats.org/officeDocument/2006/relationships/audio" Target="../media/harp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Relationship Id="rIdTrSnd" Type="http://schemas.openxmlformats.org/officeDocument/2006/relationships/audio" Target="../media/chime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Relationship Id="rIdTrSnd" Type="http://schemas.openxmlformats.org/officeDocument/2006/relationships/audio" Target="../media/whoosh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Relationship Id="rIdTrSnd" Type="http://schemas.openxmlformats.org/officeDocument/2006/relationships/audio" Target="../media/bubbles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Relationship Id="rIdTrSnd" Type="http://schemas.openxmlformats.org/officeDocument/2006/relationships/audio" Target="../media/sparkle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Relationship Id="rIdTrSnd" Type="http://schemas.openxmlformats.org/officeDocument/2006/relationships/audio" Target="../media/marimba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Relationship Id="rIdTrSnd" Type="http://schemas.openxmlformats.org/officeDocument/2006/relationships/audio" Target="../media/harp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Relationship Id="rIdTrSnd" Type="http://schemas.openxmlformats.org/officeDocument/2006/relationships/audio" Target="../media/chime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Relationship Id="rIdTrSnd" Type="http://schemas.openxmlformats.org/officeDocument/2006/relationships/audio" Target="../media/whoosh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Relationship Id="rIdTrSnd" Type="http://schemas.openxmlformats.org/officeDocument/2006/relationships/audio" Target="../media/bubbles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Relationship Id="rIdTrSnd" Type="http://schemas.openxmlformats.org/officeDocument/2006/relationships/audio" Target="../media/sparkle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Relationship Id="rIdTrSnd" Type="http://schemas.openxmlformats.org/officeDocument/2006/relationships/audio" Target="../media/marimba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Relationship Id="rIdTrSnd" Type="http://schemas.openxmlformats.org/officeDocument/2006/relationships/audio" Target="../media/harp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Relationship Id="rIdTrSnd" Type="http://schemas.openxmlformats.org/officeDocument/2006/relationships/audio" Target="../media/chime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Relationship Id="rIdTrSnd" Type="http://schemas.openxmlformats.org/officeDocument/2006/relationships/audio" Target="../media/whoosh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Relationship Id="rIdTrSnd" Type="http://schemas.openxmlformats.org/officeDocument/2006/relationships/audio" Target="../media/bubbles.wav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Relationship Id="rIdTrSnd" Type="http://schemas.openxmlformats.org/officeDocument/2006/relationships/audio" Target="../media/sparkle.wav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Relationship Id="rIdTrSnd" Type="http://schemas.openxmlformats.org/officeDocument/2006/relationships/audio" Target="../media/marimba.wav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Relationship Id="rIdTrSnd" Type="http://schemas.openxmlformats.org/officeDocument/2006/relationships/audio" Target="../media/harp.wav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Relationship Id="rIdTrSnd" Type="http://schemas.openxmlformats.org/officeDocument/2006/relationships/audio" Target="../media/chime.wav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Relationship Id="rIdTrSnd" Type="http://schemas.openxmlformats.org/officeDocument/2006/relationships/audio" Target="../media/whoosh.wav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Relationship Id="rIdTrSnd" Type="http://schemas.openxmlformats.org/officeDocument/2006/relationships/audio" Target="../media/bubbles.wav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Relationship Id="rIdTrSnd" Type="http://schemas.openxmlformats.org/officeDocument/2006/relationships/audio" Target="../media/sparkle.wav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1.xml"/><Relationship Id="rIdTrSnd" Type="http://schemas.openxmlformats.org/officeDocument/2006/relationships/audio" Target="../media/marimba.wav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2.xml"/><Relationship Id="rIdTrSnd" Type="http://schemas.openxmlformats.org/officeDocument/2006/relationships/audio" Target="../media/harp.wav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3.xml"/><Relationship Id="rIdTrSnd" Type="http://schemas.openxmlformats.org/officeDocument/2006/relationships/audio" Target="../media/chime.wav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4.xml"/><Relationship Id="rIdTrSnd" Type="http://schemas.openxmlformats.org/officeDocument/2006/relationships/audio" Target="../media/whoosh.wav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5.xml"/><Relationship Id="rIdTrSnd" Type="http://schemas.openxmlformats.org/officeDocument/2006/relationships/audio" Target="../media/bubbles.wav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6.xml"/><Relationship Id="rIdTrSnd" Type="http://schemas.openxmlformats.org/officeDocument/2006/relationships/audio" Target="../media/sparkle.wav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7.xml"/><Relationship Id="rIdTrSnd" Type="http://schemas.openxmlformats.org/officeDocument/2006/relationships/audio" Target="../media/marimba.wav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8.xml"/><Relationship Id="rIdTrSnd" Type="http://schemas.openxmlformats.org/officeDocument/2006/relationships/audio" Target="../media/harp.wav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9.xml"/><Relationship Id="rIdTrSnd" Type="http://schemas.openxmlformats.org/officeDocument/2006/relationships/audio" Target="../media/chime.wav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0.xml"/><Relationship Id="rIdTrSnd" Type="http://schemas.openxmlformats.org/officeDocument/2006/relationships/audio" Target="../media/whoosh.wav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1.xml"/><Relationship Id="rIdTrSnd" Type="http://schemas.openxmlformats.org/officeDocument/2006/relationships/audio" Target="../media/bubbles.wav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2.xml"/><Relationship Id="rIdTrSnd" Type="http://schemas.openxmlformats.org/officeDocument/2006/relationships/audio" Target="../media/sparkle.wav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3.xml"/><Relationship Id="rIdTrSnd" Type="http://schemas.openxmlformats.org/officeDocument/2006/relationships/audio" Target="../media/marimba.wav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4.xml"/><Relationship Id="rIdTrSnd" Type="http://schemas.openxmlformats.org/officeDocument/2006/relationships/audio" Target="../media/harp.wav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5.xml"/><Relationship Id="rIdTrSnd" Type="http://schemas.openxmlformats.org/officeDocument/2006/relationships/audio" Target="../media/chime.wav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6.xml"/><Relationship Id="rIdTrSnd" Type="http://schemas.openxmlformats.org/officeDocument/2006/relationships/audio" Target="../media/whoosh.wav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7.xml"/><Relationship Id="rIdTrSnd" Type="http://schemas.openxmlformats.org/officeDocument/2006/relationships/audio" Target="../media/bubbles.wav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8.xml"/><Relationship Id="rIdTrSnd" Type="http://schemas.openxmlformats.org/officeDocument/2006/relationships/audio" Target="../media/sparkle.wav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9.xml"/><Relationship Id="rIdTrSnd" Type="http://schemas.openxmlformats.org/officeDocument/2006/relationships/audio" Target="../media/marimba.wav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0.xml"/><Relationship Id="rIdTrSnd" Type="http://schemas.openxmlformats.org/officeDocument/2006/relationships/audio" Target="../media/harp.wav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1.xml"/><Relationship Id="rIdTrSnd" Type="http://schemas.openxmlformats.org/officeDocument/2006/relationships/audio" Target="../media/chime.wav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2.xml"/><Relationship Id="rIdTrSnd" Type="http://schemas.openxmlformats.org/officeDocument/2006/relationships/audio" Target="../media/whoosh.wav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3.xml"/><Relationship Id="rIdTrSnd" Type="http://schemas.openxmlformats.org/officeDocument/2006/relationships/audio" Target="../media/bubbles.wav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4.xml"/><Relationship Id="rIdTrSnd" Type="http://schemas.openxmlformats.org/officeDocument/2006/relationships/audio" Target="../media/sparkle.wav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5.xml"/><Relationship Id="rIdTrSnd" Type="http://schemas.openxmlformats.org/officeDocument/2006/relationships/audio" Target="../media/marimba.wav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6.xml"/><Relationship Id="rIdTrSnd" Type="http://schemas.openxmlformats.org/officeDocument/2006/relationships/audio" Target="../media/harp.wav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7.xml"/><Relationship Id="rIdTrSnd" Type="http://schemas.openxmlformats.org/officeDocument/2006/relationships/audio" Target="../media/chime.wav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8.xml"/><Relationship Id="rIdTrSnd" Type="http://schemas.openxmlformats.org/officeDocument/2006/relationships/audio" Target="../media/whoosh.wav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9.xml"/><Relationship Id="rIdTrSnd" Type="http://schemas.openxmlformats.org/officeDocument/2006/relationships/audio" Target="../media/bubbles.wav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0.xml"/><Relationship Id="rIdTrSnd" Type="http://schemas.openxmlformats.org/officeDocument/2006/relationships/audio" Target="../media/sparkle.wav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1.xml"/><Relationship Id="rIdTrSnd" Type="http://schemas.openxmlformats.org/officeDocument/2006/relationships/audio" Target="../media/marimba.wav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2.xml"/><Relationship Id="rIdTrSnd" Type="http://schemas.openxmlformats.org/officeDocument/2006/relationships/audio" Target="../media/harp.wav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3.xml"/><Relationship Id="rIdTrSnd" Type="http://schemas.openxmlformats.org/officeDocument/2006/relationships/audio" Target="../media/chime.wav"/></Relationships>
</file>

<file path=ppt/slides/_rels/slide1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4.xml"/><Relationship Id="rIdTrSnd" Type="http://schemas.openxmlformats.org/officeDocument/2006/relationships/audio" Target="../media/whoosh.wav"/></Relationships>
</file>

<file path=ppt/slides/_rels/slide1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5.xml"/><Relationship Id="rIdTrSnd" Type="http://schemas.openxmlformats.org/officeDocument/2006/relationships/audio" Target="../media/bubbles.wav"/></Relationships>
</file>

<file path=ppt/slides/_rels/slide1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6.xml"/><Relationship Id="rIdTrSnd" Type="http://schemas.openxmlformats.org/officeDocument/2006/relationships/audio" Target="../media/sparkle.wav"/></Relationships>
</file>

<file path=ppt/slides/_rels/slide1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7.xml"/><Relationship Id="rIdTrSnd" Type="http://schemas.openxmlformats.org/officeDocument/2006/relationships/audio" Target="../media/marimba.wav"/></Relationships>
</file>

<file path=ppt/slides/_rels/slide1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8.xml"/><Relationship Id="rIdTrSnd" Type="http://schemas.openxmlformats.org/officeDocument/2006/relationships/audio" Target="../media/harp.wav"/></Relationships>
</file>

<file path=ppt/slides/_rels/slide1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9.xml"/><Relationship Id="rIdTrSnd" Type="http://schemas.openxmlformats.org/officeDocument/2006/relationships/audio" Target="../media/chime.wav"/></Relationships>
</file>

<file path=ppt/slides/_rels/slide1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0.xml"/><Relationship Id="rIdTrSnd" Type="http://schemas.openxmlformats.org/officeDocument/2006/relationships/audio" Target="../media/whoosh.wav"/></Relationships>
</file>

<file path=ppt/slides/_rels/slide1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1.xml"/><Relationship Id="rIdTrSnd" Type="http://schemas.openxmlformats.org/officeDocument/2006/relationships/audio" Target="../media/bubbles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0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73"/>
          </a:solidFill>
          <a:ln w="12700">
            <a:solidFill>
              <a:srgbClr val="52E073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D7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BF70DB"/>
          </a:solidFill>
          <a:ln w="12700">
            <a:solidFill>
              <a:srgbClr val="BF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B47"/>
          </a:solidFill>
          <a:ln w="12700">
            <a:solidFill>
              <a:srgbClr val="854B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54540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7000" dirty="0"/>
          </a:p>
        </p:txBody>
      </p:sp>
      <p:sp>
        <p:nvSpPr>
          <p:cNvPr id="19" name="C2 V1 vowel"/>
          <p:cNvSpPr txBox="1"/>
          <p:nvPr/>
        </p:nvSpPr>
        <p:spPr>
          <a:xfrm>
            <a:off x="6720840" y="154540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70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A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M2 madd"/>
          <p:cNvSpPr txBox="1"/>
          <p:nvPr/>
        </p:nvSpPr>
        <p:spPr>
          <a:xfrm>
            <a:off x="4343400" y="1712976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6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600" dirty="0"/>
          </a:p>
        </p:txBody>
      </p:sp>
      <p:sp>
        <p:nvSpPr>
          <p:cNvPr id="22" name="C4 S2 stretch"/>
          <p:cNvSpPr/>
          <p:nvPr/>
        </p:nvSpPr>
        <p:spPr>
          <a:xfrm>
            <a:off x="4919472" y="136245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5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8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6 R result"/>
          <p:cNvSpPr txBox="1"/>
          <p:nvPr/>
        </p:nvSpPr>
        <p:spPr>
          <a:xfrm>
            <a:off x="685800" y="1589405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11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pPr algn="ctr" indent="0" marL="0">
              <a:buNone/>
            </a:pPr>
            <a:r>
              <a:rPr lang="ar-SA" altLang="en-US" sz="88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11000" dirty="0"/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C6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9764D8"/>
          </a:solidFill>
          <a:ln w="12700">
            <a:solidFill>
              <a:srgbClr val="97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6D47D1"/>
          </a:solidFill>
          <a:ln w="12700">
            <a:solidFill>
              <a:srgbClr val="6D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8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18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8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2034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8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2034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8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8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87474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pPr algn="ctr" indent="0" marL="0">
              <a:buNone/>
            </a:pPr>
            <a:r>
              <a:rPr lang="ar-SA" altLang="en-US" sz="66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82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D5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8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8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A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9118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8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A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8057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8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8057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8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30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55848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pPr algn="ctr" indent="0" marL="0">
              <a:buNone/>
            </a:pPr>
            <a:r>
              <a:rPr lang="ar-SA" altLang="en-US" sz="72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4433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5E64"/>
          </a:solidFill>
          <a:ln w="12700">
            <a:solidFill>
              <a:srgbClr val="2B5E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4F79"/>
          </a:solidFill>
          <a:ln w="12700">
            <a:solidFill>
              <a:srgbClr val="344F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8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8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6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9118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8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6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9101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8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9101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8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54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66992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pPr algn="ctr" indent="0" marL="0">
              <a:buNone/>
            </a:pPr>
            <a:r>
              <a:rPr lang="ar-SA" altLang="en-US" sz="72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2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8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18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8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437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8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437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8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7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3278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pPr algn="ctr" indent="0" marL="0">
              <a:buNone/>
            </a:pPr>
            <a:r>
              <a:rPr lang="ar-SA" altLang="en-US" sz="72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D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D95E"/>
          </a:solidFill>
          <a:ln w="12700">
            <a:solidFill>
              <a:srgbClr val="EDD9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8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8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9118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8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7718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8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7718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8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4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46888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pPr algn="ctr" indent="0" marL="0">
              <a:buNone/>
            </a:pPr>
            <a:r>
              <a:rPr lang="ar-SA" altLang="en-US" sz="66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82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2C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54E0"/>
          </a:solidFill>
          <a:ln w="12700">
            <a:solidFill>
              <a:srgbClr val="5254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BE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A470"/>
          </a:solidFill>
          <a:ln w="12700">
            <a:solidFill>
              <a:srgbClr val="DBA4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38547"/>
          </a:solidFill>
          <a:ln w="12700">
            <a:solidFill>
              <a:srgbClr val="53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8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8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7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9118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8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7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7718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8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7718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8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3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46888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pPr algn="ctr" indent="0" marL="0">
              <a:buNone/>
            </a:pPr>
            <a:r>
              <a:rPr lang="ar-SA" altLang="en-US" sz="66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82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C5D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7A64"/>
          </a:solidFill>
          <a:ln w="12700">
            <a:solidFill>
              <a:srgbClr val="D87A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B47"/>
          </a:solidFill>
          <a:ln w="12700">
            <a:solidFill>
              <a:srgbClr val="D14B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0336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5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0336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5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B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109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6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6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B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7B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459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pPr algn="ctr" indent="0" marL="0">
              <a:buNone/>
            </a:pPr>
            <a:r>
              <a:rPr lang="ar-SA" altLang="en-US" sz="60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75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C5F7C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8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8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C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9118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8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C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9001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8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9001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8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66878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pPr algn="ctr" indent="0" marL="0">
              <a:buNone/>
            </a:pPr>
            <a:r>
              <a:rPr lang="ar-SA" altLang="en-US" sz="72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90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25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C2B64"/>
          </a:solidFill>
          <a:ln w="12700">
            <a:solidFill>
              <a:srgbClr val="5C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60"/>
          </a:solidFill>
          <a:ln w="12700">
            <a:solidFill>
              <a:srgbClr val="79346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8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8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9118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8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9616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8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9616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8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3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7665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pPr algn="ctr" indent="0" marL="0">
              <a:buNone/>
            </a:pPr>
            <a:r>
              <a:rPr lang="ar-SA" altLang="en-US" sz="72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90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E5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8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6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18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8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6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7977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8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7977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8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A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3733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pPr algn="ctr" indent="0" marL="0">
              <a:buNone/>
            </a:pPr>
            <a:r>
              <a:rPr lang="ar-SA" altLang="en-US" sz="72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90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C5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B5"/>
          </a:solidFill>
          <a:ln w="12700">
            <a:solidFill>
              <a:srgbClr val="5EEDB5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8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8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3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9118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8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3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8592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8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8592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8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82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57607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pPr algn="ctr" indent="0" marL="0">
              <a:buNone/>
            </a:pPr>
            <a:r>
              <a:rPr lang="ar-SA" altLang="en-US" sz="70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88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4314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77"/>
          </a:solidFill>
          <a:ln w="12700">
            <a:solidFill>
              <a:srgbClr val="E05277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A4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89"/>
          </a:solidFill>
          <a:ln w="12700">
            <a:solidFill>
              <a:srgbClr val="70DB89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6285"/>
          </a:solidFill>
          <a:ln w="12700">
            <a:solidFill>
              <a:srgbClr val="4762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79919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7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79919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7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5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9118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8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5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7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7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A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55060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pPr algn="ctr" indent="0" marL="0">
              <a:buNone/>
            </a:pPr>
            <a:r>
              <a:rPr lang="ar-SA" altLang="en-US" sz="63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79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DD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BD864"/>
          </a:solidFill>
          <a:ln w="12700">
            <a:solidFill>
              <a:srgbClr val="6B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66D147"/>
          </a:solidFill>
          <a:ln w="12700">
            <a:solidFill>
              <a:srgbClr val="66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117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117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099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9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2886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pPr algn="ctr" indent="0" marL="0">
              <a:buNone/>
            </a:pPr>
            <a:r>
              <a:rPr lang="ar-SA" altLang="en-US" sz="63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79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C5CE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0545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4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0545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4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B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9107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5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B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4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4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5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5530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pPr algn="ctr" indent="0" marL="0">
              <a:buNone/>
            </a:pPr>
            <a:r>
              <a:rPr lang="ar-SA" altLang="en-US" sz="62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77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4319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4E2B"/>
          </a:solidFill>
          <a:ln w="12700">
            <a:solidFill>
              <a:srgbClr val="644E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27934"/>
          </a:solidFill>
          <a:ln w="12700">
            <a:solidFill>
              <a:srgbClr val="72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117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1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117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1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C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9099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C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4D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59604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pPr algn="ctr" indent="0" marL="0">
              <a:buNone/>
            </a:pPr>
            <a:r>
              <a:rPr lang="ar-SA" altLang="en-US" sz="62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77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C5F7D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8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9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18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8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9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613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8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613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8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37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6577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pPr algn="ctr" indent="0" marL="0">
              <a:buNone/>
            </a:pPr>
            <a:r>
              <a:rPr lang="ar-SA" altLang="en-US" sz="72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90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E7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925EED"/>
          </a:solidFill>
          <a:ln w="12700">
            <a:solidFill>
              <a:srgbClr val="92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8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8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9118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8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9613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8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9613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8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6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76577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pPr algn="ctr" indent="0" marL="0">
              <a:buNone/>
            </a:pPr>
            <a:r>
              <a:rPr lang="ar-SA" altLang="en-US" sz="72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9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43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9BE052"/>
          </a:solidFill>
          <a:ln w="12700">
            <a:solidFill>
              <a:srgbClr val="9B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E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72DB"/>
          </a:solidFill>
          <a:ln w="12700">
            <a:solidFill>
              <a:srgbClr val="7072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71"/>
          </a:solidFill>
          <a:ln w="12700">
            <a:solidFill>
              <a:srgbClr val="854771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20766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2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20766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2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2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8690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2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8690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2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2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96977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2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8766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2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8766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2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88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83045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أَعَ</a:t>
            </a:r>
            <a:pPr algn="ctr" indent="0" marL="0">
              <a:buNone/>
            </a:pPr>
            <a:r>
              <a:rPr lang="ar-SA" altLang="en-US" sz="50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2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C5E9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88D8"/>
          </a:solidFill>
          <a:ln w="12700">
            <a:solidFill>
              <a:srgbClr val="6488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88D1"/>
          </a:solidFill>
          <a:ln w="12700">
            <a:solidFill>
              <a:srgbClr val="4788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766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2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766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2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5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690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2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690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2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5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6977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5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680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2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680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2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B0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84344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بَعَ</a:t>
            </a:r>
            <a:pPr algn="ctr" indent="0" marL="0">
              <a:buNone/>
            </a:pPr>
            <a:r>
              <a:rPr lang="ar-SA" altLang="en-US" sz="55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9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7C5D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680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2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9680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2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8690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2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8690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2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96977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99735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2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99735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2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97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802994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تَعَ</a:t>
            </a:r>
            <a:pPr algn="ctr" indent="0" marL="0">
              <a:buNone/>
            </a:pPr>
            <a:r>
              <a:rPr lang="ar-SA" altLang="en-US" sz="54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8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1A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3F"/>
          </a:solidFill>
          <a:ln w="12700">
            <a:solidFill>
              <a:srgbClr val="2B643F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70"/>
          </a:solidFill>
          <a:ln w="12700">
            <a:solidFill>
              <a:srgbClr val="34797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9735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2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99735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2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C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8690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2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8690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2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C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96977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C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84693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2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84693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2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6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69397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ثَعَ</a:t>
            </a:r>
            <a:pPr algn="ctr" indent="0" marL="0">
              <a:buNone/>
            </a:pPr>
            <a:r>
              <a:rPr lang="ar-SA" altLang="en-US" sz="49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1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CD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4693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2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4693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2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B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690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2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690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2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B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6977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B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4693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2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4693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2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47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58838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جَعَ</a:t>
            </a:r>
            <a:pPr algn="ctr" indent="0" marL="0">
              <a:buNone/>
            </a:pPr>
            <a:r>
              <a:rPr lang="ar-SA" altLang="en-US" sz="55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9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7DB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6E5E"/>
          </a:solidFill>
          <a:ln w="12700">
            <a:solidFill>
              <a:srgbClr val="ED6E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9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39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8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87533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39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87533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39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8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96862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1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8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3D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65068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حَعَ</a:t>
            </a:r>
            <a:pPr algn="ctr" indent="0" marL="0">
              <a:buNone/>
            </a:pPr>
            <a:r>
              <a:rPr lang="ar-SA" altLang="en-US" sz="52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5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14433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BFE0"/>
          </a:solidFill>
          <a:ln w="12700">
            <a:solidFill>
              <a:srgbClr val="52BF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A7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8C"/>
          </a:solidFill>
          <a:ln w="12700">
            <a:solidFill>
              <a:srgbClr val="DB708C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08547"/>
          </a:solidFill>
          <a:ln w="12700">
            <a:solidFill>
              <a:srgbClr val="80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5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87533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39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87533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39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5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96862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1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5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9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39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65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78918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خَعَ</a:t>
            </a:r>
            <a:pPr algn="ctr" indent="0" marL="0">
              <a:buNone/>
            </a:pPr>
            <a:r>
              <a:rPr lang="ar-SA" altLang="en-US" sz="62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77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7C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A4"/>
          </a:solidFill>
          <a:ln w="12700">
            <a:solidFill>
              <a:srgbClr val="D864A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AB"/>
          </a:solidFill>
          <a:ln w="12700">
            <a:solidFill>
              <a:srgbClr val="D147AB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5921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2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5921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2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2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690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2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690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2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2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6977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2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201309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2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201309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2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8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84454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دَعَ</a:t>
            </a:r>
            <a:pPr algn="ctr" indent="0" marL="0">
              <a:buNone/>
            </a:pPr>
            <a:r>
              <a:rPr lang="ar-SA" altLang="en-US" sz="64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8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E7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201309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2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201309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2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5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8690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2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8690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2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5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96977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5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86960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2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86960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2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6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72891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ذَعَ</a:t>
            </a:r>
            <a:pPr algn="ctr" indent="0" marL="0">
              <a:buNone/>
            </a:pPr>
            <a:r>
              <a:rPr lang="ar-SA" altLang="en-US" sz="56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70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1426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12B64"/>
          </a:solidFill>
          <a:ln w="12700">
            <a:solidFill>
              <a:srgbClr val="31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E3479"/>
          </a:solidFill>
          <a:ln w="12700">
            <a:solidFill>
              <a:srgbClr val="5E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86960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2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86960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2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9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8690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2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8690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2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9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96977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9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92347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2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92347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2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91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681004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رَعَ</a:t>
            </a:r>
            <a:pPr algn="ctr" indent="0" marL="0">
              <a:buNone/>
            </a:pPr>
            <a:r>
              <a:rPr lang="ar-SA" altLang="en-US" sz="57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71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7C5C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242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242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1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C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711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1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711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1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C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6938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C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667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1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667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1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69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9529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زَعَ</a:t>
            </a:r>
            <a:pPr algn="ctr" indent="0" marL="0">
              <a:buNone/>
            </a:pPr>
            <a:r>
              <a:rPr lang="ar-SA" altLang="en-US" sz="42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53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C5F7C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72ED5E"/>
          </a:solidFill>
          <a:ln w="12700">
            <a:solidFill>
              <a:srgbClr val="72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8777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6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8777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36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B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88160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36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88160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36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B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96786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9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9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B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6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6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4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72634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سَعَ</a:t>
            </a:r>
            <a:pPr algn="ctr" indent="0" marL="0">
              <a:buNone/>
            </a:pPr>
            <a:r>
              <a:rPr lang="ar-SA" altLang="en-US" sz="41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51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2B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DF52E0"/>
          </a:solidFill>
          <a:ln w="12700">
            <a:solidFill>
              <a:srgbClr val="DF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C1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A7DB70"/>
          </a:solidFill>
          <a:ln w="12700">
            <a:solidFill>
              <a:srgbClr val="A7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7A"/>
          </a:solidFill>
          <a:ln w="12700">
            <a:solidFill>
              <a:srgbClr val="47857A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6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6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8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88160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36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88160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36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8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96786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9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9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8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8873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6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8873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6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4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72678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شَعَ</a:t>
            </a:r>
            <a:pPr algn="ctr" indent="0" marL="0">
              <a:buNone/>
            </a:pPr>
            <a:r>
              <a:rPr lang="ar-SA" altLang="en-US" sz="39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9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7EC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C1D864"/>
          </a:solidFill>
          <a:ln w="12700">
            <a:solidFill>
              <a:srgbClr val="C1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CDD147"/>
          </a:solidFill>
          <a:ln w="12700">
            <a:solidFill>
              <a:srgbClr val="CD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892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5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892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5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4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8369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35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8369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35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4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674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8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4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5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5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6B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0691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صَعَ</a:t>
            </a:r>
            <a:pPr algn="ctr" indent="0" marL="0">
              <a:buNone/>
            </a:pPr>
            <a:r>
              <a:rPr lang="ar-SA" altLang="en-US" sz="38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7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C5F3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5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5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3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88369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35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88369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35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3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9674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8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3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20034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5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20034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35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93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81327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ضَعَ</a:t>
            </a:r>
            <a:pPr algn="ctr" indent="0" marL="0">
              <a:buNone/>
            </a:pPr>
            <a:r>
              <a:rPr lang="ar-SA" altLang="en-US" sz="46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7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43143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33"/>
          </a:solidFill>
          <a:ln w="12700">
            <a:solidFill>
              <a:srgbClr val="642B33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4D34"/>
          </a:solidFill>
          <a:ln w="12700">
            <a:solidFill>
              <a:srgbClr val="794D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20127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2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20127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2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6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8690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2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8690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2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6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96977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6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20127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2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20127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2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4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815934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طَعَ</a:t>
            </a:r>
            <a:pPr algn="ctr" indent="0" marL="0">
              <a:buNone/>
            </a:pPr>
            <a:r>
              <a:rPr lang="ar-SA" altLang="en-US" sz="47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9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D6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20127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2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20127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2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9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690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2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690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2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9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6977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9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20766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2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20766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2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8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93827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ظَعَ</a:t>
            </a:r>
            <a:pPr algn="ctr" indent="0" marL="0">
              <a:buNone/>
            </a:pPr>
            <a:r>
              <a:rPr lang="ar-SA" altLang="en-US" sz="58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72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C5C8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96ED"/>
          </a:solidFill>
          <a:ln w="12700">
            <a:solidFill>
              <a:srgbClr val="5E96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2034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8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2034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8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C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8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8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C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9118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8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3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87474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أَعَ</a:t>
            </a:r>
            <a:pPr algn="ctr" indent="0" marL="0">
              <a:buNone/>
            </a:pPr>
            <a:r>
              <a:rPr lang="ar-SA" altLang="en-US" sz="66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82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431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BB52"/>
          </a:solidFill>
          <a:ln w="12700">
            <a:solidFill>
              <a:srgbClr val="E0BB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DA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C2DB"/>
          </a:solidFill>
          <a:ln w="12700">
            <a:solidFill>
              <a:srgbClr val="70C2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A4785"/>
          </a:solidFill>
          <a:ln w="12700">
            <a:solidFill>
              <a:srgbClr val="6A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057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8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057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8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A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8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8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A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9118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8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3B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56991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بَعَ</a:t>
            </a:r>
            <a:pPr algn="ctr" indent="0" marL="0">
              <a:buNone/>
            </a:pPr>
            <a:r>
              <a:rPr lang="ar-SA" altLang="en-US" sz="72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C5F7D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D2"/>
          </a:solidFill>
          <a:ln w="12700">
            <a:solidFill>
              <a:srgbClr val="64D8D2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B3"/>
          </a:solidFill>
          <a:ln w="12700">
            <a:solidFill>
              <a:srgbClr val="47D1B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101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8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101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7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8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8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7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18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8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4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4193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تَعَ</a:t>
            </a:r>
            <a:pPr algn="ctr" indent="0" marL="0">
              <a:buNone/>
            </a:pPr>
            <a:r>
              <a:rPr lang="ar-SA" altLang="en-US" sz="72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EE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437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8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9437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8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8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8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9118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8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7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80479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ثَعَ</a:t>
            </a:r>
            <a:pPr algn="ctr" indent="0" marL="0">
              <a:buNone/>
            </a:pPr>
            <a:r>
              <a:rPr lang="ar-SA" altLang="en-US" sz="72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3E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1642B"/>
          </a:solidFill>
          <a:ln w="12700">
            <a:solidFill>
              <a:srgbClr val="41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3C"/>
          </a:solidFill>
          <a:ln w="12700">
            <a:solidFill>
              <a:srgbClr val="34793C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7718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8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7718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8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8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8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9118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8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9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57276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جَعَ</a:t>
            </a:r>
            <a:pPr algn="ctr" indent="0" marL="0">
              <a:buNone/>
            </a:pPr>
            <a:r>
              <a:rPr lang="ar-SA" altLang="en-US" sz="72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C5E3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718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8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718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6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8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8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6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18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8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E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7449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حَعَ</a:t>
            </a:r>
            <a:pPr algn="ctr" indent="0" marL="0">
              <a:buNone/>
            </a:pPr>
            <a:r>
              <a:rPr lang="ar-SA" altLang="en-US" sz="72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7C5D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B9"/>
          </a:solidFill>
          <a:ln w="12700">
            <a:solidFill>
              <a:srgbClr val="ED5EB9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A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0336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5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80336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5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A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91109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6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6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8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71221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خَعَ</a:t>
            </a:r>
            <a:pPr algn="ctr" indent="0" marL="0">
              <a:buNone/>
            </a:pPr>
            <a:r>
              <a:rPr lang="ar-SA" altLang="en-US" sz="72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14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97"/>
          </a:solidFill>
          <a:ln w="12700">
            <a:solidFill>
              <a:srgbClr val="52E097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F1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A70DB"/>
          </a:solidFill>
          <a:ln w="12700">
            <a:solidFill>
              <a:srgbClr val="DA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5B47"/>
          </a:solidFill>
          <a:ln w="12700">
            <a:solidFill>
              <a:srgbClr val="855B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001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8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9001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8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8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8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9118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8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5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66878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دَعَ</a:t>
            </a:r>
            <a:pPr algn="ctr" indent="0" marL="0">
              <a:buNone/>
            </a:pPr>
            <a:r>
              <a:rPr lang="ar-SA" altLang="en-US" sz="72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D3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B564D8"/>
          </a:solidFill>
          <a:ln w="12700">
            <a:solidFill>
              <a:srgbClr val="B5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9047D1"/>
          </a:solidFill>
          <a:ln w="12700">
            <a:solidFill>
              <a:srgbClr val="90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616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8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616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8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8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18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8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5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665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ذَعَ</a:t>
            </a:r>
            <a:pPr algn="ctr" indent="0" marL="0">
              <a:buNone/>
            </a:pPr>
            <a:r>
              <a:rPr lang="ar-SA" altLang="en-US" sz="72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7E1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7977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8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7977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8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7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8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8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7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9118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8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F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53733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رَعَ</a:t>
            </a:r>
            <a:pPr algn="ctr" indent="0" marL="0">
              <a:buNone/>
            </a:pPr>
            <a:r>
              <a:rPr lang="ar-SA" altLang="en-US" sz="72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1443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4F64"/>
          </a:solidFill>
          <a:ln w="12700">
            <a:solidFill>
              <a:srgbClr val="2B4F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3D79"/>
          </a:solidFill>
          <a:ln w="12700">
            <a:solidFill>
              <a:srgbClr val="343D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592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8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592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8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3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8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8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3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9118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8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77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57607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زَعَ</a:t>
            </a:r>
            <a:pPr algn="ctr" indent="0" marL="0">
              <a:buNone/>
            </a:pPr>
            <a:r>
              <a:rPr lang="ar-SA" altLang="en-US" sz="70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88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7C5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7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7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4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79919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7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79919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7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4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18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8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9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6878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سَعَ</a:t>
            </a:r>
            <a:pPr algn="ctr" indent="0" marL="0">
              <a:buNone/>
            </a:pPr>
            <a:r>
              <a:rPr lang="ar-SA" altLang="en-US" sz="72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E0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DDED5E"/>
          </a:solidFill>
          <a:ln w="12700">
            <a:solidFill>
              <a:srgbClr val="DD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117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1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8117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1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9099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A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75793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شَعَ</a:t>
            </a:r>
            <a:pPr algn="ctr" indent="0" marL="0">
              <a:buNone/>
            </a:pPr>
            <a:r>
              <a:rPr lang="ar-SA" altLang="en-US" sz="72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1420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7452E0"/>
          </a:solidFill>
          <a:ln w="12700">
            <a:solidFill>
              <a:srgbClr val="74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D8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BF70"/>
          </a:solidFill>
          <a:ln w="12700">
            <a:solidFill>
              <a:srgbClr val="DBBF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4C"/>
          </a:solidFill>
          <a:ln w="12700">
            <a:solidFill>
              <a:srgbClr val="47854C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4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4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A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0545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4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80545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4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A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9107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5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0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66878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صَعَ</a:t>
            </a:r>
            <a:pPr algn="ctr" indent="0" marL="0">
              <a:buNone/>
            </a:pPr>
            <a:r>
              <a:rPr lang="ar-SA" altLang="en-US" sz="72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7C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9864"/>
          </a:solidFill>
          <a:ln w="12700">
            <a:solidFill>
              <a:srgbClr val="D89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6E47"/>
          </a:solidFill>
          <a:ln w="12700">
            <a:solidFill>
              <a:srgbClr val="D16E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117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1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117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1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099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57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1621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ضَعَ</a:t>
            </a:r>
            <a:pPr algn="ctr" indent="0" marL="0">
              <a:buNone/>
            </a:pPr>
            <a:r>
              <a:rPr lang="ar-SA" altLang="en-US" sz="72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C5F7D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613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8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9613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8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9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8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8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9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9118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8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77149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طَعَ</a:t>
            </a:r>
            <a:pPr algn="ctr" indent="0" marL="0">
              <a:buNone/>
            </a:pPr>
            <a:r>
              <a:rPr lang="ar-SA" altLang="en-US" sz="72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31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5D"/>
          </a:solidFill>
          <a:ln w="12700">
            <a:solidFill>
              <a:srgbClr val="642B5D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4F"/>
          </a:solidFill>
          <a:ln w="12700">
            <a:solidFill>
              <a:srgbClr val="79344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613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8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9613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8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8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8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9118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8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5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77149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ظَعَ</a:t>
            </a:r>
            <a:pPr algn="ctr" indent="0" marL="0">
              <a:buNone/>
            </a:pPr>
            <a:r>
              <a:rPr lang="ar-SA" altLang="en-US" sz="72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7F2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4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6200" dirty="0"/>
          </a:p>
        </p:txBody>
      </p:sp>
      <p:sp>
        <p:nvSpPr>
          <p:cNvPr id="14" name="C2 V1 vowel"/>
          <p:cNvSpPr txBox="1"/>
          <p:nvPr/>
        </p:nvSpPr>
        <p:spPr>
          <a:xfrm>
            <a:off x="6720840" y="164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62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3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M2 madd"/>
          <p:cNvSpPr txBox="1"/>
          <p:nvPr/>
        </p:nvSpPr>
        <p:spPr>
          <a:xfrm>
            <a:off x="4343400" y="171069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000" dirty="0"/>
          </a:p>
        </p:txBody>
      </p:sp>
      <p:sp>
        <p:nvSpPr>
          <p:cNvPr id="17" name="C4 S2 stretch"/>
          <p:cNvSpPr/>
          <p:nvPr/>
        </p:nvSpPr>
        <p:spPr>
          <a:xfrm>
            <a:off x="4919472" y="136245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5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6 R result"/>
          <p:cNvSpPr txBox="1"/>
          <p:nvPr/>
        </p:nvSpPr>
        <p:spPr>
          <a:xfrm>
            <a:off x="685800" y="1696276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11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pPr algn="ctr" indent="0" marL="0">
              <a:buNone/>
            </a:pPr>
            <a:r>
              <a:rPr lang="ar-SA" altLang="en-US" sz="88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110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C5ED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DA"/>
          </a:solidFill>
          <a:ln w="12700">
            <a:solidFill>
              <a:srgbClr val="5EEDDA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3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3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4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9103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4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20201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3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20201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3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A5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87474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pPr algn="ctr" indent="0" marL="0">
              <a:buNone/>
            </a:pPr>
            <a:r>
              <a:rPr lang="ar-SA" altLang="en-US" sz="66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82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43142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53"/>
          </a:solidFill>
          <a:ln w="12700">
            <a:solidFill>
              <a:srgbClr val="E05253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BE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A5"/>
          </a:solidFill>
          <a:ln w="12700">
            <a:solidFill>
              <a:srgbClr val="70DBA5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5285"/>
          </a:solidFill>
          <a:ln w="12700">
            <a:solidFill>
              <a:srgbClr val="4752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3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3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7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9103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7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8152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3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8152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3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A2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pPr algn="ctr" indent="0" marL="0">
              <a:buNone/>
            </a:pPr>
            <a:r>
              <a:rPr lang="ar-SA" altLang="en-US" sz="67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84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D0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7B"/>
          </a:solidFill>
          <a:ln w="12700">
            <a:solidFill>
              <a:srgbClr val="64D87B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4C"/>
          </a:solidFill>
          <a:ln w="12700">
            <a:solidFill>
              <a:srgbClr val="47D14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3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3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03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088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3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088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3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7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5050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pPr algn="ctr" indent="0" marL="0">
              <a:buNone/>
            </a:pPr>
            <a:r>
              <a:rPr lang="ar-SA" altLang="en-US" sz="72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C9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3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3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9103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93888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3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93888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3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2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75050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pPr algn="ctr" indent="0" marL="0">
              <a:buNone/>
            </a:pPr>
            <a:r>
              <a:rPr lang="ar-SA" altLang="en-US" sz="72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4325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5C2B"/>
          </a:solidFill>
          <a:ln w="12700">
            <a:solidFill>
              <a:srgbClr val="645C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07934"/>
          </a:solidFill>
          <a:ln w="12700">
            <a:solidFill>
              <a:srgbClr val="60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3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3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9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9103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9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78488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3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78488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3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2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55804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pPr algn="ctr" indent="0" marL="0">
              <a:buNone/>
            </a:pPr>
            <a:r>
              <a:rPr lang="ar-SA" altLang="en-US" sz="59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74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C5F7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3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3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6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03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6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78488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3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78488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3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5B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5804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pPr algn="ctr" indent="0" marL="0">
              <a:buNone/>
            </a:pPr>
            <a:r>
              <a:rPr lang="ar-SA" altLang="en-US" sz="59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74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F4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B65EED"/>
          </a:solidFill>
          <a:ln w="12700">
            <a:solidFill>
              <a:srgbClr val="B6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3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3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9103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8400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3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8400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3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8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55804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pPr algn="ctr" indent="0" marL="0">
              <a:buNone/>
            </a:pPr>
            <a:r>
              <a:rPr lang="ar-SA" altLang="en-US" sz="59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74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38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77E052"/>
          </a:solidFill>
          <a:ln w="12700">
            <a:solidFill>
              <a:srgbClr val="77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A5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8A70DB"/>
          </a:solidFill>
          <a:ln w="12700">
            <a:solidFill>
              <a:srgbClr val="8A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61"/>
          </a:solidFill>
          <a:ln w="12700">
            <a:solidFill>
              <a:srgbClr val="854761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3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3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9103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8998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3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8998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3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B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7562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pPr algn="ctr" indent="0" marL="0">
              <a:buNone/>
            </a:pPr>
            <a:r>
              <a:rPr lang="ar-SA" altLang="en-US" sz="72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90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C5D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6AD8"/>
          </a:solidFill>
          <a:ln w="12700">
            <a:solidFill>
              <a:srgbClr val="646A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65D1"/>
          </a:solidFill>
          <a:ln w="12700">
            <a:solidFill>
              <a:srgbClr val="4765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3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3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8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03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8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549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3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549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3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C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665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pPr algn="ctr" indent="0" marL="0">
              <a:buNone/>
            </a:pPr>
            <a:r>
              <a:rPr lang="ar-SA" altLang="en-US" sz="72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90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F7C5C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3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3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B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9103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B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8080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3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8080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3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74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62665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pPr algn="ctr" indent="0" marL="0">
              <a:buNone/>
            </a:pPr>
            <a:r>
              <a:rPr lang="ar-SA" altLang="en-US" sz="66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82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1443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4E"/>
          </a:solidFill>
          <a:ln w="12700">
            <a:solidFill>
              <a:srgbClr val="2B644E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179"/>
          </a:solidFill>
          <a:ln w="12700">
            <a:solidFill>
              <a:srgbClr val="3471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3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3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C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9103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C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8632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3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8632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3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4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62665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pPr algn="ctr" indent="0" marL="0">
              <a:buNone/>
            </a:pPr>
            <a:r>
              <a:rPr lang="ar-SA" altLang="en-US" sz="66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82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D9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3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3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03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029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3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029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3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3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2735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pPr algn="ctr" indent="0" marL="0">
              <a:buNone/>
            </a:pPr>
            <a:r>
              <a:rPr lang="ar-SA" altLang="en-US" sz="63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79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F7E8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935E"/>
          </a:solidFill>
          <a:ln w="12700">
            <a:solidFill>
              <a:srgbClr val="ED93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643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1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643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1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5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9099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5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0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2886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pPr algn="ctr" indent="0" marL="0">
              <a:buNone/>
            </a:pPr>
            <a:r>
              <a:rPr lang="ar-SA" altLang="en-US" sz="63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79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1443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9AE0"/>
          </a:solidFill>
          <a:ln w="12700">
            <a:solidFill>
              <a:srgbClr val="529A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8D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71"/>
          </a:solidFill>
          <a:ln w="12700">
            <a:solidFill>
              <a:srgbClr val="DB7071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18547"/>
          </a:solidFill>
          <a:ln w="12700">
            <a:solidFill>
              <a:srgbClr val="71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3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3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9103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814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3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814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3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8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62782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pPr algn="ctr" indent="0" marL="0">
              <a:buNone/>
            </a:pPr>
            <a:r>
              <a:rPr lang="ar-SA" altLang="en-US" sz="62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77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F7C5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87"/>
          </a:solidFill>
          <a:ln w="12700">
            <a:solidFill>
              <a:srgbClr val="D86487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88"/>
          </a:solidFill>
          <a:ln w="12700">
            <a:solidFill>
              <a:srgbClr val="D14788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643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643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5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099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5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B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2782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pPr algn="ctr" indent="0" marL="0">
              <a:buNone/>
            </a:pPr>
            <a:r>
              <a:rPr lang="ar-SA" altLang="en-US" sz="62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77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DA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3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3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9103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95464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3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95464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3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9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76577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pPr algn="ctr" indent="0" marL="0">
              <a:buNone/>
            </a:pPr>
            <a:r>
              <a:rPr lang="ar-SA" altLang="en-US" sz="72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90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141A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02B64"/>
          </a:solidFill>
          <a:ln w="12700">
            <a:solidFill>
              <a:srgbClr val="40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03479"/>
          </a:solidFill>
          <a:ln w="12700">
            <a:solidFill>
              <a:srgbClr val="70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3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3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C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9103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C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95464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3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95464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3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E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76577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pPr algn="ctr" indent="0" marL="0">
              <a:buNone/>
            </a:pPr>
            <a:r>
              <a:rPr lang="ar-SA" altLang="en-US" sz="72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90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F7CD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3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3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B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03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B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075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3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075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3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4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5804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pPr algn="ctr" indent="0" marL="0">
              <a:buNone/>
            </a:pPr>
            <a:r>
              <a:rPr lang="ar-SA" altLang="en-US" sz="59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74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C5F7D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6F"/>
          </a:solidFill>
          <a:ln w="12700">
            <a:solidFill>
              <a:srgbClr val="5EED6F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20624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37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20624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37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8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7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37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8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9682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0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8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8861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7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8861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37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3E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83045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أَغَ</a:t>
            </a:r>
            <a:pPr algn="ctr" indent="0" marL="0">
              <a:buNone/>
            </a:pPr>
            <a:r>
              <a:rPr lang="ar-SA" altLang="en-US" sz="50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2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37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BE"/>
          </a:solidFill>
          <a:ln w="12700">
            <a:solidFill>
              <a:srgbClr val="E052BE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A6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8CDB70"/>
          </a:solidFill>
          <a:ln w="12700">
            <a:solidFill>
              <a:srgbClr val="8C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085"/>
          </a:solidFill>
          <a:ln w="12700">
            <a:solidFill>
              <a:srgbClr val="4780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8861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7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8861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37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5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7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37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5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9682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0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5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9666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37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9666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37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6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73385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بَغَ</a:t>
            </a:r>
            <a:pPr algn="ctr" indent="0" marL="0">
              <a:buNone/>
            </a:pPr>
            <a:r>
              <a:rPr lang="ar-SA" altLang="en-US" sz="55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9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F5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A4D864"/>
          </a:solidFill>
          <a:ln w="12700">
            <a:solidFill>
              <a:srgbClr val="A4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AAD147"/>
          </a:solidFill>
          <a:ln w="12700">
            <a:solidFill>
              <a:srgbClr val="AA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666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37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666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37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7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37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682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0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925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37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925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37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8E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80428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تَغَ</a:t>
            </a:r>
            <a:pPr algn="ctr" indent="0" marL="0">
              <a:buNone/>
            </a:pPr>
            <a:r>
              <a:rPr lang="ar-SA" altLang="en-US" sz="54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8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C5E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925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37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9925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37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6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7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37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6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9682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0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6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8600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7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8600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37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B7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69397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ثَغَ</a:t>
            </a:r>
            <a:pPr algn="ctr" indent="0" marL="0">
              <a:buNone/>
            </a:pPr>
            <a:r>
              <a:rPr lang="ar-SA" altLang="en-US" sz="49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1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solidFill>
          <a:srgbClr val="4314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322B"/>
          </a:solidFill>
          <a:ln w="12700">
            <a:solidFill>
              <a:srgbClr val="6432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5F34"/>
          </a:solidFill>
          <a:ln w="12700">
            <a:solidFill>
              <a:srgbClr val="795F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8600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7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8600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37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9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7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37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9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9682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0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9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8600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7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8600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37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90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64861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جَغَ</a:t>
            </a:r>
            <a:pPr algn="ctr" indent="0" marL="0">
              <a:buNone/>
            </a:pPr>
            <a:r>
              <a:rPr lang="ar-SA" altLang="en-US" sz="52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5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bg>
      <p:bgPr>
        <a:solidFill>
          <a:srgbClr val="C9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600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7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600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37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C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7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37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C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682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0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C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074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7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074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7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6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5068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حَغَ</a:t>
            </a:r>
            <a:pPr algn="ctr" indent="0" marL="0">
              <a:buNone/>
            </a:pPr>
            <a:r>
              <a:rPr lang="ar-SA" altLang="en-US" sz="52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5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bg>
      <p:bgPr>
        <a:solidFill>
          <a:srgbClr val="CF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71ED"/>
          </a:solidFill>
          <a:ln w="12700">
            <a:solidFill>
              <a:srgbClr val="5E71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9074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7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9074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7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B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7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37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B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9682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0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B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9589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7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9589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37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40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81803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خَغَ</a:t>
            </a:r>
            <a:pPr algn="ctr" indent="0" marL="0">
              <a:buNone/>
            </a:pPr>
            <a:r>
              <a:rPr lang="ar-SA" altLang="en-US" sz="62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77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bg>
      <p:bgPr>
        <a:solidFill>
          <a:srgbClr val="432B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E052"/>
          </a:solidFill>
          <a:ln w="12700">
            <a:solidFill>
              <a:srgbClr val="E0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C0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A6DB"/>
          </a:solidFill>
          <a:ln w="12700">
            <a:solidFill>
              <a:srgbClr val="70A6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A4785"/>
          </a:solidFill>
          <a:ln w="12700">
            <a:solidFill>
              <a:srgbClr val="7A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589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7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9589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37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8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7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37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8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9682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0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8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200639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37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200639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37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44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84454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دَغَ</a:t>
            </a:r>
            <a:pPr algn="ctr" indent="0" marL="0">
              <a:buNone/>
            </a:pPr>
            <a:r>
              <a:rPr lang="ar-SA" altLang="en-US" sz="64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80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bg>
      <p:bgPr>
        <a:solidFill>
          <a:srgbClr val="C5F7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C1D8"/>
          </a:solidFill>
          <a:ln w="12700">
            <a:solidFill>
              <a:srgbClr val="64C1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CCD1"/>
          </a:solidFill>
          <a:ln w="12700">
            <a:solidFill>
              <a:srgbClr val="47CC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200639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37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200639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37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4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7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37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4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682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0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4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7998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37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7998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37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6C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2891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ذَغَ</a:t>
            </a:r>
            <a:pPr algn="ctr" indent="0" marL="0">
              <a:buNone/>
            </a:pPr>
            <a:r>
              <a:rPr lang="ar-SA" altLang="en-US" sz="56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70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1">
    <p:bg>
      <p:bgPr>
        <a:solidFill>
          <a:srgbClr val="F7C5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87998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37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87998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37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3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7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37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3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9682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0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3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9274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37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9274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37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9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72067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رَغَ</a:t>
            </a:r>
            <a:pPr algn="ctr" indent="0" marL="0">
              <a:buNone/>
            </a:pPr>
            <a:r>
              <a:rPr lang="ar-SA" altLang="en-US" sz="57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71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2">
    <p:bg>
      <p:bgPr>
        <a:solidFill>
          <a:srgbClr val="32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2642B"/>
          </a:solidFill>
          <a:ln w="12700">
            <a:solidFill>
              <a:srgbClr val="32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4E"/>
          </a:solidFill>
          <a:ln w="12700">
            <a:solidFill>
              <a:srgbClr val="34794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274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37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9274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37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6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7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37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6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9682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0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6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8755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7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8755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37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B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72443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زَغَ</a:t>
            </a:r>
            <a:pPr algn="ctr" indent="0" marL="0">
              <a:buNone/>
            </a:pPr>
            <a:r>
              <a:rPr lang="ar-SA" altLang="en-US" sz="44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55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3">
    <p:bg>
      <p:bgPr>
        <a:solidFill>
          <a:srgbClr val="C5D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777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6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777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36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9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27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6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27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36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9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6786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9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9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9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6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6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8A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2634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سَغَ</a:t>
            </a:r>
            <a:pPr algn="ctr" indent="0" marL="0">
              <a:buNone/>
            </a:pPr>
            <a:r>
              <a:rPr lang="ar-SA" altLang="en-US" sz="41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51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4">
    <p:bg>
      <p:bgPr>
        <a:solidFill>
          <a:srgbClr val="F7C5C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95"/>
          </a:solidFill>
          <a:ln w="12700">
            <a:solidFill>
              <a:srgbClr val="ED5E95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6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6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D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27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6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927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36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D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96786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9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9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D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8873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6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8873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6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62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72678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شَغَ</a:t>
            </a:r>
            <a:pPr algn="ctr" indent="0" marL="0">
              <a:buNone/>
            </a:pPr>
            <a:r>
              <a:rPr lang="ar-SA" altLang="en-US" sz="39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9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5">
    <p:bg>
      <p:bgPr>
        <a:solidFill>
          <a:srgbClr val="1443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BC"/>
          </a:solidFill>
          <a:ln w="12700">
            <a:solidFill>
              <a:srgbClr val="52E0BC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D9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C1"/>
          </a:solidFill>
          <a:ln w="12700">
            <a:solidFill>
              <a:srgbClr val="DB70C1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6B47"/>
          </a:solidFill>
          <a:ln w="12700">
            <a:solidFill>
              <a:srgbClr val="856B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8892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5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8892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5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A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2859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5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92859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35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A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9674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8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A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5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5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3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71796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صَغَ</a:t>
            </a:r>
            <a:pPr algn="ctr" indent="0" marL="0">
              <a:buNone/>
            </a:pPr>
            <a:r>
              <a:rPr lang="ar-SA" altLang="en-US" sz="38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7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6">
    <p:bg>
      <p:bgPr>
        <a:solidFill>
          <a:srgbClr val="E0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364D8"/>
          </a:solidFill>
          <a:ln w="12700">
            <a:solidFill>
              <a:srgbClr val="D3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B447D1"/>
          </a:solidFill>
          <a:ln w="12700">
            <a:solidFill>
              <a:srgbClr val="B4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5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5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7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2859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5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2859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35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7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674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8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7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20034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5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20034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35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81327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ضَغَ</a:t>
            </a:r>
            <a:pPr algn="ctr" indent="0" marL="0">
              <a:buNone/>
            </a:pPr>
            <a:r>
              <a:rPr lang="ar-SA" altLang="en-US" sz="46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7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7">
    <p:bg>
      <p:bgPr>
        <a:solidFill>
          <a:srgbClr val="F7EE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200609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7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200609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37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4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7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37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4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9682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0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4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200609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37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200609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37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72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815934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طَغَ</a:t>
            </a:r>
            <a:pPr algn="ctr" indent="0" marL="0">
              <a:buNone/>
            </a:pPr>
            <a:r>
              <a:rPr lang="ar-SA" altLang="en-US" sz="47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9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8">
    <p:bg>
      <p:bgPr>
        <a:solidFill>
          <a:srgbClr val="143D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4164"/>
          </a:solidFill>
          <a:ln w="12700">
            <a:solidFill>
              <a:srgbClr val="2B41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C3479"/>
          </a:solidFill>
          <a:ln w="12700">
            <a:solidFill>
              <a:srgbClr val="3C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200609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37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200609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37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3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7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37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3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9682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0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3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8795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37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8795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37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9A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66816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ظَغَ</a:t>
            </a:r>
            <a:pPr algn="ctr" indent="0" marL="0">
              <a:buNone/>
            </a:pPr>
            <a:r>
              <a:rPr lang="ar-SA" altLang="en-US" sz="51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64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9">
    <p:bg>
      <p:bgPr>
        <a:solidFill>
          <a:srgbClr val="F7C5E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795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37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795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37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7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7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37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7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682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0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7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20624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37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20624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37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AD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93827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عَغَ</a:t>
            </a:r>
            <a:pPr algn="ctr" indent="0" marL="0">
              <a:buNone/>
            </a:pPr>
            <a:r>
              <a:rPr lang="ar-SA" altLang="en-US" sz="58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72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0">
    <p:bg>
      <p:bgPr>
        <a:solidFill>
          <a:srgbClr val="D4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B8ED5E"/>
          </a:solidFill>
          <a:ln w="12700">
            <a:solidFill>
              <a:srgbClr val="B8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20201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3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20201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3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3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3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9103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8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87474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أَغَ</a:t>
            </a:r>
            <a:pPr algn="ctr" indent="0" marL="0">
              <a:buNone/>
            </a:pPr>
            <a:r>
              <a:rPr lang="ar-SA" altLang="en-US" sz="66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82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1">
    <p:bg>
      <p:bgPr>
        <a:solidFill>
          <a:srgbClr val="14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9852E0"/>
          </a:solidFill>
          <a:ln w="12700">
            <a:solidFill>
              <a:srgbClr val="98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DB70"/>
          </a:solidFill>
          <a:ln w="12700">
            <a:solidFill>
              <a:srgbClr val="DB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5C"/>
          </a:solidFill>
          <a:ln w="12700">
            <a:solidFill>
              <a:srgbClr val="47855C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152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3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152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3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D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3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3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D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9103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C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64150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بَغَ</a:t>
            </a:r>
            <a:pPr algn="ctr" indent="0" marL="0">
              <a:buNone/>
            </a:pPr>
            <a:r>
              <a:rPr lang="ar-SA" altLang="en-US" sz="70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87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2">
    <p:bg>
      <p:bgPr>
        <a:solidFill>
          <a:srgbClr val="F7D3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B664"/>
          </a:solidFill>
          <a:ln w="12700">
            <a:solidFill>
              <a:srgbClr val="D8B6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9147"/>
          </a:solidFill>
          <a:ln w="12700">
            <a:solidFill>
              <a:srgbClr val="D19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088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3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088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3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A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3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3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A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03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34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4593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تَغَ</a:t>
            </a:r>
            <a:pPr algn="ctr" indent="0" marL="0">
              <a:buNone/>
            </a:pPr>
            <a:r>
              <a:rPr lang="ar-SA" altLang="en-US" sz="72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3">
    <p:bg>
      <p:bgPr>
        <a:solidFill>
          <a:srgbClr val="C5F7E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3888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3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93888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3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7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3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3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7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9103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50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80479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ثَغَ</a:t>
            </a:r>
            <a:pPr algn="ctr" indent="0" marL="0">
              <a:buNone/>
            </a:pPr>
            <a:r>
              <a:rPr lang="ar-SA" altLang="en-US" sz="72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4">
    <p:bg>
      <p:bgPr>
        <a:solidFill>
          <a:srgbClr val="3D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4F"/>
          </a:solidFill>
          <a:ln w="12700">
            <a:solidFill>
              <a:srgbClr val="642B4F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3D"/>
          </a:solidFill>
          <a:ln w="12700">
            <a:solidFill>
              <a:srgbClr val="79343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78488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3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78488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3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3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3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9103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7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64424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جَغَ</a:t>
            </a:r>
            <a:pPr algn="ctr" indent="0" marL="0">
              <a:buNone/>
            </a:pPr>
            <a:r>
              <a:rPr lang="ar-SA" altLang="en-US" sz="70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88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5">
    <p:bg>
      <p:bgPr>
        <a:solidFill>
          <a:srgbClr val="EF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8488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3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8488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3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3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3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03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0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4593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حَغَ</a:t>
            </a:r>
            <a:pPr algn="ctr" indent="0" marL="0">
              <a:buNone/>
            </a:pPr>
            <a:r>
              <a:rPr lang="ar-SA" altLang="en-US" sz="72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6">
    <p:bg>
      <p:bgPr>
        <a:solidFill>
          <a:srgbClr val="C5E0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DCED"/>
          </a:solidFill>
          <a:ln w="12700">
            <a:solidFill>
              <a:srgbClr val="5EDC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400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3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400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3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7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3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3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7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9103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7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74593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خَغَ</a:t>
            </a:r>
            <a:pPr algn="ctr" indent="0" marL="0">
              <a:buNone/>
            </a:pPr>
            <a:r>
              <a:rPr lang="ar-SA" altLang="en-US" sz="72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7">
    <p:bg>
      <p:bgPr>
        <a:solidFill>
          <a:srgbClr val="43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7552"/>
          </a:solidFill>
          <a:ln w="12700">
            <a:solidFill>
              <a:srgbClr val="E075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D8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C0"/>
          </a:solidFill>
          <a:ln w="12700">
            <a:solidFill>
              <a:srgbClr val="70DBC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C4785"/>
          </a:solidFill>
          <a:ln w="12700">
            <a:solidFill>
              <a:srgbClr val="4C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98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3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998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3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A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3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3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A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9103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7F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7562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دَغَ</a:t>
            </a:r>
            <a:pPr algn="ctr" indent="0" marL="0">
              <a:buNone/>
            </a:pPr>
            <a:r>
              <a:rPr lang="ar-SA" altLang="en-US" sz="72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8">
    <p:bg>
      <p:bgPr>
        <a:solidFill>
          <a:srgbClr val="C5F7C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99"/>
          </a:solidFill>
          <a:ln w="12700">
            <a:solidFill>
              <a:srgbClr val="64D899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6F"/>
          </a:solidFill>
          <a:ln w="12700">
            <a:solidFill>
              <a:srgbClr val="47D16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549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3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549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3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D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3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3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D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03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5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665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ذَغَ</a:t>
            </a:r>
            <a:pPr algn="ctr" indent="0" marL="0">
              <a:buNone/>
            </a:pPr>
            <a:r>
              <a:rPr lang="ar-SA" altLang="en-US" sz="72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9">
    <p:bg>
      <p:bgPr>
        <a:solidFill>
          <a:srgbClr val="D5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080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3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080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3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3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3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9103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62665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رَغَ</a:t>
            </a:r>
            <a:pPr algn="ctr" indent="0" marL="0">
              <a:buNone/>
            </a:pPr>
            <a:r>
              <a:rPr lang="ar-SA" altLang="en-US" sz="66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82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0">
    <p:bg>
      <p:bgPr>
        <a:solidFill>
          <a:srgbClr val="4331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D642B"/>
          </a:solidFill>
          <a:ln w="12700">
            <a:solidFill>
              <a:srgbClr val="5D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E7934"/>
          </a:solidFill>
          <a:ln w="12700">
            <a:solidFill>
              <a:srgbClr val="4E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632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3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632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3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6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3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3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6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9103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6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62665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زَغَ</a:t>
            </a:r>
            <a:pPr algn="ctr" indent="0" marL="0">
              <a:buNone/>
            </a:pPr>
            <a:r>
              <a:rPr lang="ar-SA" altLang="en-US" sz="66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82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1">
    <p:bg>
      <p:bgPr>
        <a:solidFill>
          <a:srgbClr val="C5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029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3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029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3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3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3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3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3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03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7E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4021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سَغَ</a:t>
            </a:r>
            <a:pPr algn="ctr" indent="0" marL="0">
              <a:buNone/>
            </a:pPr>
            <a:r>
              <a:rPr lang="ar-SA" altLang="en-US" sz="72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2">
    <p:bg>
      <p:bgPr>
        <a:solidFill>
          <a:srgbClr val="F7C5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DB5EED"/>
          </a:solidFill>
          <a:ln w="12700">
            <a:solidFill>
              <a:srgbClr val="DB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4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643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1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8643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1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4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9099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A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75793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شَغَ</a:t>
            </a:r>
            <a:pPr algn="ctr" indent="0" marL="0">
              <a:buNone/>
            </a:pPr>
            <a:r>
              <a:rPr lang="ar-SA" altLang="en-US" sz="72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3">
    <p:bg>
      <p:bgPr>
        <a:solidFill>
          <a:srgbClr val="2B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52"/>
          </a:solidFill>
          <a:ln w="12700">
            <a:solidFill>
              <a:srgbClr val="52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BF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A570DB"/>
          </a:solidFill>
          <a:ln w="12700">
            <a:solidFill>
              <a:srgbClr val="A5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52"/>
          </a:solidFill>
          <a:ln w="12700">
            <a:solidFill>
              <a:srgbClr val="854752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14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3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14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3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3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3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9103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A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74021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صَغَ</a:t>
            </a:r>
            <a:pPr algn="ctr" indent="0" marL="0">
              <a:buNone/>
            </a:pPr>
            <a:r>
              <a:rPr lang="ar-SA" altLang="en-US" sz="72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4">
    <p:bg>
      <p:bgPr>
        <a:solidFill>
          <a:srgbClr val="C5CF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7C64D8"/>
          </a:solidFill>
          <a:ln w="12700">
            <a:solidFill>
              <a:srgbClr val="7C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D47D1"/>
          </a:solidFill>
          <a:ln w="12700">
            <a:solidFill>
              <a:srgbClr val="4D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B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643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1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643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1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B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099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9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4021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ضَغَ</a:t>
            </a:r>
            <a:pPr algn="ctr" indent="0" marL="0">
              <a:buNone/>
            </a:pPr>
            <a:r>
              <a:rPr lang="ar-SA" altLang="en-US" sz="72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5">
    <p:bg>
      <p:bgPr>
        <a:solidFill>
          <a:srgbClr val="F7C9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5464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3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95464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3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C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3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3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C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9103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51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77149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طَغَ</a:t>
            </a:r>
            <a:pPr algn="ctr" indent="0" marL="0">
              <a:buNone/>
            </a:pPr>
            <a:r>
              <a:rPr lang="ar-SA" altLang="en-US" sz="72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6">
    <p:bg>
      <p:bgPr>
        <a:solidFill>
          <a:srgbClr val="14432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5D"/>
          </a:solidFill>
          <a:ln w="12700">
            <a:solidFill>
              <a:srgbClr val="2B645D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6079"/>
          </a:solidFill>
          <a:ln w="12700">
            <a:solidFill>
              <a:srgbClr val="3460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5464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3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95464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3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9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3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3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9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9103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33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77149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ظَغَ</a:t>
            </a:r>
            <a:pPr algn="ctr" indent="0" marL="0">
              <a:buNone/>
            </a:pPr>
            <a:r>
              <a:rPr lang="ar-SA" altLang="en-US" sz="72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7">
    <p:bg>
      <p:bgPr>
        <a:solidFill>
          <a:srgbClr val="E6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075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3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075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3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3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3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03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5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4593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عَغَ</a:t>
            </a:r>
            <a:pPr algn="ctr" indent="0" marL="0">
              <a:buNone/>
            </a:pPr>
            <a:r>
              <a:rPr lang="ar-SA" altLang="en-US" sz="72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8">
    <p:bg>
      <p:bgPr>
        <a:solidFill>
          <a:srgbClr val="F7F5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B75E"/>
          </a:solidFill>
          <a:ln w="12700">
            <a:solidFill>
              <a:srgbClr val="EDB7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1 W1 pill"/>
          <p:cNvSpPr/>
          <p:nvPr/>
        </p:nvSpPr>
        <p:spPr>
          <a:xfrm>
            <a:off x="5036604" y="896112"/>
            <a:ext cx="1674113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77E236"/>
            </a:solidFill>
            <a:prstDash val="solid"/>
          </a:ln>
        </p:spPr>
      </p:sp>
      <p:sp>
        <p:nvSpPr>
          <p:cNvPr id="19" name="C1 W1 word"/>
          <p:cNvSpPr txBox="1"/>
          <p:nvPr/>
        </p:nvSpPr>
        <p:spPr>
          <a:xfrm>
            <a:off x="5036604" y="896112"/>
            <a:ext cx="1674113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pPr algn="ctr" indent="0" marL="0">
              <a:buNone/>
            </a:pPr>
            <a:r>
              <a:rPr lang="ar-SA" altLang="en-US" sz="46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ذَا</a:t>
            </a:r>
            <a:endParaRPr lang="ar-SA" sz="5800" dirty="0"/>
          </a:p>
        </p:txBody>
      </p:sp>
      <p:sp>
        <p:nvSpPr>
          <p:cNvPr id="20" name="C2 W2 pill"/>
          <p:cNvSpPr/>
          <p:nvPr/>
        </p:nvSpPr>
        <p:spPr>
          <a:xfrm>
            <a:off x="2433283" y="896112"/>
            <a:ext cx="2283281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77E2"/>
            </a:solidFill>
            <a:prstDash val="solid"/>
          </a:ln>
        </p:spPr>
      </p:sp>
      <p:sp>
        <p:nvSpPr>
          <p:cNvPr id="21" name="C2 W2 word"/>
          <p:cNvSpPr txBox="1"/>
          <p:nvPr/>
        </p:nvSpPr>
        <p:spPr>
          <a:xfrm>
            <a:off x="2433283" y="896112"/>
            <a:ext cx="2283281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كِتَابٌ</a:t>
            </a:r>
            <a:endParaRPr lang="ar-SA" sz="5800" dirty="0"/>
          </a:p>
        </p:txBody>
      </p:sp>
      <p:sp>
        <p:nvSpPr>
          <p:cNvPr id="22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84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3 S panel"/>
          <p:cNvSpPr/>
          <p:nvPr/>
        </p:nvSpPr>
        <p:spPr>
          <a:xfrm>
            <a:off x="2789289" y="2834640"/>
            <a:ext cx="3565421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4" name="C3 S sentence"/>
          <p:cNvSpPr txBox="1"/>
          <p:nvPr/>
        </p:nvSpPr>
        <p:spPr>
          <a:xfrm>
            <a:off x="2789289" y="2834640"/>
            <a:ext cx="3565421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pPr algn="ctr" indent="0" marL="0">
              <a:buNone/>
            </a:pPr>
            <a:r>
              <a:rPr lang="ar-SA" altLang="en-US" sz="46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ذَا كِتَابٌ</a:t>
            </a:r>
            <a:endParaRPr lang="ar-SA" sz="58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9">
    <p:bg>
      <p:bgPr>
        <a:solidFill>
          <a:srgbClr val="1437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76E0"/>
          </a:solidFill>
          <a:ln w="12700">
            <a:solidFill>
              <a:srgbClr val="5276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A6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8B70"/>
          </a:solidFill>
          <a:ln w="12700">
            <a:solidFill>
              <a:srgbClr val="DB8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18547"/>
          </a:solidFill>
          <a:ln w="12700">
            <a:solidFill>
              <a:srgbClr val="618547"/>
            </a:solidFill>
            <a:prstDash val="solid"/>
          </a:ln>
        </p:spPr>
      </p:sp>
      <p:sp>
        <p:nvSpPr>
          <p:cNvPr id="15" name="C1 W1 pill"/>
          <p:cNvSpPr/>
          <p:nvPr/>
        </p:nvSpPr>
        <p:spPr>
          <a:xfrm>
            <a:off x="4890308" y="896112"/>
            <a:ext cx="1859889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45E2"/>
            </a:solidFill>
            <a:prstDash val="solid"/>
          </a:ln>
        </p:spPr>
      </p:sp>
      <p:sp>
        <p:nvSpPr>
          <p:cNvPr id="16" name="C1 W1 word"/>
          <p:cNvSpPr txBox="1"/>
          <p:nvPr/>
        </p:nvSpPr>
        <p:spPr>
          <a:xfrm>
            <a:off x="4890308" y="896112"/>
            <a:ext cx="185988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pPr algn="ctr" indent="0" marL="0">
              <a:buNone/>
            </a:pPr>
            <a:r>
              <a:rPr lang="ar-SA" altLang="en-US" sz="43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لِكَ</a:t>
            </a:r>
            <a:endParaRPr lang="ar-SA" sz="5400" dirty="0"/>
          </a:p>
        </p:txBody>
      </p:sp>
      <p:sp>
        <p:nvSpPr>
          <p:cNvPr id="17" name="C2 W2 pill"/>
          <p:cNvSpPr/>
          <p:nvPr/>
        </p:nvSpPr>
        <p:spPr>
          <a:xfrm>
            <a:off x="2393804" y="896112"/>
            <a:ext cx="2176464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45"/>
            </a:solidFill>
            <a:prstDash val="solid"/>
          </a:ln>
        </p:spPr>
      </p:sp>
      <p:sp>
        <p:nvSpPr>
          <p:cNvPr id="18" name="C2 W2 word"/>
          <p:cNvSpPr txBox="1"/>
          <p:nvPr/>
        </p:nvSpPr>
        <p:spPr>
          <a:xfrm>
            <a:off x="2393804" y="896112"/>
            <a:ext cx="2176464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خَيۡرٌ</a:t>
            </a:r>
            <a:endParaRPr lang="ar-SA" sz="5400" dirty="0"/>
          </a:p>
        </p:txBody>
      </p:sp>
      <p:sp>
        <p:nvSpPr>
          <p:cNvPr id="19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AC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3 S panel"/>
          <p:cNvSpPr/>
          <p:nvPr/>
        </p:nvSpPr>
        <p:spPr>
          <a:xfrm>
            <a:off x="2751049" y="2834640"/>
            <a:ext cx="3641902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3 S sentence"/>
          <p:cNvSpPr txBox="1"/>
          <p:nvPr/>
        </p:nvSpPr>
        <p:spPr>
          <a:xfrm>
            <a:off x="2751049" y="2834640"/>
            <a:ext cx="3641902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pPr algn="ctr" indent="0" marL="0">
              <a:buNone/>
            </a:pPr>
            <a:r>
              <a:rPr lang="ar-SA" altLang="en-US" sz="4300" baseline="12500" dirty="0">
                <a:solidFill>
                  <a:srgbClr val="E03131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pPr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لِكَ خَيۡرٌ</a:t>
            </a:r>
            <a:endParaRPr lang="ar-SA" sz="54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0">
    <p:bg>
      <p:bgPr>
        <a:solidFill>
          <a:srgbClr val="F7C5D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69"/>
          </a:solidFill>
          <a:ln w="12700">
            <a:solidFill>
              <a:srgbClr val="D86469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64"/>
          </a:solidFill>
          <a:ln w="12700">
            <a:solidFill>
              <a:srgbClr val="D1476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4934754" y="896112"/>
            <a:ext cx="1360413" cy="1371600"/>
          </a:xfrm>
          <a:prstGeom prst="roundRect">
            <a:avLst>
              <a:gd name="adj" fmla="val 26886"/>
            </a:avLst>
          </a:prstGeom>
          <a:solidFill>
            <a:srgbClr val="FFFFFF"/>
          </a:solidFill>
          <a:ln w="76200">
            <a:solidFill>
              <a:srgbClr val="E25A36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4934754" y="896112"/>
            <a:ext cx="1360413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إِل</a:t>
            </a:r>
            <a:pPr algn="ctr" indent="0" marL="0">
              <a:buNone/>
            </a:pPr>
            <a:r>
              <a:rPr lang="ar-SA" altLang="en-US" sz="35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هٌ</a:t>
            </a:r>
            <a:endParaRPr lang="ar-SA" sz="4400" dirty="0"/>
          </a:p>
        </p:txBody>
      </p:sp>
      <p:sp>
        <p:nvSpPr>
          <p:cNvPr id="12" name="C2 W2 pill"/>
          <p:cNvSpPr/>
          <p:nvPr/>
        </p:nvSpPr>
        <p:spPr>
          <a:xfrm>
            <a:off x="2848833" y="896112"/>
            <a:ext cx="1765881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5A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2848833" y="896112"/>
            <a:ext cx="1765881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وَاحِدٌ</a:t>
            </a:r>
            <a:endParaRPr lang="ar-SA" sz="44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9B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3191006" y="2834640"/>
            <a:ext cx="2761987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3191006" y="2834640"/>
            <a:ext cx="2761987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إِل</a:t>
            </a:r>
            <a:pPr algn="ctr" indent="0" marL="0">
              <a:buNone/>
            </a:pPr>
            <a:r>
              <a:rPr lang="ar-SA" altLang="en-US" sz="35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هٌ وَاحِدٌ</a:t>
            </a:r>
            <a:endParaRPr lang="ar-SA" sz="44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1">
    <p:bg>
      <p:bgPr>
        <a:solidFill>
          <a:srgbClr val="CD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1 W1 pill"/>
          <p:cNvSpPr/>
          <p:nvPr/>
        </p:nvSpPr>
        <p:spPr>
          <a:xfrm>
            <a:off x="4489122" y="896112"/>
            <a:ext cx="2742930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8C"/>
            </a:solidFill>
            <a:prstDash val="solid"/>
          </a:ln>
        </p:spPr>
      </p:sp>
      <p:sp>
        <p:nvSpPr>
          <p:cNvPr id="12" name="C1 W1 word"/>
          <p:cNvSpPr txBox="1"/>
          <p:nvPr/>
        </p:nvSpPr>
        <p:spPr>
          <a:xfrm>
            <a:off x="4489122" y="896112"/>
            <a:ext cx="274293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الرَّحۡم</a:t>
            </a:r>
            <a:pPr algn="ctr" indent="0" marL="0">
              <a:buNone/>
            </a:pPr>
            <a:r>
              <a:rPr lang="ar-SA" altLang="en-US" sz="3500" baseline="12500" dirty="0">
                <a:solidFill>
                  <a:srgbClr val="E03131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pPr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نِ</a:t>
            </a:r>
            <a:endParaRPr lang="ar-SA" sz="4400" dirty="0"/>
          </a:p>
        </p:txBody>
      </p:sp>
      <p:sp>
        <p:nvSpPr>
          <p:cNvPr id="13" name="C2 W2 pill"/>
          <p:cNvSpPr/>
          <p:nvPr/>
        </p:nvSpPr>
        <p:spPr>
          <a:xfrm>
            <a:off x="1911948" y="896112"/>
            <a:ext cx="2257134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8C36E2"/>
            </a:solidFill>
            <a:prstDash val="solid"/>
          </a:ln>
        </p:spPr>
      </p:sp>
      <p:sp>
        <p:nvSpPr>
          <p:cNvPr id="14" name="C2 W2 word"/>
          <p:cNvSpPr txBox="1"/>
          <p:nvPr/>
        </p:nvSpPr>
        <p:spPr>
          <a:xfrm>
            <a:off x="1911948" y="896112"/>
            <a:ext cx="2257134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الرَّحِيمِ</a:t>
            </a:r>
            <a:endParaRPr lang="ar-SA" sz="4400" dirty="0"/>
          </a:p>
        </p:txBody>
      </p:sp>
      <p:sp>
        <p:nvSpPr>
          <p:cNvPr id="15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2E7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3 S panel"/>
          <p:cNvSpPr/>
          <p:nvPr/>
        </p:nvSpPr>
        <p:spPr>
          <a:xfrm>
            <a:off x="2207569" y="2834640"/>
            <a:ext cx="4728861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3 S sentence"/>
          <p:cNvSpPr txBox="1"/>
          <p:nvPr/>
        </p:nvSpPr>
        <p:spPr>
          <a:xfrm>
            <a:off x="2207569" y="2834640"/>
            <a:ext cx="4728861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الرَّحۡم</a:t>
            </a:r>
            <a:pPr algn="ctr" indent="0" marL="0">
              <a:buNone/>
            </a:pPr>
            <a:r>
              <a:rPr lang="ar-SA" altLang="en-US" sz="3600" baseline="12500" dirty="0">
                <a:solidFill>
                  <a:srgbClr val="E03131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pPr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نِ الرَّحِيمِ</a:t>
            </a:r>
            <a:endParaRPr lang="ar-SA" sz="45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111</Slides>
  <Notes>111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111</vt:i4>
      </vt:variant>
    </vt:vector>
  </HeadingPairs>
  <TitlesOfParts>
    <vt:vector size="1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  <vt:lpstr>Slide 82</vt:lpstr>
      <vt:lpstr>Slide 83</vt:lpstr>
      <vt:lpstr>Slide 84</vt:lpstr>
      <vt:lpstr>Slide 85</vt:lpstr>
      <vt:lpstr>Slide 86</vt:lpstr>
      <vt:lpstr>Slide 87</vt:lpstr>
      <vt:lpstr>Slide 88</vt:lpstr>
      <vt:lpstr>Slide 89</vt:lpstr>
      <vt:lpstr>Slide 90</vt:lpstr>
      <vt:lpstr>Slide 91</vt:lpstr>
      <vt:lpstr>Slide 92</vt:lpstr>
      <vt:lpstr>Slide 93</vt:lpstr>
      <vt:lpstr>Slide 94</vt:lpstr>
      <vt:lpstr>Slide 95</vt:lpstr>
      <vt:lpstr>Slide 96</vt:lpstr>
      <vt:lpstr>Slide 97</vt:lpstr>
      <vt:lpstr>Slide 98</vt:lpstr>
      <vt:lpstr>Slide 99</vt:lpstr>
      <vt:lpstr>Slide 100</vt:lpstr>
      <vt:lpstr>Slide 101</vt:lpstr>
      <vt:lpstr>Slide 102</vt:lpstr>
      <vt:lpstr>Slide 103</vt:lpstr>
      <vt:lpstr>Slide 104</vt:lpstr>
      <vt:lpstr>Slide 105</vt:lpstr>
      <vt:lpstr>Slide 106</vt:lpstr>
      <vt:lpstr>Slide 107</vt:lpstr>
      <vt:lpstr>Slide 108</vt:lpstr>
      <vt:lpstr>Slide 109</vt:lpstr>
      <vt:lpstr>Slide 110</vt:lpstr>
      <vt:lpstr>Slide 111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Dagger alif 10-ain-ghain</dc:title>
  <dc:subject>PptxGenJS Presentation</dc:subject>
  <dc:creator>PptxGenJS</dc:creator>
  <cp:lastModifiedBy>PptxGenJS</cp:lastModifiedBy>
  <cp:revision>1</cp:revision>
  <dcterms:created xsi:type="dcterms:W3CDTF">2026-10-21T20:04:06Z</dcterms:created>
  <dcterms:modified xsi:type="dcterms:W3CDTF">2026-10-21T20:04:06Z</dcterms:modified>
</cp:coreProperties>
</file>