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2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65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9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7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زَعَـ</a:t>
            </a: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سَعَـ</a:t>
            </a: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صَعَـ</a:t>
            </a: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ضَعَـ</a:t>
            </a: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0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7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E052"/>
          </a:solidFill>
          <a:ln w="12700">
            <a:solidFill>
              <a:srgbClr val="7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غَـ</a:t>
            </a: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6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9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زَغَـ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سَغَـ</a:t>
            </a: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صَغَـ</a:t>
            </a: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ضَغَـ</a:t>
            </a: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20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10-ain-ghain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