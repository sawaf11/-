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</p:sldIdLst>
  <p:notesMasterIdLst>
    <p:notesMasterId r:id="rId1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notesMaster" Target="notesMasters/notesMaster1.xml"/><Relationship Id="rId114" Type="http://schemas.openxmlformats.org/officeDocument/2006/relationships/presProps" Target="presProps.xml"/><Relationship Id="rId115" Type="http://schemas.openxmlformats.org/officeDocument/2006/relationships/viewProps" Target="viewProps.xml"/><Relationship Id="rId116" Type="http://schemas.openxmlformats.org/officeDocument/2006/relationships/theme" Target="theme/theme1.xml"/><Relationship Id="rId1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3"/>
          </a:solidFill>
          <a:ln w="12700">
            <a:solidFill>
              <a:srgbClr val="52E07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F70DB"/>
          </a:solidFill>
          <a:ln w="12700">
            <a:solidFill>
              <a:srgbClr val="BF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B47"/>
          </a:solidFill>
          <a:ln w="12700">
            <a:solidFill>
              <a:srgbClr val="854B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54540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7000" dirty="0"/>
          </a:p>
        </p:txBody>
      </p:sp>
      <p:sp>
        <p:nvSpPr>
          <p:cNvPr id="19" name="C2 V1 vowel"/>
          <p:cNvSpPr txBox="1"/>
          <p:nvPr/>
        </p:nvSpPr>
        <p:spPr>
          <a:xfrm>
            <a:off x="6720840" y="154540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M2 madd"/>
          <p:cNvSpPr txBox="1"/>
          <p:nvPr/>
        </p:nvSpPr>
        <p:spPr>
          <a:xfrm>
            <a:off x="4343400" y="170897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600" dirty="0"/>
          </a:p>
        </p:txBody>
      </p:sp>
      <p:sp>
        <p:nvSpPr>
          <p:cNvPr id="22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6 R result"/>
          <p:cNvSpPr txBox="1"/>
          <p:nvPr/>
        </p:nvSpPr>
        <p:spPr>
          <a:xfrm>
            <a:off x="685800" y="158940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764D8"/>
          </a:solidFill>
          <a:ln w="12700">
            <a:solidFill>
              <a:srgbClr val="97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D47D1"/>
          </a:solidFill>
          <a:ln w="12700">
            <a:solidFill>
              <a:srgbClr val="6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584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43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E64"/>
          </a:solidFill>
          <a:ln w="12700">
            <a:solidFill>
              <a:srgbClr val="2B5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F79"/>
          </a:solidFill>
          <a:ln w="12700">
            <a:solidFill>
              <a:srgbClr val="344F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8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8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99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2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95E"/>
          </a:solidFill>
          <a:ln w="12700">
            <a:solidFill>
              <a:srgbClr val="EDD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4E0"/>
          </a:solidFill>
          <a:ln w="12700">
            <a:solidFill>
              <a:srgbClr val="525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470"/>
          </a:solidFill>
          <a:ln w="12700">
            <a:solidFill>
              <a:srgbClr val="DBA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38547"/>
          </a:solidFill>
          <a:ln w="12700">
            <a:solidFill>
              <a:srgbClr val="53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8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A64"/>
          </a:solidFill>
          <a:ln w="12700">
            <a:solidFill>
              <a:srgbClr val="D87A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B47"/>
          </a:solidFill>
          <a:ln w="12700">
            <a:solidFill>
              <a:srgbClr val="D14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33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33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C2B64"/>
          </a:solidFill>
          <a:ln w="12700">
            <a:solidFill>
              <a:srgbClr val="5C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0"/>
          </a:solidFill>
          <a:ln w="12700">
            <a:solidFill>
              <a:srgbClr val="79346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5"/>
          </a:solidFill>
          <a:ln w="12700">
            <a:solidFill>
              <a:srgbClr val="5EEDB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4314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7"/>
          </a:solidFill>
          <a:ln w="12700">
            <a:solidFill>
              <a:srgbClr val="E0527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4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9"/>
          </a:solidFill>
          <a:ln w="12700">
            <a:solidFill>
              <a:srgbClr val="70DB8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285"/>
          </a:solidFill>
          <a:ln w="12700">
            <a:solidFill>
              <a:srgbClr val="4762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9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9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5060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BD864"/>
          </a:solidFill>
          <a:ln w="12700">
            <a:solidFill>
              <a:srgbClr val="6B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6D147"/>
          </a:solidFill>
          <a:ln w="12700">
            <a:solidFill>
              <a:srgbClr val="66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1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1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8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9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54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054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82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530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31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E2B"/>
          </a:solidFill>
          <a:ln w="12700">
            <a:solidFill>
              <a:srgbClr val="644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27934"/>
          </a:solidFill>
          <a:ln w="12700">
            <a:solidFill>
              <a:srgbClr val="72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1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11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960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25EED"/>
          </a:solidFill>
          <a:ln w="12700">
            <a:solidFill>
              <a:srgbClr val="92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4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BE052"/>
          </a:solidFill>
          <a:ln w="12700">
            <a:solidFill>
              <a:srgbClr val="9B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2DB"/>
          </a:solidFill>
          <a:ln w="12700">
            <a:solidFill>
              <a:srgbClr val="707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1"/>
          </a:solidFill>
          <a:ln w="12700">
            <a:solidFill>
              <a:srgbClr val="85477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2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2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2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2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2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أَعَ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8D8"/>
          </a:solidFill>
          <a:ln w="12700">
            <a:solidFill>
              <a:srgbClr val="648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8D1"/>
          </a:solidFill>
          <a:ln w="12700">
            <a:solidFill>
              <a:srgbClr val="4788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B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434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بَعَ</a:t>
            </a:r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9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2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0299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تَعَ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F"/>
          </a:solidFill>
          <a:ln w="12700">
            <a:solidFill>
              <a:srgbClr val="2B643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0"/>
          </a:solidFill>
          <a:ln w="12700">
            <a:solidFill>
              <a:srgbClr val="34797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2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2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ثَعَ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58838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جَعَ</a:t>
            </a:r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E5E"/>
          </a:solidFill>
          <a:ln w="12700">
            <a:solidFill>
              <a:srgbClr val="ED6E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753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753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6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حَعَ</a:t>
            </a:r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43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FE0"/>
          </a:solidFill>
          <a:ln w="12700">
            <a:solidFill>
              <a:srgbClr val="52BF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C"/>
          </a:solidFill>
          <a:ln w="12700">
            <a:solidFill>
              <a:srgbClr val="DB708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08547"/>
          </a:solidFill>
          <a:ln w="12700">
            <a:solidFill>
              <a:srgbClr val="8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753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753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6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8918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خَعَ</a:t>
            </a:r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4"/>
          </a:solidFill>
          <a:ln w="12700">
            <a:solidFill>
              <a:srgbClr val="D864A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B"/>
          </a:solidFill>
          <a:ln w="12700">
            <a:solidFill>
              <a:srgbClr val="D147A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2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2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3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3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445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دَعَ</a:t>
            </a:r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3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3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9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2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9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2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ذَعَ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2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12B64"/>
          </a:solidFill>
          <a:ln w="12700">
            <a:solidFill>
              <a:srgbClr val="3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E3479"/>
          </a:solidFill>
          <a:ln w="12700">
            <a:solidFill>
              <a:srgbClr val="5E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69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2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69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234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2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234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2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8100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رَعَ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11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711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6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529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زَعَ</a:t>
            </a:r>
            <a:pPr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3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2ED5E"/>
          </a:solidFill>
          <a:ln w="12700">
            <a:solidFill>
              <a:srgbClr val="72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816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816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5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634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سَعَ</a:t>
            </a:r>
            <a:pPr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2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F52E0"/>
          </a:solidFill>
          <a:ln w="12700">
            <a:solidFill>
              <a:srgbClr val="DF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7DB70"/>
          </a:solidFill>
          <a:ln w="12700">
            <a:solidFill>
              <a:srgbClr val="A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A"/>
          </a:solidFill>
          <a:ln w="12700">
            <a:solidFill>
              <a:srgbClr val="47857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816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816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5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678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شَعَ</a:t>
            </a:r>
            <a:pPr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9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1D864"/>
          </a:solidFill>
          <a:ln w="12700">
            <a:solidFill>
              <a:srgbClr val="C1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DD147"/>
          </a:solidFill>
          <a:ln w="12700">
            <a:solidFill>
              <a:srgbClr val="C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3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83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5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069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صَعَ</a:t>
            </a:r>
            <a:pPr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7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83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83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5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132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ضَعَ</a:t>
            </a:r>
            <a:pPr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4314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3"/>
          </a:solidFill>
          <a:ln w="12700">
            <a:solidFill>
              <a:srgbClr val="642B3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D34"/>
          </a:solidFill>
          <a:ln w="12700">
            <a:solidFill>
              <a:srgbClr val="794D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2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1593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طَعَ</a:t>
            </a:r>
            <a:pPr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9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9382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ظَعَ</a:t>
            </a:r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6ED"/>
          </a:solidFill>
          <a:ln w="12700">
            <a:solidFill>
              <a:srgbClr val="5E96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أَعَ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431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B52"/>
          </a:solidFill>
          <a:ln w="12700">
            <a:solidFill>
              <a:srgbClr val="E0BB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A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2DB"/>
          </a:solidFill>
          <a:ln w="12700">
            <a:solidFill>
              <a:srgbClr val="70C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A4785"/>
          </a:solidFill>
          <a:ln w="12700">
            <a:solidFill>
              <a:srgbClr val="6A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699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بَعَ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2"/>
          </a:solidFill>
          <a:ln w="12700">
            <a:solidFill>
              <a:srgbClr val="64D8D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3"/>
          </a:solidFill>
          <a:ln w="12700">
            <a:solidFill>
              <a:srgbClr val="47D1B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19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تَعَ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ثَعَ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3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1642B"/>
          </a:solidFill>
          <a:ln w="12700">
            <a:solidFill>
              <a:srgbClr val="41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C"/>
          </a:solidFill>
          <a:ln w="12700">
            <a:solidFill>
              <a:srgbClr val="34793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727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جَعَ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744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حَعَ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9"/>
          </a:solidFill>
          <a:ln w="12700">
            <a:solidFill>
              <a:srgbClr val="ED5EB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033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033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1221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خَعَ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7"/>
          </a:solidFill>
          <a:ln w="12700">
            <a:solidFill>
              <a:srgbClr val="52E09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F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A70DB"/>
          </a:solidFill>
          <a:ln w="12700">
            <a:solidFill>
              <a:srgbClr val="DA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B47"/>
          </a:solidFill>
          <a:ln w="12700">
            <a:solidFill>
              <a:srgbClr val="855B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دَعَ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564D8"/>
          </a:solidFill>
          <a:ln w="12700">
            <a:solidFill>
              <a:srgbClr val="B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047D1"/>
          </a:solidFill>
          <a:ln w="12700">
            <a:solidFill>
              <a:srgbClr val="90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ذَعَ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رَعَ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44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F64"/>
          </a:solidFill>
          <a:ln w="12700">
            <a:solidFill>
              <a:srgbClr val="2B4F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D79"/>
          </a:solidFill>
          <a:ln w="12700">
            <a:solidFill>
              <a:srgbClr val="343D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زَعَ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9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9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سَعَ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DED5E"/>
          </a:solidFill>
          <a:ln w="12700">
            <a:solidFill>
              <a:srgbClr val="D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11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11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579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شَعَ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42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452E0"/>
          </a:solidFill>
          <a:ln w="12700">
            <a:solidFill>
              <a:srgbClr val="7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8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F70"/>
          </a:solidFill>
          <a:ln w="12700">
            <a:solidFill>
              <a:srgbClr val="DBB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C"/>
          </a:solidFill>
          <a:ln w="12700">
            <a:solidFill>
              <a:srgbClr val="47854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054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054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82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صَعَ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864"/>
          </a:solidFill>
          <a:ln w="12700">
            <a:solidFill>
              <a:srgbClr val="D89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E47"/>
          </a:solidFill>
          <a:ln w="12700">
            <a:solidFill>
              <a:srgbClr val="D16E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1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11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62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ضَعَ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طَعَ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3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D"/>
          </a:solidFill>
          <a:ln w="12700">
            <a:solidFill>
              <a:srgbClr val="642B5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F"/>
          </a:solidFill>
          <a:ln w="12700">
            <a:solidFill>
              <a:srgbClr val="79344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ظَعَ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4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2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64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2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70699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69627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1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A"/>
          </a:solidFill>
          <a:ln w="12700">
            <a:solidFill>
              <a:srgbClr val="5EEDD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80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2020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3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2020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3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4314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3"/>
          </a:solidFill>
          <a:ln w="12700">
            <a:solidFill>
              <a:srgbClr val="E0525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5"/>
          </a:solidFill>
          <a:ln w="12700">
            <a:solidFill>
              <a:srgbClr val="70DBA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285"/>
          </a:solidFill>
          <a:ln w="12700">
            <a:solidFill>
              <a:srgbClr val="4752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80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152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152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B"/>
          </a:solidFill>
          <a:ln w="12700">
            <a:solidFill>
              <a:srgbClr val="64D87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4C"/>
          </a:solidFill>
          <a:ln w="12700">
            <a:solidFill>
              <a:srgbClr val="47D14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80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88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88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5050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80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388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3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388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3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5050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432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C2B"/>
          </a:solidFill>
          <a:ln w="12700">
            <a:solidFill>
              <a:srgbClr val="645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07934"/>
          </a:solidFill>
          <a:ln w="12700">
            <a:solidFill>
              <a:srgbClr val="60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80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848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848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580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80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848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848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80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65EED"/>
          </a:solidFill>
          <a:ln w="12700">
            <a:solidFill>
              <a:srgbClr val="B6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80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40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3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40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3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580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3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7E052"/>
          </a:solidFill>
          <a:ln w="12700">
            <a:solidFill>
              <a:srgbClr val="7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A70DB"/>
          </a:solidFill>
          <a:ln w="12700">
            <a:solidFill>
              <a:srgbClr val="8A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1"/>
          </a:solidFill>
          <a:ln w="12700">
            <a:solidFill>
              <a:srgbClr val="85476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80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998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998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562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AD8"/>
          </a:solidFill>
          <a:ln w="12700">
            <a:solidFill>
              <a:srgbClr val="646A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5D1"/>
          </a:solidFill>
          <a:ln w="12700">
            <a:solidFill>
              <a:srgbClr val="4765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80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549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549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80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080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3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080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3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26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1443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E"/>
          </a:solidFill>
          <a:ln w="12700">
            <a:solidFill>
              <a:srgbClr val="2B644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179"/>
          </a:solidFill>
          <a:ln w="12700">
            <a:solidFill>
              <a:srgbClr val="3471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80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63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63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26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80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29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29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73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35E"/>
          </a:solidFill>
          <a:ln w="12700">
            <a:solidFill>
              <a:srgbClr val="ED93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43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643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28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144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AE0"/>
          </a:solidFill>
          <a:ln w="12700">
            <a:solidFill>
              <a:srgbClr val="529A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8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1"/>
          </a:solidFill>
          <a:ln w="12700">
            <a:solidFill>
              <a:srgbClr val="DB707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18547"/>
          </a:solidFill>
          <a:ln w="12700">
            <a:solidFill>
              <a:srgbClr val="71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80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1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1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278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7"/>
          </a:solidFill>
          <a:ln w="12700">
            <a:solidFill>
              <a:srgbClr val="D8648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8"/>
          </a:solidFill>
          <a:ln w="12700">
            <a:solidFill>
              <a:srgbClr val="D1478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43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43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78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80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546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3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546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3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41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02B64"/>
          </a:solidFill>
          <a:ln w="12700">
            <a:solidFill>
              <a:srgbClr val="40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03479"/>
          </a:solidFill>
          <a:ln w="12700">
            <a:solidFill>
              <a:srgbClr val="70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80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546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546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80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75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75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80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F"/>
          </a:solidFill>
          <a:ln w="12700">
            <a:solidFill>
              <a:srgbClr val="5EED6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62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62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59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4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861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861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أَغَ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3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E"/>
          </a:solidFill>
          <a:ln w="12700">
            <a:solidFill>
              <a:srgbClr val="E052B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CDB70"/>
          </a:solidFill>
          <a:ln w="12700">
            <a:solidFill>
              <a:srgbClr val="8C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085"/>
          </a:solidFill>
          <a:ln w="12700">
            <a:solidFill>
              <a:srgbClr val="4780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861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861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59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4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666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666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338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بَغَ</a:t>
            </a:r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4D864"/>
          </a:solidFill>
          <a:ln w="12700">
            <a:solidFill>
              <a:srgbClr val="A4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AD147"/>
          </a:solidFill>
          <a:ln w="12700">
            <a:solidFill>
              <a:srgbClr val="AA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66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66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59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25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25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0428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تَغَ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25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925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59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4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B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ثَغَ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43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22B"/>
          </a:solidFill>
          <a:ln w="12700">
            <a:solidFill>
              <a:srgbClr val="643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F34"/>
          </a:solidFill>
          <a:ln w="12700">
            <a:solidFill>
              <a:srgbClr val="795F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59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4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486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جَغَ</a:t>
            </a:r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59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7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7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حَغَ</a:t>
            </a:r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1ED"/>
          </a:solidFill>
          <a:ln w="12700">
            <a:solidFill>
              <a:srgbClr val="5E7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07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07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59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4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589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589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1803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خَغَ</a:t>
            </a:r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432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E052"/>
          </a:solidFill>
          <a:ln w="12700">
            <a:solidFill>
              <a:srgbClr val="E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6DB"/>
          </a:solidFill>
          <a:ln w="12700">
            <a:solidFill>
              <a:srgbClr val="70A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A4785"/>
          </a:solidFill>
          <a:ln w="12700">
            <a:solidFill>
              <a:srgbClr val="7A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89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589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59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4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063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063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445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دَغَ</a:t>
            </a:r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1D8"/>
          </a:solidFill>
          <a:ln w="12700">
            <a:solidFill>
              <a:srgbClr val="64C1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CD1"/>
          </a:solidFill>
          <a:ln w="12700">
            <a:solidFill>
              <a:srgbClr val="47C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063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063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59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799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799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ذَغَ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99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99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59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4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274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274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06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رَغَ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3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2642B"/>
          </a:solidFill>
          <a:ln w="12700">
            <a:solidFill>
              <a:srgbClr val="3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E"/>
          </a:solidFill>
          <a:ln w="12700">
            <a:solidFill>
              <a:srgbClr val="34794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274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274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59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4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755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755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2443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زَغَ</a:t>
            </a:r>
            <a:pPr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7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7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5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634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سَغَ</a:t>
            </a:r>
            <a:pPr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5"/>
          </a:solidFill>
          <a:ln w="12700">
            <a:solidFill>
              <a:srgbClr val="ED5E9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27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27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5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678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شَغَ</a:t>
            </a:r>
            <a:pPr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9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144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C"/>
          </a:solidFill>
          <a:ln w="12700">
            <a:solidFill>
              <a:srgbClr val="52E0B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9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1"/>
          </a:solidFill>
          <a:ln w="12700">
            <a:solidFill>
              <a:srgbClr val="DB70C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B47"/>
          </a:solidFill>
          <a:ln w="12700">
            <a:solidFill>
              <a:srgbClr val="856B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285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285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5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179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صَغَ</a:t>
            </a:r>
            <a:pPr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364D8"/>
          </a:solidFill>
          <a:ln w="12700">
            <a:solidFill>
              <a:srgbClr val="D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447D1"/>
          </a:solidFill>
          <a:ln w="12700">
            <a:solidFill>
              <a:srgbClr val="B4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85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85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5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32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ضَغَ</a:t>
            </a:r>
            <a:pPr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060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060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59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4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060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060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1593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طَغَ</a:t>
            </a:r>
            <a:pPr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9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143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164"/>
          </a:solidFill>
          <a:ln w="12700">
            <a:solidFill>
              <a:srgbClr val="2B4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C3479"/>
          </a:solidFill>
          <a:ln w="12700">
            <a:solidFill>
              <a:srgbClr val="3C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060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060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59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4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ظَغَ</a:t>
            </a:r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59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62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62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9382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عَغَ</a:t>
            </a:r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8ED5E"/>
          </a:solidFill>
          <a:ln w="12700">
            <a:solidFill>
              <a:srgbClr val="B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20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2020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80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أَغَ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852E0"/>
          </a:solidFill>
          <a:ln w="12700">
            <a:solidFill>
              <a:srgbClr val="98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B70"/>
          </a:solidFill>
          <a:ln w="12700">
            <a:solidFill>
              <a:srgbClr val="D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C"/>
          </a:solidFill>
          <a:ln w="12700">
            <a:solidFill>
              <a:srgbClr val="47855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52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152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80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4150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بَغَ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664"/>
          </a:solidFill>
          <a:ln w="12700">
            <a:solidFill>
              <a:srgbClr val="D8B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147"/>
          </a:solidFill>
          <a:ln w="12700">
            <a:solidFill>
              <a:srgbClr val="D19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88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88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80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59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تَغَ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388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388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80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ثَغَ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3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F"/>
          </a:solidFill>
          <a:ln w="12700">
            <a:solidFill>
              <a:srgbClr val="642B4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D"/>
          </a:solidFill>
          <a:ln w="12700">
            <a:solidFill>
              <a:srgbClr val="79343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848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848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80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4424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جَغَ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48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848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80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59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حَغَ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CED"/>
          </a:solidFill>
          <a:ln w="12700">
            <a:solidFill>
              <a:srgbClr val="5EDC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0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40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80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459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خَغَ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43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552"/>
          </a:solidFill>
          <a:ln w="12700">
            <a:solidFill>
              <a:srgbClr val="E075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8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0"/>
          </a:solidFill>
          <a:ln w="12700">
            <a:solidFill>
              <a:srgbClr val="70DBC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C4785"/>
          </a:solidFill>
          <a:ln w="12700">
            <a:solidFill>
              <a:srgbClr val="4C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98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998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80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562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دَغَ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9"/>
          </a:solidFill>
          <a:ln w="12700">
            <a:solidFill>
              <a:srgbClr val="64D89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F"/>
          </a:solidFill>
          <a:ln w="12700">
            <a:solidFill>
              <a:srgbClr val="47D16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49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549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80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ذَغَ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80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080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80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26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رَغَ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433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D642B"/>
          </a:solidFill>
          <a:ln w="12700">
            <a:solidFill>
              <a:srgbClr val="5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E7934"/>
          </a:solidFill>
          <a:ln w="12700">
            <a:solidFill>
              <a:srgbClr val="4E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3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63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80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26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زَغَ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29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29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80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0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سَغَ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B5EED"/>
          </a:solidFill>
          <a:ln w="12700">
            <a:solidFill>
              <a:srgbClr val="D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643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643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579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شَغَ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2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2"/>
          </a:solidFill>
          <a:ln w="12700">
            <a:solidFill>
              <a:srgbClr val="52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570DB"/>
          </a:solidFill>
          <a:ln w="12700">
            <a:solidFill>
              <a:srgbClr val="A5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2"/>
          </a:solidFill>
          <a:ln w="12700">
            <a:solidFill>
              <a:srgbClr val="85475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1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80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40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صَغَ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C64D8"/>
          </a:solidFill>
          <a:ln w="12700">
            <a:solidFill>
              <a:srgbClr val="7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D47D1"/>
          </a:solidFill>
          <a:ln w="12700">
            <a:solidFill>
              <a:srgbClr val="4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43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643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0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ضَغَ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546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546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80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طَغَ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1443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D"/>
          </a:solidFill>
          <a:ln w="12700">
            <a:solidFill>
              <a:srgbClr val="2B645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079"/>
          </a:solidFill>
          <a:ln w="12700">
            <a:solidFill>
              <a:srgbClr val="3460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546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546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80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ظَغَ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75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75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80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59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عَغَ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75E"/>
          </a:solidFill>
          <a:ln w="12700">
            <a:solidFill>
              <a:srgbClr val="EDB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5036604" y="896112"/>
            <a:ext cx="167411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7E2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5036604" y="896112"/>
            <a:ext cx="16741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هٰذَا</a:t>
            </a:r>
            <a:endParaRPr lang="ar-SA" sz="5800" dirty="0"/>
          </a:p>
        </p:txBody>
      </p:sp>
      <p:sp>
        <p:nvSpPr>
          <p:cNvPr id="20" name="C2 W2 pill"/>
          <p:cNvSpPr/>
          <p:nvPr/>
        </p:nvSpPr>
        <p:spPr>
          <a:xfrm>
            <a:off x="2433283" y="896112"/>
            <a:ext cx="22832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77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433283" y="896112"/>
            <a:ext cx="22832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كِتَابٌ</a:t>
            </a:r>
            <a:endParaRPr lang="ar-SA" sz="58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8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89289" y="2834640"/>
            <a:ext cx="35654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89289" y="2834640"/>
            <a:ext cx="35654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هٰذَا كِتَابٌ</a:t>
            </a:r>
            <a:endParaRPr lang="ar-SA" sz="5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143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6E0"/>
          </a:solidFill>
          <a:ln w="12700">
            <a:solidFill>
              <a:srgbClr val="527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6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B70"/>
          </a:solidFill>
          <a:ln w="12700">
            <a:solidFill>
              <a:srgbClr val="DB8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18547"/>
          </a:solidFill>
          <a:ln w="12700">
            <a:solidFill>
              <a:srgbClr val="61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890308" y="896112"/>
            <a:ext cx="18598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45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890308" y="896112"/>
            <a:ext cx="18598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ذٰلِكَ</a:t>
            </a:r>
            <a:endParaRPr lang="ar-SA" sz="5400" dirty="0"/>
          </a:p>
        </p:txBody>
      </p:sp>
      <p:sp>
        <p:nvSpPr>
          <p:cNvPr id="17" name="C2 W2 pill"/>
          <p:cNvSpPr/>
          <p:nvPr/>
        </p:nvSpPr>
        <p:spPr>
          <a:xfrm>
            <a:off x="2393804" y="896112"/>
            <a:ext cx="21764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45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393804" y="896112"/>
            <a:ext cx="21764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خَيۡرٌ</a:t>
            </a:r>
            <a:endParaRPr lang="ar-SA" sz="5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A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751049" y="2834640"/>
            <a:ext cx="36419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751049" y="2834640"/>
            <a:ext cx="36419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ذٰلِكَ خَيۡرٌ</a:t>
            </a:r>
            <a:endParaRPr lang="ar-SA" sz="5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9"/>
          </a:solidFill>
          <a:ln w="12700">
            <a:solidFill>
              <a:srgbClr val="D8646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4"/>
          </a:solidFill>
          <a:ln w="12700">
            <a:solidFill>
              <a:srgbClr val="D1476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34754" y="896112"/>
            <a:ext cx="1360413" cy="1371600"/>
          </a:xfrm>
          <a:prstGeom prst="roundRect">
            <a:avLst>
              <a:gd name="adj" fmla="val 26886"/>
            </a:avLst>
          </a:prstGeom>
          <a:solidFill>
            <a:srgbClr val="FFFFFF"/>
          </a:solidFill>
          <a:ln w="76200">
            <a:solidFill>
              <a:srgbClr val="E25A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34754" y="896112"/>
            <a:ext cx="13604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إِلٰهٌ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848833" y="896112"/>
            <a:ext cx="17658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5A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848833" y="896112"/>
            <a:ext cx="17658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وَاحِدٌ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9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191006" y="2834640"/>
            <a:ext cx="276198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191006" y="2834640"/>
            <a:ext cx="276198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إِلٰهٌ وَاحِدٌ</a:t>
            </a:r>
            <a:endParaRPr lang="ar-SA" sz="4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489122" y="896112"/>
            <a:ext cx="274293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8C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489122" y="896112"/>
            <a:ext cx="27429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الرَّحۡمٰنِ</a:t>
            </a:r>
            <a:endParaRPr lang="ar-SA" sz="4400" dirty="0"/>
          </a:p>
        </p:txBody>
      </p:sp>
      <p:sp>
        <p:nvSpPr>
          <p:cNvPr id="13" name="C2 W2 pill"/>
          <p:cNvSpPr/>
          <p:nvPr/>
        </p:nvSpPr>
        <p:spPr>
          <a:xfrm>
            <a:off x="1911948" y="896112"/>
            <a:ext cx="22571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C36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1911948" y="896112"/>
            <a:ext cx="22571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الرَّحِيمِ</a:t>
            </a:r>
            <a:endParaRPr lang="ar-SA" sz="44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207569" y="2834640"/>
            <a:ext cx="472886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207569" y="2834640"/>
            <a:ext cx="472886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الرَّحۡمٰنِ الرَّحِيمِ</a:t>
            </a:r>
            <a:endParaRPr lang="ar-SA" sz="4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111</Slides>
  <Notes>111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111</vt:i4>
      </vt:variant>
    </vt:vector>
  </HeadingPairs>
  <TitlesOfParts>
    <vt:vector size="1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Dagger alif 10-ain-ghain</dc:title>
  <dc:subject>PptxGenJS Presentation</dc:subject>
  <dc:creator>PptxGenJS</dc:creator>
  <cp:lastModifiedBy>PptxGenJS</cp:lastModifiedBy>
  <cp:revision>1</cp:revision>
  <dcterms:created xsi:type="dcterms:W3CDTF">2026-10-21T18:02:24Z</dcterms:created>
  <dcterms:modified xsi:type="dcterms:W3CDTF">2026-10-21T18:02:24Z</dcterms:modified>
</cp:coreProperties>
</file>