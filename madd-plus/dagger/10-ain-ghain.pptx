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</p:sldIdLst>
  <p:notesMasterIdLst>
    <p:notesMasterId r:id="rId1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notesMaster" Target="notesMasters/notesMaster1.xml"/><Relationship Id="rId114" Type="http://schemas.openxmlformats.org/officeDocument/2006/relationships/presProps" Target="presProps.xml"/><Relationship Id="rId115" Type="http://schemas.openxmlformats.org/officeDocument/2006/relationships/viewProps" Target="viewProps.xml"/><Relationship Id="rId116" Type="http://schemas.openxmlformats.org/officeDocument/2006/relationships/theme" Target="theme/theme1.xml"/><Relationship Id="rId1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3"/>
          </a:solidFill>
          <a:ln w="12700">
            <a:solidFill>
              <a:srgbClr val="52E0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70DB"/>
          </a:solidFill>
          <a:ln w="12700">
            <a:solidFill>
              <a:srgbClr val="B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B47"/>
          </a:solidFill>
          <a:ln w="12700">
            <a:solidFill>
              <a:srgbClr val="854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45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0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45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089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58940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64D8"/>
          </a:solidFill>
          <a:ln w="12700">
            <a:solidFill>
              <a:srgbClr val="9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47D1"/>
          </a:solidFill>
          <a:ln w="12700">
            <a:solidFill>
              <a:srgbClr val="6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E64"/>
          </a:solidFill>
          <a:ln w="12700">
            <a:solidFill>
              <a:srgbClr val="2B5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99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95E"/>
          </a:solidFill>
          <a:ln w="12700">
            <a:solidFill>
              <a:srgbClr val="EDD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4E0"/>
          </a:solidFill>
          <a:ln w="12700">
            <a:solidFill>
              <a:srgbClr val="525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470"/>
          </a:solidFill>
          <a:ln w="12700">
            <a:solidFill>
              <a:srgbClr val="DBA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A64"/>
          </a:solidFill>
          <a:ln w="12700">
            <a:solidFill>
              <a:srgbClr val="D87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B47"/>
          </a:solidFill>
          <a:ln w="12700">
            <a:solidFill>
              <a:srgbClr val="D14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0"/>
          </a:solidFill>
          <a:ln w="12700">
            <a:solidFill>
              <a:srgbClr val="7934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5"/>
          </a:solidFill>
          <a:ln w="12700">
            <a:solidFill>
              <a:srgbClr val="5EEDB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7"/>
          </a:solidFill>
          <a:ln w="12700">
            <a:solidFill>
              <a:srgbClr val="E0527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9"/>
          </a:solidFill>
          <a:ln w="12700">
            <a:solidFill>
              <a:srgbClr val="70DB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285"/>
          </a:solidFill>
          <a:ln w="12700">
            <a:solidFill>
              <a:srgbClr val="476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06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D864"/>
          </a:solidFill>
          <a:ln w="12700">
            <a:solidFill>
              <a:srgbClr val="6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D147"/>
          </a:solidFill>
          <a:ln w="12700">
            <a:solidFill>
              <a:srgbClr val="6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3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7934"/>
          </a:solidFill>
          <a:ln w="12700">
            <a:solidFill>
              <a:srgbClr val="7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60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5EED"/>
          </a:solidFill>
          <a:ln w="12700">
            <a:solidFill>
              <a:srgbClr val="9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BE052"/>
          </a:solidFill>
          <a:ln w="12700">
            <a:solidFill>
              <a:srgbClr val="9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2DB"/>
          </a:solidFill>
          <a:ln w="12700">
            <a:solidFill>
              <a:srgbClr val="707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8D8"/>
          </a:solidFill>
          <a:ln w="12700">
            <a:solidFill>
              <a:srgbClr val="648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8D1"/>
          </a:solidFill>
          <a:ln w="12700">
            <a:solidFill>
              <a:srgbClr val="478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43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2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F"/>
          </a:solidFill>
          <a:ln w="12700">
            <a:solidFill>
              <a:srgbClr val="2B64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83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E5E"/>
          </a:solidFill>
          <a:ln w="12700">
            <a:solidFill>
              <a:srgbClr val="ED6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FE0"/>
          </a:solidFill>
          <a:ln w="12700">
            <a:solidFill>
              <a:srgbClr val="52B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C"/>
          </a:solidFill>
          <a:ln w="12700">
            <a:solidFill>
              <a:srgbClr val="DB70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891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4"/>
          </a:solidFill>
          <a:ln w="12700">
            <a:solidFill>
              <a:srgbClr val="D864A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B"/>
          </a:solidFill>
          <a:ln w="12700">
            <a:solidFill>
              <a:srgbClr val="D147A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2B64"/>
          </a:solidFill>
          <a:ln w="12700">
            <a:solidFill>
              <a:srgbClr val="3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10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52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</a:t>
            </a:r>
            <a:pPr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ED5E"/>
          </a:solidFill>
          <a:ln w="12700">
            <a:solidFill>
              <a:srgbClr val="7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F52E0"/>
          </a:solidFill>
          <a:ln w="12700">
            <a:solidFill>
              <a:srgbClr val="D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DB70"/>
          </a:solidFill>
          <a:ln w="12700">
            <a:solidFill>
              <a:srgbClr val="A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A"/>
          </a:solidFill>
          <a:ln w="12700">
            <a:solidFill>
              <a:srgbClr val="4785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</a:t>
            </a:r>
            <a:pPr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1D864"/>
          </a:solidFill>
          <a:ln w="12700">
            <a:solidFill>
              <a:srgbClr val="C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D147"/>
          </a:solidFill>
          <a:ln w="12700">
            <a:solidFill>
              <a:srgbClr val="C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69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</a:t>
            </a:r>
            <a:pPr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D34"/>
          </a:solidFill>
          <a:ln w="12700">
            <a:solidFill>
              <a:srgbClr val="794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59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6ED"/>
          </a:solidFill>
          <a:ln w="12700">
            <a:solidFill>
              <a:srgbClr val="5E9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B52"/>
          </a:solidFill>
          <a:ln w="12700">
            <a:solidFill>
              <a:srgbClr val="E0B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2DB"/>
          </a:solidFill>
          <a:ln w="12700">
            <a:solidFill>
              <a:srgbClr val="70C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2"/>
          </a:solidFill>
          <a:ln w="12700">
            <a:solidFill>
              <a:srgbClr val="64D8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3"/>
          </a:solidFill>
          <a:ln w="12700">
            <a:solidFill>
              <a:srgbClr val="47D1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642B"/>
          </a:solidFill>
          <a:ln w="12700">
            <a:solidFill>
              <a:srgbClr val="4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C"/>
          </a:solidFill>
          <a:ln w="12700">
            <a:solidFill>
              <a:srgbClr val="3479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9"/>
          </a:solidFill>
          <a:ln w="12700">
            <a:solidFill>
              <a:srgbClr val="ED5E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7"/>
          </a:solidFill>
          <a:ln w="12700">
            <a:solidFill>
              <a:srgbClr val="52E09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A70DB"/>
          </a:solidFill>
          <a:ln w="12700">
            <a:solidFill>
              <a:srgbClr val="D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B47"/>
          </a:solidFill>
          <a:ln w="12700">
            <a:solidFill>
              <a:srgbClr val="855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64D8"/>
          </a:solidFill>
          <a:ln w="12700">
            <a:solidFill>
              <a:srgbClr val="B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047D1"/>
          </a:solidFill>
          <a:ln w="12700">
            <a:solidFill>
              <a:srgbClr val="9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F64"/>
          </a:solidFill>
          <a:ln w="12700">
            <a:solidFill>
              <a:srgbClr val="2B4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D79"/>
          </a:solidFill>
          <a:ln w="12700">
            <a:solidFill>
              <a:srgbClr val="343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DED5E"/>
          </a:solidFill>
          <a:ln w="12700">
            <a:solidFill>
              <a:srgbClr val="D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452E0"/>
          </a:solidFill>
          <a:ln w="12700">
            <a:solidFill>
              <a:srgbClr val="7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F70"/>
          </a:solidFill>
          <a:ln w="12700">
            <a:solidFill>
              <a:srgbClr val="DBB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C"/>
          </a:solidFill>
          <a:ln w="12700">
            <a:solidFill>
              <a:srgbClr val="4785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864"/>
          </a:solidFill>
          <a:ln w="12700">
            <a:solidFill>
              <a:srgbClr val="D89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E47"/>
          </a:solidFill>
          <a:ln w="12700">
            <a:solidFill>
              <a:srgbClr val="D16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F"/>
          </a:solidFill>
          <a:ln w="12700">
            <a:solidFill>
              <a:srgbClr val="79344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4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2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4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069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9627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A"/>
          </a:solidFill>
          <a:ln w="12700">
            <a:solidFill>
              <a:srgbClr val="5EEDD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3"/>
          </a:solidFill>
          <a:ln w="12700">
            <a:solidFill>
              <a:srgbClr val="E0525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5"/>
          </a:solidFill>
          <a:ln w="12700">
            <a:solidFill>
              <a:srgbClr val="70DBA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285"/>
          </a:solidFill>
          <a:ln w="12700">
            <a:solidFill>
              <a:srgbClr val="475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B"/>
          </a:solidFill>
          <a:ln w="12700">
            <a:solidFill>
              <a:srgbClr val="64D87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C"/>
          </a:solidFill>
          <a:ln w="12700">
            <a:solidFill>
              <a:srgbClr val="47D1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05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05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C2B"/>
          </a:solidFill>
          <a:ln w="12700">
            <a:solidFill>
              <a:srgbClr val="645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7934"/>
          </a:solidFill>
          <a:ln w="12700">
            <a:solidFill>
              <a:srgbClr val="6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65EED"/>
          </a:solidFill>
          <a:ln w="12700">
            <a:solidFill>
              <a:srgbClr val="B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7E052"/>
          </a:solidFill>
          <a:ln w="12700">
            <a:solidFill>
              <a:srgbClr val="7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A70DB"/>
          </a:solidFill>
          <a:ln w="12700">
            <a:solidFill>
              <a:srgbClr val="8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1"/>
          </a:solidFill>
          <a:ln w="12700">
            <a:solidFill>
              <a:srgbClr val="8547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62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AD8"/>
          </a:solidFill>
          <a:ln w="12700">
            <a:solidFill>
              <a:srgbClr val="646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5D1"/>
          </a:solidFill>
          <a:ln w="12700">
            <a:solidFill>
              <a:srgbClr val="476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E"/>
          </a:solidFill>
          <a:ln w="12700">
            <a:solidFill>
              <a:srgbClr val="2B64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179"/>
          </a:solidFill>
          <a:ln w="12700">
            <a:solidFill>
              <a:srgbClr val="347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7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35E"/>
          </a:solidFill>
          <a:ln w="12700">
            <a:solidFill>
              <a:srgbClr val="ED9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AE0"/>
          </a:solidFill>
          <a:ln w="12700">
            <a:solidFill>
              <a:srgbClr val="529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1"/>
          </a:solidFill>
          <a:ln w="12700">
            <a:solidFill>
              <a:srgbClr val="DB707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8547"/>
          </a:solidFill>
          <a:ln w="12700">
            <a:solidFill>
              <a:srgbClr val="7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78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7"/>
          </a:solidFill>
          <a:ln w="12700">
            <a:solidFill>
              <a:srgbClr val="D8648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8"/>
          </a:solidFill>
          <a:ln w="12700">
            <a:solidFill>
              <a:srgbClr val="D1478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78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2B64"/>
          </a:solidFill>
          <a:ln w="12700">
            <a:solidFill>
              <a:srgbClr val="4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3479"/>
          </a:solidFill>
          <a:ln w="12700">
            <a:solidFill>
              <a:srgbClr val="7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F"/>
          </a:solidFill>
          <a:ln w="12700">
            <a:solidFill>
              <a:srgbClr val="5EED6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E"/>
          </a:solidFill>
          <a:ln w="12700">
            <a:solidFill>
              <a:srgbClr val="E052B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CDB70"/>
          </a:solidFill>
          <a:ln w="12700">
            <a:solidFill>
              <a:srgbClr val="8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085"/>
          </a:solidFill>
          <a:ln w="12700">
            <a:solidFill>
              <a:srgbClr val="478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38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D864"/>
          </a:solidFill>
          <a:ln w="12700">
            <a:solidFill>
              <a:srgbClr val="A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D147"/>
          </a:solidFill>
          <a:ln w="12700">
            <a:solidFill>
              <a:srgbClr val="A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42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F34"/>
          </a:solidFill>
          <a:ln w="12700">
            <a:solidFill>
              <a:srgbClr val="795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1ED"/>
          </a:solidFill>
          <a:ln w="12700">
            <a:solidFill>
              <a:srgbClr val="5E7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80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E052"/>
          </a:solidFill>
          <a:ln w="12700">
            <a:solidFill>
              <a:srgbClr val="E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6DB"/>
          </a:solidFill>
          <a:ln w="12700">
            <a:solidFill>
              <a:srgbClr val="70A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4785"/>
          </a:solidFill>
          <a:ln w="12700">
            <a:solidFill>
              <a:srgbClr val="7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1D8"/>
          </a:solidFill>
          <a:ln w="12700">
            <a:solidFill>
              <a:srgbClr val="64C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CD1"/>
          </a:solidFill>
          <a:ln w="12700">
            <a:solidFill>
              <a:srgbClr val="47C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06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642B"/>
          </a:solidFill>
          <a:ln w="12700">
            <a:solidFill>
              <a:srgbClr val="3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E"/>
          </a:solidFill>
          <a:ln w="12700">
            <a:solidFill>
              <a:srgbClr val="3479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4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</a:t>
            </a:r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5"/>
          </a:solidFill>
          <a:ln w="12700">
            <a:solidFill>
              <a:srgbClr val="ED5E9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</a:t>
            </a:r>
            <a:pPr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C"/>
          </a:solidFill>
          <a:ln w="12700">
            <a:solidFill>
              <a:srgbClr val="52E0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1"/>
          </a:solidFill>
          <a:ln w="12700">
            <a:solidFill>
              <a:srgbClr val="DB70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B47"/>
          </a:solidFill>
          <a:ln w="12700">
            <a:solidFill>
              <a:srgbClr val="856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179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</a:t>
            </a:r>
            <a:pPr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64D8"/>
          </a:solidFill>
          <a:ln w="12700">
            <a:solidFill>
              <a:srgbClr val="D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447D1"/>
          </a:solidFill>
          <a:ln w="12700">
            <a:solidFill>
              <a:srgbClr val="B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59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164"/>
          </a:solidFill>
          <a:ln w="12700">
            <a:solidFill>
              <a:srgbClr val="2B4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3479"/>
          </a:solidFill>
          <a:ln w="12700">
            <a:solidFill>
              <a:srgbClr val="3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ED5E"/>
          </a:solidFill>
          <a:ln w="12700">
            <a:solidFill>
              <a:srgbClr val="B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52E0"/>
          </a:solidFill>
          <a:ln w="12700">
            <a:solidFill>
              <a:srgbClr val="9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15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664"/>
          </a:solidFill>
          <a:ln w="12700">
            <a:solidFill>
              <a:srgbClr val="D8B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147"/>
          </a:solidFill>
          <a:ln w="12700">
            <a:solidFill>
              <a:srgbClr val="D19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F"/>
          </a:solidFill>
          <a:ln w="12700">
            <a:solidFill>
              <a:srgbClr val="642B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D"/>
          </a:solidFill>
          <a:ln w="12700">
            <a:solidFill>
              <a:srgbClr val="7934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42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CED"/>
          </a:solidFill>
          <a:ln w="12700">
            <a:solidFill>
              <a:srgbClr val="5ED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552"/>
          </a:solidFill>
          <a:ln w="12700">
            <a:solidFill>
              <a:srgbClr val="E07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0"/>
          </a:solidFill>
          <a:ln w="12700">
            <a:solidFill>
              <a:srgbClr val="70DB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4785"/>
          </a:solidFill>
          <a:ln w="12700">
            <a:solidFill>
              <a:srgbClr val="4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62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9"/>
          </a:solidFill>
          <a:ln w="12700">
            <a:solidFill>
              <a:srgbClr val="64D8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F"/>
          </a:solidFill>
          <a:ln w="12700">
            <a:solidFill>
              <a:srgbClr val="47D1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642B"/>
          </a:solidFill>
          <a:ln w="12700">
            <a:solidFill>
              <a:srgbClr val="5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7934"/>
          </a:solidFill>
          <a:ln w="12700">
            <a:solidFill>
              <a:srgbClr val="4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0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5EED"/>
          </a:solidFill>
          <a:ln w="12700">
            <a:solidFill>
              <a:srgbClr val="D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2"/>
          </a:solidFill>
          <a:ln w="12700">
            <a:solidFill>
              <a:srgbClr val="5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70DB"/>
          </a:solidFill>
          <a:ln w="12700">
            <a:solidFill>
              <a:srgbClr val="A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2"/>
          </a:solidFill>
          <a:ln w="12700">
            <a:solidFill>
              <a:srgbClr val="8547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0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64D8"/>
          </a:solidFill>
          <a:ln w="12700">
            <a:solidFill>
              <a:srgbClr val="7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47D1"/>
          </a:solidFill>
          <a:ln w="12700">
            <a:solidFill>
              <a:srgbClr val="4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0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079"/>
          </a:solidFill>
          <a:ln w="12700">
            <a:solidFill>
              <a:srgbClr val="346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75E"/>
          </a:solidFill>
          <a:ln w="12700">
            <a:solidFill>
              <a:srgbClr val="EDB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7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20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7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6E0"/>
          </a:solidFill>
          <a:ln w="12700">
            <a:solidFill>
              <a:srgbClr val="527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84534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5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84534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599577" y="896112"/>
            <a:ext cx="17649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5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99577" y="896112"/>
            <a:ext cx="17649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خَيْرٌ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56823" y="2834640"/>
            <a:ext cx="32303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56823" y="2834640"/>
            <a:ext cx="32303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خَيْرٌ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9"/>
          </a:solidFill>
          <a:ln w="12700">
            <a:solidFill>
              <a:srgbClr val="D864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E25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56789" y="896112"/>
            <a:ext cx="24075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C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56789" y="896112"/>
            <a:ext cx="24075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079615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C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079615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379047" y="2834640"/>
            <a:ext cx="43859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379047" y="2834640"/>
            <a:ext cx="43859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111</Slides>
  <Notes>111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111</vt:i4>
      </vt:variant>
    </vt:vector>
  </HeadingPairs>
  <TitlesOfParts>
    <vt:vector size="1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10-ain-ghain</dc:title>
  <dc:subject>PptxGenJS Presentation</dc:subject>
  <dc:creator>PptxGenJS</dc:creator>
  <cp:lastModifiedBy>PptxGenJS</cp:lastModifiedBy>
  <cp:revision>1</cp:revision>
  <dcterms:created xsi:type="dcterms:W3CDTF">2026-10-21T17:58:07Z</dcterms:created>
  <dcterms:modified xsi:type="dcterms:W3CDTF">2026-10-21T17:58:07Z</dcterms:modified>
</cp:coreProperties>
</file>