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notesMasterIdLst>
    <p:notesMasterId r:id="rId1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0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716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038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96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2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0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0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7"/>
          </a:solidFill>
          <a:ln w="12700">
            <a:solidFill>
              <a:srgbClr val="E052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0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0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8D1"/>
          </a:solidFill>
          <a:ln w="12700">
            <a:solidFill>
              <a:srgbClr val="478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59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35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05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05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C"/>
          </a:solidFill>
          <a:ln w="12700">
            <a:solidFill>
              <a:srgbClr val="DB70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43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4"/>
          </a:solidFill>
          <a:ln w="12700">
            <a:solidFill>
              <a:srgbClr val="D864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86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2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2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32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5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52E0"/>
          </a:solidFill>
          <a:ln w="12700">
            <a:solidFill>
              <a:srgbClr val="D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D864"/>
          </a:solidFill>
          <a:ln w="12700">
            <a:solidFill>
              <a:srgbClr val="C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47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1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6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7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7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7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7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7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7"/>
          </a:solidFill>
          <a:ln w="12700">
            <a:solidFill>
              <a:srgbClr val="52E0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10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47D1"/>
          </a:solidFill>
          <a:ln w="12700">
            <a:solidFill>
              <a:srgbClr val="9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10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10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10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7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ED5E"/>
          </a:solidFill>
          <a:ln w="12700">
            <a:solidFill>
              <a:srgbClr val="D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F70"/>
          </a:solidFill>
          <a:ln w="12700">
            <a:solidFill>
              <a:srgbClr val="DBB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7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7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F"/>
          </a:solidFill>
          <a:ln w="12700">
            <a:solidFill>
              <a:srgbClr val="7934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2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625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2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9937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A"/>
          </a:solidFill>
          <a:ln w="12700">
            <a:solidFill>
              <a:srgbClr val="5EED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3"/>
          </a:solidFill>
          <a:ln w="12700">
            <a:solidFill>
              <a:srgbClr val="E052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5"/>
          </a:solidFill>
          <a:ln w="12700">
            <a:solidFill>
              <a:srgbClr val="70DB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01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B"/>
          </a:solidFill>
          <a:ln w="12700">
            <a:solidFill>
              <a:srgbClr val="64D8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C"/>
          </a:solidFill>
          <a:ln w="12700">
            <a:solidFill>
              <a:srgbClr val="47D1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573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573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7934"/>
          </a:solidFill>
          <a:ln w="12700">
            <a:solidFill>
              <a:srgbClr val="6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25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25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5EED"/>
          </a:solidFill>
          <a:ln w="12700">
            <a:solidFill>
              <a:srgbClr val="B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25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E052"/>
          </a:solidFill>
          <a:ln w="12700">
            <a:solidFill>
              <a:srgbClr val="7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70DB"/>
          </a:solidFill>
          <a:ln w="12700">
            <a:solidFill>
              <a:srgbClr val="8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51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AD8"/>
          </a:solidFill>
          <a:ln w="12700">
            <a:solidFill>
              <a:srgbClr val="646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5D1"/>
          </a:solidFill>
          <a:ln w="12700">
            <a:solidFill>
              <a:srgbClr val="476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51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0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0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0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35E"/>
          </a:solidFill>
          <a:ln w="12700">
            <a:solidFill>
              <a:srgbClr val="ED9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0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AE0"/>
          </a:solidFill>
          <a:ln w="12700">
            <a:solidFill>
              <a:srgbClr val="529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1"/>
          </a:solidFill>
          <a:ln w="12700">
            <a:solidFill>
              <a:srgbClr val="DB70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0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7"/>
          </a:solidFill>
          <a:ln w="12700">
            <a:solidFill>
              <a:srgbClr val="D864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8"/>
          </a:solidFill>
          <a:ln w="12700">
            <a:solidFill>
              <a:srgbClr val="D147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0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51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51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25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F"/>
          </a:solidFill>
          <a:ln w="12700">
            <a:solidFill>
              <a:srgbClr val="5EED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E"/>
          </a:solidFill>
          <a:ln w="12700">
            <a:solidFill>
              <a:srgbClr val="E052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DB70"/>
          </a:solidFill>
          <a:ln w="12700">
            <a:solidFill>
              <a:srgbClr val="8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81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D864"/>
          </a:solidFill>
          <a:ln w="12700">
            <a:solidFill>
              <a:srgbClr val="A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D147"/>
          </a:solidFill>
          <a:ln w="12700">
            <a:solidFill>
              <a:srgbClr val="A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124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20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20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20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1ED"/>
          </a:solidFill>
          <a:ln w="12700">
            <a:solidFill>
              <a:srgbClr val="5E7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195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27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1D8"/>
          </a:solidFill>
          <a:ln w="12700">
            <a:solidFill>
              <a:srgbClr val="64C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CD1"/>
          </a:solidFill>
          <a:ln w="12700">
            <a:solidFill>
              <a:srgbClr val="47C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13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13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13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5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5"/>
          </a:solidFill>
          <a:ln w="12700">
            <a:solidFill>
              <a:srgbClr val="ED5E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32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C"/>
          </a:solidFill>
          <a:ln w="12700">
            <a:solidFill>
              <a:srgbClr val="52E0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1"/>
          </a:solidFill>
          <a:ln w="12700">
            <a:solidFill>
              <a:srgbClr val="DB70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01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64D8"/>
          </a:solidFill>
          <a:ln w="12700">
            <a:solidFill>
              <a:srgbClr val="D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47D1"/>
          </a:solidFill>
          <a:ln w="12700">
            <a:solidFill>
              <a:srgbClr val="B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945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045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20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56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52E0"/>
          </a:solidFill>
          <a:ln w="12700">
            <a:solidFill>
              <a:srgbClr val="9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1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147"/>
          </a:solidFill>
          <a:ln w="12700">
            <a:solidFill>
              <a:srgbClr val="D19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1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1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1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1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CED"/>
          </a:solidFill>
          <a:ln w="12700">
            <a:solidFill>
              <a:srgbClr val="5ED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1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0"/>
          </a:solidFill>
          <a:ln w="12700">
            <a:solidFill>
              <a:srgbClr val="70DB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56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F"/>
          </a:solidFill>
          <a:ln w="12700">
            <a:solidFill>
              <a:srgbClr val="47D1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56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56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856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1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5EED"/>
          </a:solidFill>
          <a:ln w="12700">
            <a:solidFill>
              <a:srgbClr val="D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1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70DB"/>
          </a:solidFill>
          <a:ln w="12700">
            <a:solidFill>
              <a:srgbClr val="A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1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1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1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1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1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75E"/>
          </a:solidFill>
          <a:ln w="12700">
            <a:solidFill>
              <a:srgbClr val="EDB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20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6E0"/>
          </a:solidFill>
          <a:ln w="12700">
            <a:solidFill>
              <a:srgbClr val="527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5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10-ain-ghain</dc:title>
  <dc:subject>PptxGenJS Presentation</dc:subject>
  <dc:creator>PptxGenJS</dc:creator>
  <cp:lastModifiedBy>PptxGenJS</cp:lastModifiedBy>
  <cp:revision>1</cp:revision>
  <dcterms:created xsi:type="dcterms:W3CDTF">2026-10-21T19:56:16Z</dcterms:created>
  <dcterms:modified xsi:type="dcterms:W3CDTF">2026-10-21T19:56:16Z</dcterms:modified>
</cp:coreProperties>
</file>