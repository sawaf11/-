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</p:sldIdLst>
  <p:notesMasterIdLst>
    <p:notesMasterId r:id="rId1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notesMaster" Target="notesMasters/notesMaster1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3"/>
          </a:solidFill>
          <a:ln w="12700">
            <a:solidFill>
              <a:srgbClr val="52E0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70DB"/>
          </a:solidFill>
          <a:ln w="12700">
            <a:solidFill>
              <a:srgbClr val="B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5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0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45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129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6802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11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64D8"/>
          </a:solidFill>
          <a:ln w="12700">
            <a:solidFill>
              <a:srgbClr val="9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47D1"/>
          </a:solidFill>
          <a:ln w="12700">
            <a:solidFill>
              <a:srgbClr val="6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90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3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95E"/>
          </a:solidFill>
          <a:ln w="12700">
            <a:solidFill>
              <a:srgbClr val="EDD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4E0"/>
          </a:solidFill>
          <a:ln w="12700">
            <a:solidFill>
              <a:srgbClr val="525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470"/>
          </a:solidFill>
          <a:ln w="12700">
            <a:solidFill>
              <a:srgbClr val="DBA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A64"/>
          </a:solidFill>
          <a:ln w="12700">
            <a:solidFill>
              <a:srgbClr val="D87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B47"/>
          </a:solidFill>
          <a:ln w="12700">
            <a:solidFill>
              <a:srgbClr val="D14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5"/>
          </a:solidFill>
          <a:ln w="12700">
            <a:solidFill>
              <a:srgbClr val="5EED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7"/>
          </a:solidFill>
          <a:ln w="12700">
            <a:solidFill>
              <a:srgbClr val="E0527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9"/>
          </a:solidFill>
          <a:ln w="12700">
            <a:solidFill>
              <a:srgbClr val="70DB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65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D864"/>
          </a:solidFill>
          <a:ln w="12700">
            <a:solidFill>
              <a:srgbClr val="6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D147"/>
          </a:solidFill>
          <a:ln w="12700">
            <a:solidFill>
              <a:srgbClr val="6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92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69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69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5EED"/>
          </a:solidFill>
          <a:ln w="12700">
            <a:solidFill>
              <a:srgbClr val="9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BE052"/>
          </a:solidFill>
          <a:ln w="12700">
            <a:solidFill>
              <a:srgbClr val="9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2DB"/>
          </a:solidFill>
          <a:ln w="12700">
            <a:solidFill>
              <a:srgbClr val="707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8D8"/>
          </a:solidFill>
          <a:ln w="12700">
            <a:solidFill>
              <a:srgbClr val="648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8D1"/>
          </a:solidFill>
          <a:ln w="12700">
            <a:solidFill>
              <a:srgbClr val="478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60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بَعَـ</a:t>
            </a:r>
            <a:pPr algn="ctr" indent="0" marL="0">
              <a:buNone/>
            </a:pP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044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تَعَـ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جَعَـ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E5E"/>
          </a:solidFill>
          <a:ln w="12700">
            <a:solidFill>
              <a:srgbClr val="ED6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حَعَـ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FE0"/>
          </a:solidFill>
          <a:ln w="12700">
            <a:solidFill>
              <a:srgbClr val="52B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C"/>
          </a:solidFill>
          <a:ln w="12700">
            <a:solidFill>
              <a:srgbClr val="DB70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94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4"/>
          </a:solidFill>
          <a:ln w="12700">
            <a:solidFill>
              <a:srgbClr val="D864A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B"/>
          </a:solidFill>
          <a:ln w="12700">
            <a:solidFill>
              <a:srgbClr val="D147A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432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دَعَـ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11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رَعَـ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11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11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75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ED5E"/>
          </a:solidFill>
          <a:ln w="12700">
            <a:solidFill>
              <a:srgbClr val="7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F52E0"/>
          </a:solidFill>
          <a:ln w="12700">
            <a:solidFill>
              <a:srgbClr val="D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DB70"/>
          </a:solidFill>
          <a:ln w="12700">
            <a:solidFill>
              <a:srgbClr val="A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A"/>
          </a:solidFill>
          <a:ln w="12700">
            <a:solidFill>
              <a:srgbClr val="4785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شَعَـ</a:t>
            </a:r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1D864"/>
          </a:solidFill>
          <a:ln w="12700">
            <a:solidFill>
              <a:srgbClr val="C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D147"/>
          </a:solidFill>
          <a:ln w="12700">
            <a:solidFill>
              <a:srgbClr val="C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94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19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ضَعَـ</a:t>
            </a:r>
            <a:pPr algn="ctr" indent="0" marL="0">
              <a:buNone/>
            </a:pP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D34"/>
          </a:solidFill>
          <a:ln w="12700">
            <a:solidFill>
              <a:srgbClr val="794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59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طَعَـ</a:t>
            </a:r>
            <a:pPr algn="ctr" indent="0" marL="0">
              <a:buNone/>
            </a:pP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ظَعَـ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6ED"/>
          </a:solidFill>
          <a:ln w="12700">
            <a:solidFill>
              <a:srgbClr val="5E9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B52"/>
          </a:solidFill>
          <a:ln w="12700">
            <a:solidFill>
              <a:srgbClr val="E0B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2DB"/>
          </a:solidFill>
          <a:ln w="12700">
            <a:solidFill>
              <a:srgbClr val="70C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42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2"/>
          </a:solidFill>
          <a:ln w="12700">
            <a:solidFill>
              <a:srgbClr val="64D8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3"/>
          </a:solidFill>
          <a:ln w="12700">
            <a:solidFill>
              <a:srgbClr val="47D1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642B"/>
          </a:solidFill>
          <a:ln w="12700">
            <a:solidFill>
              <a:srgbClr val="4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C"/>
          </a:solidFill>
          <a:ln w="12700">
            <a:solidFill>
              <a:srgbClr val="3479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9"/>
          </a:solidFill>
          <a:ln w="12700">
            <a:solidFill>
              <a:srgbClr val="ED5E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7"/>
          </a:solidFill>
          <a:ln w="12700">
            <a:solidFill>
              <a:srgbClr val="52E09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70DB"/>
          </a:solidFill>
          <a:ln w="12700">
            <a:solidFill>
              <a:srgbClr val="D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B47"/>
          </a:solidFill>
          <a:ln w="12700">
            <a:solidFill>
              <a:srgbClr val="855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64D8"/>
          </a:solidFill>
          <a:ln w="12700">
            <a:solidFill>
              <a:srgbClr val="B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047D1"/>
          </a:solidFill>
          <a:ln w="12700">
            <a:solidFill>
              <a:srgbClr val="9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رَعَـ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F64"/>
          </a:solidFill>
          <a:ln w="12700">
            <a:solidFill>
              <a:srgbClr val="2B4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D79"/>
          </a:solidFill>
          <a:ln w="12700">
            <a:solidFill>
              <a:srgbClr val="343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زَعَـ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DED5E"/>
          </a:solidFill>
          <a:ln w="12700">
            <a:solidFill>
              <a:srgbClr val="D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452E0"/>
          </a:solidFill>
          <a:ln w="12700">
            <a:solidFill>
              <a:srgbClr val="7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F70"/>
          </a:solidFill>
          <a:ln w="12700">
            <a:solidFill>
              <a:srgbClr val="DBB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C"/>
          </a:solidFill>
          <a:ln w="12700">
            <a:solidFill>
              <a:srgbClr val="4785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054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864"/>
          </a:solidFill>
          <a:ln w="12700">
            <a:solidFill>
              <a:srgbClr val="D89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E47"/>
          </a:solidFill>
          <a:ln w="12700">
            <a:solidFill>
              <a:srgbClr val="D16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F"/>
          </a:solidFill>
          <a:ln w="12700">
            <a:solidFill>
              <a:srgbClr val="7934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4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2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4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106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962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11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A"/>
          </a:solidFill>
          <a:ln w="12700">
            <a:solidFill>
              <a:srgbClr val="5EEDD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90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3"/>
          </a:solidFill>
          <a:ln w="12700">
            <a:solidFill>
              <a:srgbClr val="E0525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5"/>
          </a:solidFill>
          <a:ln w="12700">
            <a:solidFill>
              <a:srgbClr val="70DB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285"/>
          </a:solidFill>
          <a:ln w="12700">
            <a:solidFill>
              <a:srgbClr val="475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B"/>
          </a:solidFill>
          <a:ln w="12700">
            <a:solidFill>
              <a:srgbClr val="64D87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C"/>
          </a:solidFill>
          <a:ln w="12700">
            <a:solidFill>
              <a:srgbClr val="47D1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7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7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C2B"/>
          </a:solidFill>
          <a:ln w="12700">
            <a:solidFill>
              <a:srgbClr val="645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7934"/>
          </a:solidFill>
          <a:ln w="12700">
            <a:solidFill>
              <a:srgbClr val="6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65EED"/>
          </a:solidFill>
          <a:ln w="12700">
            <a:solidFill>
              <a:srgbClr val="B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40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40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7E052"/>
          </a:solidFill>
          <a:ln w="12700">
            <a:solidFill>
              <a:srgbClr val="7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A70DB"/>
          </a:solidFill>
          <a:ln w="12700">
            <a:solidFill>
              <a:srgbClr val="8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1"/>
          </a:solidFill>
          <a:ln w="12700">
            <a:solidFill>
              <a:srgbClr val="8547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562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AD8"/>
          </a:solidFill>
          <a:ln w="12700">
            <a:solidFill>
              <a:srgbClr val="646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5D1"/>
          </a:solidFill>
          <a:ln w="12700">
            <a:solidFill>
              <a:srgbClr val="476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4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4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E"/>
          </a:solidFill>
          <a:ln w="12700">
            <a:solidFill>
              <a:srgbClr val="2B64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179"/>
          </a:solidFill>
          <a:ln w="12700">
            <a:solidFill>
              <a:srgbClr val="347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3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3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2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2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78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35E"/>
          </a:solidFill>
          <a:ln w="12700">
            <a:solidFill>
              <a:srgbClr val="ED9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92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AE0"/>
          </a:solidFill>
          <a:ln w="12700">
            <a:solidFill>
              <a:srgbClr val="529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1"/>
          </a:solidFill>
          <a:ln w="12700">
            <a:solidFill>
              <a:srgbClr val="DB707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8547"/>
          </a:solidFill>
          <a:ln w="12700">
            <a:solidFill>
              <a:srgbClr val="7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8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7"/>
          </a:solidFill>
          <a:ln w="12700">
            <a:solidFill>
              <a:srgbClr val="D8648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8"/>
          </a:solidFill>
          <a:ln w="12700">
            <a:solidFill>
              <a:srgbClr val="D1478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2B64"/>
          </a:solidFill>
          <a:ln w="12700">
            <a:solidFill>
              <a:srgbClr val="4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3479"/>
          </a:solidFill>
          <a:ln w="12700">
            <a:solidFill>
              <a:srgbClr val="7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75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75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غَـ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F"/>
          </a:solidFill>
          <a:ln w="12700">
            <a:solidFill>
              <a:srgbClr val="5EED6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E"/>
          </a:solidFill>
          <a:ln w="12700">
            <a:solidFill>
              <a:srgbClr val="E052B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DB70"/>
          </a:solidFill>
          <a:ln w="12700">
            <a:solidFill>
              <a:srgbClr val="8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085"/>
          </a:solidFill>
          <a:ln w="12700">
            <a:solidFill>
              <a:srgbClr val="478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60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بَغَـ</a:t>
            </a:r>
            <a:pPr algn="ctr" indent="0" marL="0">
              <a:buNone/>
            </a:pP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D864"/>
          </a:solidFill>
          <a:ln w="12700">
            <a:solidFill>
              <a:srgbClr val="A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D147"/>
          </a:solidFill>
          <a:ln w="12700">
            <a:solidFill>
              <a:srgbClr val="A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44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تَغَـ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F34"/>
          </a:solidFill>
          <a:ln w="12700">
            <a:solidFill>
              <a:srgbClr val="795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جَغَـ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حَغَـ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1ED"/>
          </a:solidFill>
          <a:ln w="12700">
            <a:solidFill>
              <a:srgbClr val="5E7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94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6DB"/>
          </a:solidFill>
          <a:ln w="12700">
            <a:solidFill>
              <a:srgbClr val="70A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4785"/>
          </a:solidFill>
          <a:ln w="12700">
            <a:solidFill>
              <a:srgbClr val="7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445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دَغَـ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1D8"/>
          </a:solidFill>
          <a:ln w="12700">
            <a:solidFill>
              <a:srgbClr val="64C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CD1"/>
          </a:solidFill>
          <a:ln w="12700">
            <a:solidFill>
              <a:srgbClr val="47C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0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رَغَـ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46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5"/>
          </a:solidFill>
          <a:ln w="12700">
            <a:solidFill>
              <a:srgbClr val="ED5E9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شَغَـ</a:t>
            </a:r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C"/>
          </a:solidFill>
          <a:ln w="12700">
            <a:solidFill>
              <a:srgbClr val="52E0B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1"/>
          </a:solidFill>
          <a:ln w="12700">
            <a:solidFill>
              <a:srgbClr val="DB70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B47"/>
          </a:solidFill>
          <a:ln w="12700">
            <a:solidFill>
              <a:srgbClr val="856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194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64D8"/>
          </a:solidFill>
          <a:ln w="12700">
            <a:solidFill>
              <a:srgbClr val="D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47D1"/>
          </a:solidFill>
          <a:ln w="12700">
            <a:solidFill>
              <a:srgbClr val="B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19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ضَغَـ</a:t>
            </a:r>
            <a:pPr algn="ctr" indent="0" marL="0">
              <a:buNone/>
            </a:pP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59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طَغَـ</a:t>
            </a:r>
            <a:pPr algn="ctr" indent="0" marL="0">
              <a:buNone/>
            </a:pP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06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ظَغَـ</a:t>
            </a:r>
            <a:pPr algn="ctr" indent="0" marL="0">
              <a:buNone/>
            </a:pPr>
            <a:r>
              <a:rPr lang="ar-SA" altLang="en-US" sz="6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عَغَـ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ED5E"/>
          </a:solidFill>
          <a:ln w="12700">
            <a:solidFill>
              <a:srgbClr val="B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852E0"/>
          </a:solidFill>
          <a:ln w="12700">
            <a:solidFill>
              <a:srgbClr val="9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42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664"/>
          </a:solidFill>
          <a:ln w="12700">
            <a:solidFill>
              <a:srgbClr val="D8B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147"/>
          </a:solidFill>
          <a:ln w="12700">
            <a:solidFill>
              <a:srgbClr val="D19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D"/>
          </a:solidFill>
          <a:ln w="12700">
            <a:solidFill>
              <a:srgbClr val="7934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CED"/>
          </a:solidFill>
          <a:ln w="12700">
            <a:solidFill>
              <a:srgbClr val="5ED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0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0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552"/>
          </a:solidFill>
          <a:ln w="12700">
            <a:solidFill>
              <a:srgbClr val="E07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0"/>
          </a:solidFill>
          <a:ln w="12700">
            <a:solidFill>
              <a:srgbClr val="70DB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562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9"/>
          </a:solidFill>
          <a:ln w="12700">
            <a:solidFill>
              <a:srgbClr val="64D8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F"/>
          </a:solidFill>
          <a:ln w="12700">
            <a:solidFill>
              <a:srgbClr val="47D1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4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4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7934"/>
          </a:solidFill>
          <a:ln w="12700">
            <a:solidFill>
              <a:srgbClr val="4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3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3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2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2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B5EED"/>
          </a:solidFill>
          <a:ln w="12700">
            <a:solidFill>
              <a:srgbClr val="D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2"/>
          </a:solidFill>
          <a:ln w="12700">
            <a:solidFill>
              <a:srgbClr val="5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70DB"/>
          </a:solidFill>
          <a:ln w="12700">
            <a:solidFill>
              <a:srgbClr val="A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2"/>
          </a:solidFill>
          <a:ln w="12700">
            <a:solidFill>
              <a:srgbClr val="8547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64D8"/>
          </a:solidFill>
          <a:ln w="12700">
            <a:solidFill>
              <a:srgbClr val="7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47D1"/>
          </a:solidFill>
          <a:ln w="12700">
            <a:solidFill>
              <a:srgbClr val="4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43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079"/>
          </a:solidFill>
          <a:ln w="12700">
            <a:solidFill>
              <a:srgbClr val="346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46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75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75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75E"/>
          </a:solidFill>
          <a:ln w="12700">
            <a:solidFill>
              <a:srgbClr val="EDB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37163" y="896112"/>
            <a:ext cx="1872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7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37163" y="896112"/>
            <a:ext cx="1872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20" name="C2 W2 pill"/>
          <p:cNvSpPr/>
          <p:nvPr/>
        </p:nvSpPr>
        <p:spPr>
          <a:xfrm>
            <a:off x="2333842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7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33842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89849" y="2834640"/>
            <a:ext cx="37643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89849" y="2834640"/>
            <a:ext cx="37643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6E0"/>
          </a:solidFill>
          <a:ln w="12700">
            <a:solidFill>
              <a:srgbClr val="527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5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5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9"/>
          </a:solidFill>
          <a:ln w="12700">
            <a:solidFill>
              <a:srgbClr val="D864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2899" y="896112"/>
            <a:ext cx="1524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2899" y="896112"/>
            <a:ext cx="1524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766977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66977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09151" y="2834640"/>
            <a:ext cx="29256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09151" y="2834640"/>
            <a:ext cx="29256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407267" y="896112"/>
            <a:ext cx="2906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C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407267" y="896112"/>
            <a:ext cx="2906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1830092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1830092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123854" y="2834640"/>
            <a:ext cx="48962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123854" y="2834640"/>
            <a:ext cx="48962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10-ain-ghain</dc:title>
  <dc:subject>PptxGenJS Presentation</dc:subject>
  <dc:creator>PptxGenJS</dc:creator>
  <cp:lastModifiedBy>PptxGenJS</cp:lastModifiedBy>
  <cp:revision>1</cp:revision>
  <dcterms:created xsi:type="dcterms:W3CDTF">2026-10-22T00:54:42Z</dcterms:created>
  <dcterms:modified xsi:type="dcterms:W3CDTF">2026-10-22T00:54:42Z</dcterms:modified>
</cp:coreProperties>
</file>