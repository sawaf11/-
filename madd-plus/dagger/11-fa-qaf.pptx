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25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8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pPr algn="ctr" indent="0" marL="0">
              <a:buNone/>
            </a:pPr>
            <a:r>
              <a:rPr lang="ar-SA" altLang="en-US" sz="4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pPr algn="ctr" indent="0" marL="0">
              <a:buNone/>
            </a:pPr>
            <a:r>
              <a:rPr lang="ar-SA" altLang="en-US" sz="4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pPr algn="ctr" indent="0" marL="0">
              <a:buNone/>
            </a:pPr>
            <a:r>
              <a:rPr lang="ar-SA" altLang="en-US" sz="4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3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33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8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5EED"/>
          </a:solidFill>
          <a:ln w="12700">
            <a:solidFill>
              <a:srgbClr val="E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A79"/>
          </a:solidFill>
          <a:ln w="12700">
            <a:solidFill>
              <a:srgbClr val="345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C5EED"/>
          </a:solidFill>
          <a:ln w="12700">
            <a:solidFill>
              <a:srgbClr val="7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pPr algn="ctr" indent="0" marL="0">
              <a:buNone/>
            </a:pPr>
            <a:r>
              <a:rPr lang="ar-SA" altLang="en-US" sz="4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pPr algn="ctr" indent="0" marL="0">
              <a:buNone/>
            </a:pPr>
            <a:r>
              <a:rPr lang="ar-SA" altLang="en-US" sz="4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pPr algn="ctr" indent="0" marL="0">
              <a:buNone/>
            </a:pPr>
            <a:r>
              <a:rPr lang="ar-SA" altLang="en-US" sz="4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pPr algn="ctr" indent="0" marL="0">
              <a:buNone/>
            </a:pPr>
            <a:r>
              <a:rPr lang="ar-SA" altLang="en-US" sz="3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pPr algn="ctr" indent="0" marL="0">
              <a:buNone/>
            </a:pPr>
            <a:r>
              <a:rPr lang="ar-SA" altLang="en-US" sz="4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F"/>
          </a:solidFill>
          <a:ln w="12700">
            <a:solidFill>
              <a:srgbClr val="ED5E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11-fa-qaf</dc:title>
  <dc:subject>PptxGenJS Presentation</dc:subject>
  <dc:creator>PptxGenJS</dc:creator>
  <cp:lastModifiedBy>PptxGenJS</cp:lastModifiedBy>
  <cp:revision>1</cp:revision>
  <dcterms:created xsi:type="dcterms:W3CDTF">2026-10-21T20:04:06Z</dcterms:created>
  <dcterms:modified xsi:type="dcterms:W3CDTF">2026-10-21T20:04:06Z</dcterms:modified>
</cp:coreProperties>
</file>