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4D8"/>
          </a:solidFill>
          <a:ln w="12700">
            <a:solidFill>
              <a:srgbClr val="64D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F"/>
          </a:solidFill>
          <a:ln w="12700">
            <a:solidFill>
              <a:srgbClr val="47D1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902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9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7902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087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7328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D"/>
          </a:solidFill>
          <a:ln w="12700">
            <a:solidFill>
              <a:srgbClr val="ED5E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4"/>
          </a:solidFill>
          <a:ln w="12700">
            <a:solidFill>
              <a:srgbClr val="52E0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47D1"/>
          </a:solidFill>
          <a:ln w="12700">
            <a:solidFill>
              <a:srgbClr val="9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85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ED5E"/>
          </a:solidFill>
          <a:ln w="12700">
            <a:solidFill>
              <a:srgbClr val="D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052E0"/>
          </a:solidFill>
          <a:ln w="12700">
            <a:solidFill>
              <a:srgbClr val="8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970"/>
          </a:solidFill>
          <a:ln w="12700">
            <a:solidFill>
              <a:srgbClr val="DBC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A47"/>
          </a:solidFill>
          <a:ln w="12700">
            <a:solidFill>
              <a:srgbClr val="D17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6"/>
          </a:solidFill>
          <a:ln w="12700">
            <a:solidFill>
              <a:srgbClr val="5EED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D52"/>
          </a:solidFill>
          <a:ln w="12700">
            <a:solidFill>
              <a:srgbClr val="E05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5"/>
          </a:solidFill>
          <a:ln w="12700">
            <a:solidFill>
              <a:srgbClr val="64D8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8"/>
          </a:solidFill>
          <a:ln w="12700">
            <a:solidFill>
              <a:srgbClr val="47D1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80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56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5EED"/>
          </a:solidFill>
          <a:ln w="12700">
            <a:solidFill>
              <a:srgbClr val="C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06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AE052"/>
          </a:solidFill>
          <a:ln w="12700">
            <a:solidFill>
              <a:srgbClr val="6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64D8"/>
          </a:solidFill>
          <a:ln w="12700">
            <a:solidFill>
              <a:srgbClr val="6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9D1"/>
          </a:solidFill>
          <a:ln w="12700">
            <a:solidFill>
              <a:srgbClr val="475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6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6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210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669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F5E"/>
          </a:solidFill>
          <a:ln w="12700">
            <a:solidFill>
              <a:srgbClr val="ED9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EE0"/>
          </a:solidFill>
          <a:ln w="12700">
            <a:solidFill>
              <a:srgbClr val="528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970"/>
          </a:solidFill>
          <a:ln w="12700">
            <a:solidFill>
              <a:srgbClr val="DB7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D"/>
          </a:solidFill>
          <a:ln w="12700">
            <a:solidFill>
              <a:srgbClr val="D864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C"/>
          </a:solidFill>
          <a:ln w="12700">
            <a:solidFill>
              <a:srgbClr val="D1477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3479"/>
          </a:solidFill>
          <a:ln w="12700">
            <a:solidFill>
              <a:srgbClr val="7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87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pPr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C"/>
          </a:solidFill>
          <a:ln w="12700">
            <a:solidFill>
              <a:srgbClr val="5EED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1"/>
          </a:solidFill>
          <a:ln w="12700">
            <a:solidFill>
              <a:srgbClr val="E052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DB70"/>
          </a:solidFill>
          <a:ln w="12700">
            <a:solidFill>
              <a:srgbClr val="8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D864"/>
          </a:solidFill>
          <a:ln w="12700">
            <a:solidFill>
              <a:srgbClr val="9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D147"/>
          </a:solidFill>
          <a:ln w="12700">
            <a:solidFill>
              <a:srgbClr val="9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59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59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5ED"/>
          </a:solidFill>
          <a:ln w="12700">
            <a:solidFill>
              <a:srgbClr val="5E6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37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E052"/>
          </a:solidFill>
          <a:ln w="12700">
            <a:solidFill>
              <a:srgbClr val="D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4785"/>
          </a:solidFill>
          <a:ln w="12700">
            <a:solidFill>
              <a:srgbClr val="7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7D8"/>
          </a:solidFill>
          <a:ln w="12700">
            <a:solidFill>
              <a:srgbClr val="64B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0D1"/>
          </a:solidFill>
          <a:ln w="12700">
            <a:solidFill>
              <a:srgbClr val="47C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64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5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8"/>
          </a:solidFill>
          <a:ln w="12700">
            <a:solidFill>
              <a:srgbClr val="ED5E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8"/>
          </a:solidFill>
          <a:ln w="12700">
            <a:solidFill>
              <a:srgbClr val="52E0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8"/>
          </a:solidFill>
          <a:ln w="12700">
            <a:solidFill>
              <a:srgbClr val="DB70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4"/>
          </a:solidFill>
          <a:ln w="12700">
            <a:solidFill>
              <a:srgbClr val="D864D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47D1"/>
          </a:solidFill>
          <a:ln w="12700">
            <a:solidFill>
              <a:srgbClr val="C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3479"/>
          </a:solidFill>
          <a:ln w="12700">
            <a:solidFill>
              <a:srgbClr val="4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ED5E"/>
          </a:solidFill>
          <a:ln w="12700">
            <a:solidFill>
              <a:srgbClr val="A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552E0"/>
          </a:solidFill>
          <a:ln w="12700">
            <a:solidFill>
              <a:srgbClr val="A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DB70"/>
          </a:solidFill>
          <a:ln w="12700">
            <a:solidFill>
              <a:srgbClr val="D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064"/>
          </a:solidFill>
          <a:ln w="12700">
            <a:solidFill>
              <a:srgbClr val="D8C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D47"/>
          </a:solidFill>
          <a:ln w="12700">
            <a:solidFill>
              <a:srgbClr val="D19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7"/>
          </a:solidFill>
          <a:ln w="12700">
            <a:solidFill>
              <a:srgbClr val="7934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0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1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FED"/>
          </a:solidFill>
          <a:ln w="12700">
            <a:solidFill>
              <a:srgbClr val="5EC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78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1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678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092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6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7328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152"/>
          </a:solidFill>
          <a:ln w="12700">
            <a:solidFill>
              <a:srgbClr val="E08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9"/>
          </a:solidFill>
          <a:ln w="12700">
            <a:solidFill>
              <a:srgbClr val="70DB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3"/>
          </a:solidFill>
          <a:ln w="12700">
            <a:solidFill>
              <a:srgbClr val="64D8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B"/>
          </a:solidFill>
          <a:ln w="12700">
            <a:solidFill>
              <a:srgbClr val="47D1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642B"/>
          </a:solidFill>
          <a:ln w="12700">
            <a:solidFill>
              <a:srgbClr val="5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7934"/>
          </a:solidFill>
          <a:ln w="12700">
            <a:solidFill>
              <a:srgbClr val="4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75EED"/>
          </a:solidFill>
          <a:ln w="12700">
            <a:solidFill>
              <a:srgbClr val="E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E"/>
          </a:solidFill>
          <a:ln w="12700">
            <a:solidFill>
              <a:srgbClr val="52E05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70DB"/>
          </a:solidFill>
          <a:ln w="12700">
            <a:solidFill>
              <a:srgbClr val="A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85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64D8"/>
          </a:solidFill>
          <a:ln w="12700">
            <a:solidFill>
              <a:srgbClr val="8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47D1"/>
          </a:solidFill>
          <a:ln w="12700">
            <a:solidFill>
              <a:srgbClr val="5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A79"/>
          </a:solidFill>
          <a:ln w="12700">
            <a:solidFill>
              <a:srgbClr val="345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45E"/>
          </a:solidFill>
          <a:ln w="12700">
            <a:solidFill>
              <a:srgbClr val="EDC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9E0"/>
          </a:solidFill>
          <a:ln w="12700">
            <a:solidFill>
              <a:srgbClr val="526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470"/>
          </a:solidFill>
          <a:ln w="12700">
            <a:solidFill>
              <a:srgbClr val="DB9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8547"/>
          </a:solidFill>
          <a:ln w="12700">
            <a:solidFill>
              <a:srgbClr val="5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964"/>
          </a:solidFill>
          <a:ln w="12700">
            <a:solidFill>
              <a:srgbClr val="D86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8"/>
          </a:solidFill>
          <a:ln w="12700">
            <a:solidFill>
              <a:srgbClr val="D147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2B64"/>
          </a:solidFill>
          <a:ln w="12700">
            <a:solidFill>
              <a:srgbClr val="5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B"/>
          </a:solidFill>
          <a:ln w="12700">
            <a:solidFill>
              <a:srgbClr val="7934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0"/>
          </a:solidFill>
          <a:ln w="12700">
            <a:solidFill>
              <a:srgbClr val="5EED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D"/>
          </a:solidFill>
          <a:ln w="12700">
            <a:solidFill>
              <a:srgbClr val="E0528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9"/>
          </a:solidFill>
          <a:ln w="12700">
            <a:solidFill>
              <a:srgbClr val="70DB7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B85"/>
          </a:solidFill>
          <a:ln w="12700">
            <a:solidFill>
              <a:srgbClr val="476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80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D864"/>
          </a:solidFill>
          <a:ln w="12700">
            <a:solidFill>
              <a:srgbClr val="7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BD147"/>
          </a:solidFill>
          <a:ln w="12700">
            <a:solidFill>
              <a:srgbClr val="7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4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56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6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C5EED"/>
          </a:solidFill>
          <a:ln w="12700">
            <a:solidFill>
              <a:srgbClr val="7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0E052"/>
          </a:solidFill>
          <a:ln w="12700">
            <a:solidFill>
              <a:srgbClr val="B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2DB"/>
          </a:solidFill>
          <a:ln w="12700">
            <a:solidFill>
              <a:srgbClr val="708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9D8"/>
          </a:solidFill>
          <a:ln w="12700">
            <a:solidFill>
              <a:srgbClr val="649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DD1"/>
          </a:solidFill>
          <a:ln w="12700">
            <a:solidFill>
              <a:srgbClr val="479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6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210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5"/>
          </a:solidFill>
          <a:ln w="12700">
            <a:solidFill>
              <a:srgbClr val="3479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669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4"/>
          </a:solidFill>
          <a:ln w="12700">
            <a:solidFill>
              <a:srgbClr val="ED5E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4E0"/>
          </a:solidFill>
          <a:ln w="12700">
            <a:solidFill>
              <a:srgbClr val="52D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C"/>
          </a:solidFill>
          <a:ln w="12700">
            <a:solidFill>
              <a:srgbClr val="DB70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6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6"/>
          </a:solidFill>
          <a:ln w="12700">
            <a:solidFill>
              <a:srgbClr val="D864B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F"/>
          </a:solidFill>
          <a:ln w="12700">
            <a:solidFill>
              <a:srgbClr val="D147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187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pPr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ED5E"/>
          </a:solidFill>
          <a:ln w="12700">
            <a:solidFill>
              <a:srgbClr val="8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52E0"/>
          </a:solidFill>
          <a:ln w="12700">
            <a:solidFill>
              <a:srgbClr val="C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DB70"/>
          </a:solidFill>
          <a:ln w="12700">
            <a:solidFill>
              <a:srgbClr val="B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D864"/>
          </a:solidFill>
          <a:ln w="12700">
            <a:solidFill>
              <a:srgbClr val="D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147"/>
          </a:solidFill>
          <a:ln w="12700">
            <a:solidFill>
              <a:srgbClr val="D1C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9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59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BED"/>
          </a:solidFill>
          <a:ln w="12700">
            <a:solidFill>
              <a:srgbClr val="5EA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37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652"/>
          </a:solidFill>
          <a:ln w="12700">
            <a:solidFill>
              <a:srgbClr val="E0A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2DB"/>
          </a:solidFill>
          <a:ln w="12700">
            <a:solidFill>
              <a:srgbClr val="70D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1"/>
          </a:solidFill>
          <a:ln w="12700">
            <a:solidFill>
              <a:srgbClr val="64D8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E"/>
          </a:solidFill>
          <a:ln w="12700">
            <a:solidFill>
              <a:srgbClr val="47D1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64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7934"/>
          </a:solidFill>
          <a:ln w="12700">
            <a:solidFill>
              <a:srgbClr val="3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5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F"/>
          </a:solidFill>
          <a:ln w="12700">
            <a:solidFill>
              <a:srgbClr val="ED5E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2"/>
          </a:solidFill>
          <a:ln w="12700">
            <a:solidFill>
              <a:srgbClr val="52E0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70DB"/>
          </a:solidFill>
          <a:ln w="12700">
            <a:solidFill>
              <a:srgbClr val="C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47D1"/>
          </a:solidFill>
          <a:ln w="12700">
            <a:solidFill>
              <a:srgbClr val="7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85E"/>
          </a:solidFill>
          <a:ln w="12700">
            <a:solidFill>
              <a:srgbClr val="EDE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52E0"/>
          </a:solidFill>
          <a:ln w="12700">
            <a:solidFill>
              <a:srgbClr val="5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0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1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36604" y="896112"/>
            <a:ext cx="1674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7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36604" y="896112"/>
            <a:ext cx="1674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هٰذَا</a:t>
            </a:r>
            <a:endParaRPr lang="ar-SA" sz="5800" dirty="0"/>
          </a:p>
        </p:txBody>
      </p:sp>
      <p:sp>
        <p:nvSpPr>
          <p:cNvPr id="17" name="C2 W2 pill"/>
          <p:cNvSpPr/>
          <p:nvPr/>
        </p:nvSpPr>
        <p:spPr>
          <a:xfrm>
            <a:off x="2433283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7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33283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89289" y="2834640"/>
            <a:ext cx="35654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89289" y="2834640"/>
            <a:ext cx="35654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هٰذَا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8D147"/>
          </a:solidFill>
          <a:ln w="12700">
            <a:solidFill>
              <a:srgbClr val="5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ذٰلِكَ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ذٰلِكَ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34754" y="896112"/>
            <a:ext cx="1360413" cy="1371600"/>
          </a:xfrm>
          <a:prstGeom prst="roundRect">
            <a:avLst>
              <a:gd name="adj" fmla="val 26886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34754" y="896112"/>
            <a:ext cx="13604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إِلٰهٌ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84883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84883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91006" y="2834640"/>
            <a:ext cx="27619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91006" y="2834640"/>
            <a:ext cx="27619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إِلٰهٌ وَاحِدٌ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489122" y="896112"/>
            <a:ext cx="27429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E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489122" y="896112"/>
            <a:ext cx="27429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الرَّحۡمٰنِ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1911948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E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1911948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207569" y="2834640"/>
            <a:ext cx="47288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207569" y="2834640"/>
            <a:ext cx="47288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الرَّحۡمٰنِ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11-fa-qaf</dc:title>
  <dc:subject>PptxGenJS Presentation</dc:subject>
  <dc:creator>PptxGenJS</dc:creator>
  <cp:lastModifiedBy>PptxGenJS</cp:lastModifiedBy>
  <cp:revision>1</cp:revision>
  <dcterms:created xsi:type="dcterms:W3CDTF">2026-10-21T18:02:24Z</dcterms:created>
  <dcterms:modified xsi:type="dcterms:W3CDTF">2026-10-21T18:02:24Z</dcterms:modified>
</cp:coreProperties>
</file>