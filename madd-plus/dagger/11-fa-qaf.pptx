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notesMaster" Target="notesMasters/notesMaster1.xml"/><Relationship Id="rId126" Type="http://schemas.openxmlformats.org/officeDocument/2006/relationships/presProps" Target="presProps.xml"/><Relationship Id="rId127" Type="http://schemas.openxmlformats.org/officeDocument/2006/relationships/viewProps" Target="viewProps.xml"/><Relationship Id="rId128" Type="http://schemas.openxmlformats.org/officeDocument/2006/relationships/theme" Target="theme/theme1.xml"/><Relationship Id="rId1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TrSnd" Type="http://schemas.openxmlformats.org/officeDocument/2006/relationships/audio" Target="../media/sparkle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TrSnd" Type="http://schemas.openxmlformats.org/officeDocument/2006/relationships/audio" Target="../media/marimba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TrSnd" Type="http://schemas.openxmlformats.org/officeDocument/2006/relationships/audio" Target="../media/harp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TrSnd" Type="http://schemas.openxmlformats.org/officeDocument/2006/relationships/audio" Target="../media/chime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TrSnd" Type="http://schemas.openxmlformats.org/officeDocument/2006/relationships/audio" Target="../media/whoosh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TrSnd" Type="http://schemas.openxmlformats.org/officeDocument/2006/relationships/audio" Target="../media/bubbles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TrSnd" Type="http://schemas.openxmlformats.org/officeDocument/2006/relationships/audio" Target="../media/sparkle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TrSnd" Type="http://schemas.openxmlformats.org/officeDocument/2006/relationships/audio" Target="../media/marimba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TrSnd" Type="http://schemas.openxmlformats.org/officeDocument/2006/relationships/audio" Target="../media/harp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TrSnd" Type="http://schemas.openxmlformats.org/officeDocument/2006/relationships/audio" Target="../media/chime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TrSnd" Type="http://schemas.openxmlformats.org/officeDocument/2006/relationships/audio" Target="../media/whoosh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TrSnd" Type="http://schemas.openxmlformats.org/officeDocument/2006/relationships/audio" Target="../media/bubbles.wav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TrSnd" Type="http://schemas.openxmlformats.org/officeDocument/2006/relationships/audio" Target="../media/sparkle.wav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TrSnd" Type="http://schemas.openxmlformats.org/officeDocument/2006/relationships/audio" Target="../media/marimba.wav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TrSnd" Type="http://schemas.openxmlformats.org/officeDocument/2006/relationships/audio" Target="../media/harp.wav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TrSnd" Type="http://schemas.openxmlformats.org/officeDocument/2006/relationships/audio" Target="../media/chime.wav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TrSnd" Type="http://schemas.openxmlformats.org/officeDocument/2006/relationships/audio" Target="../media/whoosh.wav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TrSnd" Type="http://schemas.openxmlformats.org/officeDocument/2006/relationships/audio" Target="../media/bubbles.wav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TrSnd" Type="http://schemas.openxmlformats.org/officeDocument/2006/relationships/audio" Target="../media/sparkle.wav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TrSnd" Type="http://schemas.openxmlformats.org/officeDocument/2006/relationships/audio" Target="../media/marimba.wav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Relationship Id="rIdTrSnd" Type="http://schemas.openxmlformats.org/officeDocument/2006/relationships/audio" Target="../media/harp.wav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TrSnd" Type="http://schemas.openxmlformats.org/officeDocument/2006/relationships/audio" Target="../media/chime.wav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Relationship Id="rIdTrSnd" Type="http://schemas.openxmlformats.org/officeDocument/2006/relationships/audio" Target="../media/whoosh.wav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4D8"/>
          </a:solidFill>
          <a:ln w="12700">
            <a:solidFill>
              <a:srgbClr val="64D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F"/>
          </a:solidFill>
          <a:ln w="12700">
            <a:solidFill>
              <a:srgbClr val="47D1B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79022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9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79022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71259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732851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0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فَـ</a:t>
            </a:r>
            <a:r>
              <a:rPr lang="ar-SA" altLang="en-US" sz="10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106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8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8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89086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فَـ</a:t>
            </a:r>
            <a:r>
              <a:rPr lang="ar-SA" altLang="en-US" sz="7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9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3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C642B"/>
          </a:solidFill>
          <a:ln w="12700">
            <a:solidFill>
              <a:srgbClr val="3C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2"/>
          </a:solidFill>
          <a:ln w="12700">
            <a:solidFill>
              <a:srgbClr val="34794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8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8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774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فَـ</a:t>
            </a:r>
            <a:r>
              <a:rPr lang="ar-SA" altLang="en-US" sz="8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859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C5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D"/>
          </a:solidFill>
          <a:ln w="12700">
            <a:solidFill>
              <a:srgbClr val="ED5EA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8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8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859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43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4"/>
          </a:solidFill>
          <a:ln w="12700">
            <a:solidFill>
              <a:srgbClr val="52E0A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B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3"/>
          </a:solidFill>
          <a:ln w="12700">
            <a:solidFill>
              <a:srgbClr val="DB70D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047"/>
          </a:solidFill>
          <a:ln w="12700">
            <a:solidFill>
              <a:srgbClr val="8560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8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8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895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فَـ</a:t>
            </a:r>
            <a:r>
              <a:rPr lang="ar-SA" altLang="en-US" sz="7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F64D8"/>
          </a:solidFill>
          <a:ln w="12700">
            <a:solidFill>
              <a:srgbClr val="BF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C47D1"/>
          </a:solidFill>
          <a:ln w="12700">
            <a:solidFill>
              <a:srgbClr val="9C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95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فَـ</a:t>
            </a:r>
            <a:r>
              <a:rPr lang="ar-SA" altLang="en-US" sz="7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E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16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16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895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فَـ</a:t>
            </a:r>
            <a:r>
              <a:rPr lang="ar-SA" altLang="en-US" sz="7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43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A64"/>
          </a:solidFill>
          <a:ln w="12700">
            <a:solidFill>
              <a:srgbClr val="2B4A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779"/>
          </a:solidFill>
          <a:ln w="12700">
            <a:solidFill>
              <a:srgbClr val="3437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916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C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16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D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0ED5E"/>
          </a:solidFill>
          <a:ln w="12700">
            <a:solidFill>
              <a:srgbClr val="D0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97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97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فَـ</a:t>
            </a:r>
            <a:r>
              <a:rPr lang="ar-SA" altLang="en-US" sz="7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052E0"/>
          </a:solidFill>
          <a:ln w="12700">
            <a:solidFill>
              <a:srgbClr val="80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1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970"/>
          </a:solidFill>
          <a:ln w="12700">
            <a:solidFill>
              <a:srgbClr val="DBC9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1"/>
          </a:solidFill>
          <a:ln w="12700">
            <a:solidFill>
              <a:srgbClr val="47855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592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592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8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فَـ</a:t>
            </a:r>
            <a:r>
              <a:rPr lang="ar-SA" altLang="en-US" sz="7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264"/>
          </a:solidFill>
          <a:ln w="12700">
            <a:solidFill>
              <a:srgbClr val="D8A2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A47"/>
          </a:solidFill>
          <a:ln w="12700">
            <a:solidFill>
              <a:srgbClr val="D17A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45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45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فَـ</a:t>
            </a:r>
            <a:r>
              <a:rPr lang="ar-SA" altLang="en-US" sz="7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5F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559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559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فَـ</a:t>
            </a:r>
            <a:r>
              <a:rPr lang="ar-SA" altLang="en-US" sz="7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3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8"/>
          </a:solidFill>
          <a:ln w="12700">
            <a:solidFill>
              <a:srgbClr val="642B5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9"/>
          </a:solidFill>
          <a:ln w="12700">
            <a:solidFill>
              <a:srgbClr val="79344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02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02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فَـ</a:t>
            </a:r>
            <a:r>
              <a:rPr lang="ar-SA" altLang="en-US" sz="7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8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59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559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فَـ</a:t>
            </a:r>
            <a:r>
              <a:rPr lang="ar-SA" altLang="en-US" sz="7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5E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6"/>
          </a:solidFill>
          <a:ln w="12700">
            <a:solidFill>
              <a:srgbClr val="5EEDE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8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8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916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4314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D52"/>
          </a:solidFill>
          <a:ln w="12700">
            <a:solidFill>
              <a:srgbClr val="E05D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7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E"/>
          </a:solidFill>
          <a:ln w="12700">
            <a:solidFill>
              <a:srgbClr val="70DBA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D85"/>
          </a:solidFill>
          <a:ln w="12700">
            <a:solidFill>
              <a:srgbClr val="474D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8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8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916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5"/>
          </a:solidFill>
          <a:ln w="12700">
            <a:solidFill>
              <a:srgbClr val="64D88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8"/>
          </a:solidFill>
          <a:ln w="12700">
            <a:solidFill>
              <a:srgbClr val="47D15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95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فَـ</a:t>
            </a:r>
            <a:r>
              <a:rPr lang="ar-SA" altLang="en-US" sz="7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588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588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895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فَـ</a:t>
            </a:r>
            <a:r>
              <a:rPr lang="ar-SA" altLang="en-US" sz="7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7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432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12B"/>
          </a:solidFill>
          <a:ln w="12700">
            <a:solidFill>
              <a:srgbClr val="6461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A7934"/>
          </a:solidFill>
          <a:ln w="12700">
            <a:solidFill>
              <a:srgbClr val="5A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2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2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8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8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8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766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2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766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2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أَفَـ</a:t>
            </a:r>
            <a:r>
              <a:rPr lang="ar-SA" altLang="en-US" sz="6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F7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66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66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3608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بَفَـ</a:t>
            </a:r>
            <a:r>
              <a:rPr lang="ar-SA" altLang="en-US" sz="6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7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C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35EED"/>
          </a:solidFill>
          <a:ln w="12700">
            <a:solidFill>
              <a:srgbClr val="C3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973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973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2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0441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تَفَـ</a:t>
            </a:r>
            <a:r>
              <a:rPr lang="ar-SA" altLang="en-US" sz="6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3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AE052"/>
          </a:solidFill>
          <a:ln w="12700">
            <a:solidFill>
              <a:srgbClr val="6A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370DB"/>
          </a:solidFill>
          <a:ln w="12700">
            <a:solidFill>
              <a:srgbClr val="93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C"/>
          </a:solidFill>
          <a:ln w="12700">
            <a:solidFill>
              <a:srgbClr val="85475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973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973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2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2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2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ثَفَـ</a:t>
            </a:r>
            <a:r>
              <a:rPr lang="ar-SA" altLang="en-US" sz="6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D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864D8"/>
          </a:solidFill>
          <a:ln w="12700">
            <a:solidFill>
              <a:srgbClr val="68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9D1"/>
          </a:solidFill>
          <a:ln w="12700">
            <a:solidFill>
              <a:srgbClr val="4759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جَفَـ</a:t>
            </a: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5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125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125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حَفَـ</a:t>
            </a: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43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3"/>
          </a:solidFill>
          <a:ln w="12700">
            <a:solidFill>
              <a:srgbClr val="2B645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B79"/>
          </a:solidFill>
          <a:ln w="12700">
            <a:solidFill>
              <a:srgbClr val="346B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125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125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194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خَفَـ</a:t>
            </a:r>
            <a:r>
              <a:rPr lang="ar-SA" altLang="en-US" sz="7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6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D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2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2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130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130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6690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دَفَـ</a:t>
            </a:r>
            <a:r>
              <a:rPr lang="ar-SA" altLang="en-US" sz="8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E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F5E"/>
          </a:solidFill>
          <a:ln w="12700">
            <a:solidFill>
              <a:srgbClr val="ED9F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130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2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130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6960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2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6960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2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481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ذَفَـ</a:t>
            </a:r>
            <a:r>
              <a:rPr lang="ar-SA" altLang="en-US" sz="6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8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43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EE0"/>
          </a:solidFill>
          <a:ln w="12700">
            <a:solidFill>
              <a:srgbClr val="528E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4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970"/>
          </a:solidFill>
          <a:ln w="12700">
            <a:solidFill>
              <a:srgbClr val="DB79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B8547"/>
          </a:solidFill>
          <a:ln w="12700">
            <a:solidFill>
              <a:srgbClr val="6B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6960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2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6960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2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234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2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234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2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481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رَفَـ</a:t>
            </a:r>
            <a:r>
              <a:rPr lang="ar-SA" altLang="en-US" sz="6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8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C5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D"/>
          </a:solidFill>
          <a:ln w="12700">
            <a:solidFill>
              <a:srgbClr val="D8647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C"/>
          </a:solidFill>
          <a:ln w="12700">
            <a:solidFill>
              <a:srgbClr val="D1477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53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153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4609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زَفَـ</a:t>
            </a:r>
            <a:r>
              <a:rPr lang="ar-SA" altLang="en-US" sz="5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5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082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082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656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سَفَـ</a:t>
            </a:r>
            <a:r>
              <a:rPr lang="ar-SA" altLang="en-US" sz="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41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52B64"/>
          </a:solidFill>
          <a:ln w="12700">
            <a:solidFill>
              <a:srgbClr val="45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63479"/>
          </a:solidFill>
          <a:ln w="12700">
            <a:solidFill>
              <a:srgbClr val="76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D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082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082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D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D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2678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شَفَـ</a:t>
            </a:r>
            <a:r>
              <a:rPr lang="ar-SA" altLang="en-US" sz="4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9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D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A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68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068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A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A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1945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صَفَـ</a:t>
            </a:r>
            <a:r>
              <a:rPr lang="ar-SA" altLang="en-US" sz="4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7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C"/>
          </a:solidFill>
          <a:ln w="12700">
            <a:solidFill>
              <a:srgbClr val="5EED7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068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5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068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5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132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ضَفَـ</a:t>
            </a:r>
            <a:r>
              <a:rPr lang="ar-SA" altLang="en-US" sz="5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7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3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1"/>
          </a:solidFill>
          <a:ln w="12700">
            <a:solidFill>
              <a:srgbClr val="E052B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2DB70"/>
          </a:solidFill>
          <a:ln w="12700">
            <a:solidFill>
              <a:srgbClr val="82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B85"/>
          </a:solidFill>
          <a:ln w="12700">
            <a:solidFill>
              <a:srgbClr val="477B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2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2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146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طَفَـ</a:t>
            </a:r>
            <a:r>
              <a:rPr lang="ar-SA" altLang="en-US" sz="5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AD864"/>
          </a:solidFill>
          <a:ln w="12700">
            <a:solidFill>
              <a:srgbClr val="9A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ED147"/>
          </a:solidFill>
          <a:ln w="12700">
            <a:solidFill>
              <a:srgbClr val="9E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681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ظَفَـ</a:t>
            </a:r>
            <a:r>
              <a:rPr lang="ar-SA" altLang="en-US" sz="6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5E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عَفَـ</a:t>
            </a: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43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72B"/>
          </a:solidFill>
          <a:ln w="12700">
            <a:solidFill>
              <a:srgbClr val="6437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534"/>
          </a:solidFill>
          <a:ln w="12700">
            <a:solidFill>
              <a:srgbClr val="7965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62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7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62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7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95130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غَفَـ</a:t>
            </a:r>
            <a:r>
              <a:rPr lang="ar-SA" altLang="en-US" sz="6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9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أَفَـ</a:t>
            </a:r>
            <a:r>
              <a:rPr lang="ar-SA" altLang="en-US" sz="8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5ED"/>
          </a:solidFill>
          <a:ln w="12700">
            <a:solidFill>
              <a:srgbClr val="5E65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4426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بَفَـ</a:t>
            </a: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432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5E052"/>
          </a:solidFill>
          <a:ln w="12700">
            <a:solidFill>
              <a:srgbClr val="D5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7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DDB"/>
          </a:solidFill>
          <a:ln w="12700">
            <a:solidFill>
              <a:srgbClr val="709D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F4785"/>
          </a:solidFill>
          <a:ln w="12700">
            <a:solidFill>
              <a:srgbClr val="7F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487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تَفَـ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7D8"/>
          </a:solidFill>
          <a:ln w="12700">
            <a:solidFill>
              <a:srgbClr val="64B7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0D1"/>
          </a:solidFill>
          <a:ln w="12700">
            <a:solidFill>
              <a:srgbClr val="47C0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047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ثَفَـ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7C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470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جَفَـ</a:t>
            </a: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2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D642B"/>
          </a:solidFill>
          <a:ln w="12700">
            <a:solidFill>
              <a:srgbClr val="2D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4"/>
          </a:solidFill>
          <a:ln w="12700">
            <a:solidFill>
              <a:srgbClr val="34795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487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حَفَـ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D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16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16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87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خَفَـ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7C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8"/>
          </a:solidFill>
          <a:ln w="12700">
            <a:solidFill>
              <a:srgbClr val="ED5E8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916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دَفَـ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144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8"/>
          </a:solidFill>
          <a:ln w="12700">
            <a:solidFill>
              <a:srgbClr val="52E0C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0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8"/>
          </a:solidFill>
          <a:ln w="12700">
            <a:solidFill>
              <a:srgbClr val="DB70B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047"/>
          </a:solidFill>
          <a:ln w="12700">
            <a:solidFill>
              <a:srgbClr val="8570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916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ذَفَـ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E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D4"/>
          </a:solidFill>
          <a:ln w="12700">
            <a:solidFill>
              <a:srgbClr val="D864D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047D1"/>
          </a:solidFill>
          <a:ln w="12700">
            <a:solidFill>
              <a:srgbClr val="C0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7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7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رَفَـ</a:t>
            </a:r>
            <a:r>
              <a:rPr lang="ar-SA" altLang="en-US" sz="7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8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F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592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592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زَفَـ</a:t>
            </a:r>
            <a:r>
              <a:rPr lang="ar-SA" altLang="en-US" sz="7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8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143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C64"/>
          </a:solidFill>
          <a:ln w="12700">
            <a:solidFill>
              <a:srgbClr val="2B3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23479"/>
          </a:solidFill>
          <a:ln w="12700">
            <a:solidFill>
              <a:srgbClr val="42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645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7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645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430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سَفَـ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7C5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559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559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579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شَفَـ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CED5E"/>
          </a:solidFill>
          <a:ln w="12700">
            <a:solidFill>
              <a:srgbClr val="AC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602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602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430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صَفَـ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1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552E0"/>
          </a:solidFill>
          <a:ln w="12700">
            <a:solidFill>
              <a:srgbClr val="A5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3DB70"/>
          </a:solidFill>
          <a:ln w="12700">
            <a:solidFill>
              <a:srgbClr val="D3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1"/>
          </a:solidFill>
          <a:ln w="12700">
            <a:solidFill>
              <a:srgbClr val="47856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559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559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430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ضَفَـ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D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064"/>
          </a:solidFill>
          <a:ln w="12700">
            <a:solidFill>
              <a:srgbClr val="D8C0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D47"/>
          </a:solidFill>
          <a:ln w="12700">
            <a:solidFill>
              <a:srgbClr val="D19D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طَفَـ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C5F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ظَفَـ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4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A"/>
          </a:solidFill>
          <a:ln w="12700">
            <a:solidFill>
              <a:srgbClr val="642B4A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7"/>
          </a:solidFill>
          <a:ln w="12700">
            <a:solidFill>
              <a:srgbClr val="79343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487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عَفَـ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E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588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588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19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غَفَـ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5D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FED"/>
          </a:solidFill>
          <a:ln w="12700">
            <a:solidFill>
              <a:srgbClr val="5ECF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7811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100" dirty="0"/>
          </a:p>
        </p:txBody>
      </p:sp>
      <p:sp>
        <p:nvSpPr>
          <p:cNvPr id="22" name="C2 V1 vowel"/>
          <p:cNvSpPr txBox="1"/>
          <p:nvPr/>
        </p:nvSpPr>
        <p:spPr>
          <a:xfrm>
            <a:off x="6720840" y="167811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1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M2 madd"/>
          <p:cNvSpPr txBox="1"/>
          <p:nvPr/>
        </p:nvSpPr>
        <p:spPr>
          <a:xfrm>
            <a:off x="4343400" y="171335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5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6 R result"/>
          <p:cNvSpPr txBox="1"/>
          <p:nvPr/>
        </p:nvSpPr>
        <p:spPr>
          <a:xfrm>
            <a:off x="685800" y="1732851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0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قَـ</a:t>
            </a:r>
            <a:r>
              <a:rPr lang="ar-SA" altLang="en-US" sz="10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106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4314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152"/>
          </a:solidFill>
          <a:ln w="12700">
            <a:solidFill>
              <a:srgbClr val="E081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1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9"/>
          </a:solidFill>
          <a:ln w="12700">
            <a:solidFill>
              <a:srgbClr val="70DBC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24785"/>
          </a:solidFill>
          <a:ln w="12700">
            <a:solidFill>
              <a:srgbClr val="52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20372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20372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9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89086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قَـ</a:t>
            </a:r>
            <a:r>
              <a:rPr lang="ar-SA" altLang="en-US" sz="7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9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3"/>
          </a:solidFill>
          <a:ln w="12700">
            <a:solidFill>
              <a:srgbClr val="64D8A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B"/>
          </a:solidFill>
          <a:ln w="12700">
            <a:solidFill>
              <a:srgbClr val="47D17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03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03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774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قَـ</a:t>
            </a:r>
            <a:r>
              <a:rPr lang="ar-SA" altLang="en-US" sz="8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D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104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104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9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859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433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8642B"/>
          </a:solidFill>
          <a:ln w="12700">
            <a:solidFill>
              <a:srgbClr val="58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87934"/>
          </a:solidFill>
          <a:ln w="12700">
            <a:solidFill>
              <a:srgbClr val="48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446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446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9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859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5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95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قَـ</a:t>
            </a:r>
            <a:r>
              <a:rPr lang="ar-SA" altLang="en-US" sz="7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7C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75EED"/>
          </a:solidFill>
          <a:ln w="12700">
            <a:solidFill>
              <a:srgbClr val="E7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9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895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قَـ</a:t>
            </a:r>
            <a:r>
              <a:rPr lang="ar-SA" altLang="en-US" sz="7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2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5E"/>
          </a:solidFill>
          <a:ln w="12700">
            <a:solidFill>
              <a:srgbClr val="52E05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F70DB"/>
          </a:solidFill>
          <a:ln w="12700">
            <a:solidFill>
              <a:srgbClr val="AF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C"/>
          </a:solidFill>
          <a:ln w="12700">
            <a:solidFill>
              <a:srgbClr val="85474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88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888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895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قَـ</a:t>
            </a:r>
            <a:r>
              <a:rPr lang="ar-SA" altLang="en-US" sz="7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C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664D8"/>
          </a:solidFill>
          <a:ln w="12700">
            <a:solidFill>
              <a:srgbClr val="86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947D1"/>
          </a:solidFill>
          <a:ln w="12700">
            <a:solidFill>
              <a:srgbClr val="59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1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1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16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7C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630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630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9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916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1443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62"/>
          </a:solidFill>
          <a:ln w="12700">
            <a:solidFill>
              <a:srgbClr val="2B646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A79"/>
          </a:solidFill>
          <a:ln w="12700">
            <a:solidFill>
              <a:srgbClr val="345A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956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9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956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9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قَـ</a:t>
            </a:r>
            <a:r>
              <a:rPr lang="ar-SA" altLang="en-US" sz="7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8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E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58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58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قَـ</a:t>
            </a:r>
            <a:r>
              <a:rPr lang="ar-SA" altLang="en-US" sz="7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8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C45E"/>
          </a:solidFill>
          <a:ln w="12700">
            <a:solidFill>
              <a:srgbClr val="EDC4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8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88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قَـ</a:t>
            </a:r>
            <a:r>
              <a:rPr lang="ar-SA" altLang="en-US" sz="7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143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69E0"/>
          </a:solidFill>
          <a:ln w="12700">
            <a:solidFill>
              <a:srgbClr val="5269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E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470"/>
          </a:solidFill>
          <a:ln w="12700">
            <a:solidFill>
              <a:srgbClr val="DB94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C8547"/>
          </a:solidFill>
          <a:ln w="12700">
            <a:solidFill>
              <a:srgbClr val="5C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9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89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قَـ</a:t>
            </a:r>
            <a:r>
              <a:rPr lang="ar-SA" altLang="en-US" sz="7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964"/>
          </a:solidFill>
          <a:ln w="12700">
            <a:solidFill>
              <a:srgbClr val="D869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8"/>
          </a:solidFill>
          <a:ln w="12700">
            <a:solidFill>
              <a:srgbClr val="D1475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9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9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قَـ</a:t>
            </a:r>
            <a:r>
              <a:rPr lang="ar-SA" altLang="en-US" sz="7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C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9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89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قَـ</a:t>
            </a:r>
            <a:r>
              <a:rPr lang="ar-SA" altLang="en-US" sz="7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1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32B64"/>
          </a:solidFill>
          <a:ln w="12700">
            <a:solidFill>
              <a:srgbClr val="53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B"/>
          </a:solidFill>
          <a:ln w="12700">
            <a:solidFill>
              <a:srgbClr val="79346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62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9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62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9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916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7D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2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2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16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0"/>
          </a:solidFill>
          <a:ln w="12700">
            <a:solidFill>
              <a:srgbClr val="5EEDA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82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882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895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قَـ</a:t>
            </a:r>
            <a:r>
              <a:rPr lang="ar-SA" altLang="en-US" sz="7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1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431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D"/>
          </a:solidFill>
          <a:ln w="12700">
            <a:solidFill>
              <a:srgbClr val="E0528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5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9"/>
          </a:solidFill>
          <a:ln w="12700">
            <a:solidFill>
              <a:srgbClr val="70DB7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B85"/>
          </a:solidFill>
          <a:ln w="12700">
            <a:solidFill>
              <a:srgbClr val="476B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91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891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895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قَـ</a:t>
            </a:r>
            <a:r>
              <a:rPr lang="ar-SA" altLang="en-US" sz="7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7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CD864"/>
          </a:solidFill>
          <a:ln w="12700">
            <a:solidFill>
              <a:srgbClr val="7C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BD147"/>
          </a:solidFill>
          <a:ln w="12700">
            <a:solidFill>
              <a:srgbClr val="7B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2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2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74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C5D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79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79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747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3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747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3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أَقَـ</a:t>
            </a:r>
            <a:r>
              <a:rPr lang="ar-SA" altLang="en-US" sz="6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2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4314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52B"/>
          </a:solidFill>
          <a:ln w="12700">
            <a:solidFill>
              <a:srgbClr val="6445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734"/>
          </a:solidFill>
          <a:ln w="12700">
            <a:solidFill>
              <a:srgbClr val="7977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47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3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747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68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3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68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3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3608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بَقَـ</a:t>
            </a:r>
            <a:r>
              <a:rPr lang="ar-SA" altLang="en-US" sz="6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7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C5F7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83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3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83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3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0441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تَقَـ</a:t>
            </a:r>
            <a:r>
              <a:rPr lang="ar-SA" altLang="en-US" sz="6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C5EED"/>
          </a:solidFill>
          <a:ln w="12700">
            <a:solidFill>
              <a:srgbClr val="7C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983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3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983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3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3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ثَقَـ</a:t>
            </a:r>
            <a:r>
              <a:rPr lang="ar-SA" altLang="en-US" sz="6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433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0E052"/>
          </a:solidFill>
          <a:ln w="12700">
            <a:solidFill>
              <a:srgbClr val="B0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D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2DB"/>
          </a:solidFill>
          <a:ln w="12700">
            <a:solidFill>
              <a:srgbClr val="7082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A"/>
          </a:solidFill>
          <a:ln w="12700">
            <a:solidFill>
              <a:srgbClr val="85477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3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3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3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3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جَقَـ</a:t>
            </a: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5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C5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9D8"/>
          </a:solidFill>
          <a:ln w="12700">
            <a:solidFill>
              <a:srgbClr val="6499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DD1"/>
          </a:solidFill>
          <a:ln w="12700">
            <a:solidFill>
              <a:srgbClr val="479D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93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493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حَقَـ</a:t>
            </a: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5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7C5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493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493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194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خَقَـ</a:t>
            </a:r>
            <a:r>
              <a:rPr lang="ar-SA" altLang="en-US" sz="7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2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7"/>
          </a:solidFill>
          <a:ln w="12700">
            <a:solidFill>
              <a:srgbClr val="2B643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5"/>
          </a:solidFill>
          <a:ln w="12700">
            <a:solidFill>
              <a:srgbClr val="34796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592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3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592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144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3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144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3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6690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دَقَـ</a:t>
            </a:r>
            <a:r>
              <a:rPr lang="ar-SA" altLang="en-US" sz="8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44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44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75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3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75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3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481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ذَقَـ</a:t>
            </a:r>
            <a:r>
              <a:rPr lang="ar-SA" altLang="en-US" sz="6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4"/>
          </a:solidFill>
          <a:ln w="12700">
            <a:solidFill>
              <a:srgbClr val="ED5E6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675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3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675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A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A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A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22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3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22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3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481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رَقَـ</a:t>
            </a:r>
            <a:r>
              <a:rPr lang="ar-SA" altLang="en-US" sz="6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8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1443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4E0"/>
          </a:solidFill>
          <a:ln w="12700">
            <a:solidFill>
              <a:srgbClr val="52D4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6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C"/>
          </a:solidFill>
          <a:ln w="12700">
            <a:solidFill>
              <a:srgbClr val="DB709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8047"/>
          </a:solidFill>
          <a:ln w="12700">
            <a:solidFill>
              <a:srgbClr val="8580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490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1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490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4609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زَقَـ</a:t>
            </a:r>
            <a:r>
              <a:rPr lang="ar-SA" altLang="en-US" sz="5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5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6"/>
          </a:solidFill>
          <a:ln w="12700">
            <a:solidFill>
              <a:srgbClr val="D864B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F"/>
          </a:solidFill>
          <a:ln w="12700">
            <a:solidFill>
              <a:srgbClr val="D147B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99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499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656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سَقَـ</a:t>
            </a:r>
            <a:r>
              <a:rPr lang="ar-SA" altLang="en-US" sz="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499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499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678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شَقَـ</a:t>
            </a:r>
            <a:r>
              <a:rPr lang="ar-SA" altLang="en-US" sz="4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9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142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2D64"/>
          </a:solidFill>
          <a:ln w="12700">
            <a:solidFill>
              <a:srgbClr val="2B2D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43479"/>
          </a:solidFill>
          <a:ln w="12700">
            <a:solidFill>
              <a:srgbClr val="54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5014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5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5014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35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1945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صَقَـ</a:t>
            </a:r>
            <a:r>
              <a:rPr lang="ar-SA" altLang="en-US" sz="4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7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7C5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014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014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132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ضَقَـ</a:t>
            </a:r>
            <a:r>
              <a:rPr lang="ar-SA" altLang="en-US" sz="5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7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C5F7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7ED5E"/>
          </a:solidFill>
          <a:ln w="12700">
            <a:solidFill>
              <a:srgbClr val="87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140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3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140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140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3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140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3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146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طَقَـ</a:t>
            </a:r>
            <a:r>
              <a:rPr lang="ar-SA" altLang="en-US" sz="5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8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2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952E0"/>
          </a:solidFill>
          <a:ln w="12700">
            <a:solidFill>
              <a:srgbClr val="C9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7DB70"/>
          </a:solidFill>
          <a:ln w="12700">
            <a:solidFill>
              <a:srgbClr val="B7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0"/>
          </a:solidFill>
          <a:ln w="12700">
            <a:solidFill>
              <a:srgbClr val="47857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2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681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ظَقَـ</a:t>
            </a:r>
            <a:r>
              <a:rPr lang="ar-SA" altLang="en-US" sz="6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7E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3D864"/>
          </a:solidFill>
          <a:ln w="12700">
            <a:solidFill>
              <a:srgbClr val="D3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147"/>
          </a:solidFill>
          <a:ln w="12700">
            <a:solidFill>
              <a:srgbClr val="D1C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97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497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عَقَـ</a:t>
            </a: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C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497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7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497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9946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غَقَـ</a:t>
            </a:r>
            <a:r>
              <a:rPr lang="ar-SA" altLang="en-US" sz="6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4314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B"/>
          </a:solidFill>
          <a:ln w="12700">
            <a:solidFill>
              <a:srgbClr val="642B3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334"/>
          </a:solidFill>
          <a:ln w="12700">
            <a:solidFill>
              <a:srgbClr val="7943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2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2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2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95130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فَقَـ</a:t>
            </a:r>
            <a:r>
              <a:rPr lang="ar-SA" altLang="en-US" sz="6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9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D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372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372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أَقَـ</a:t>
            </a:r>
            <a:r>
              <a:rPr lang="ar-SA" altLang="en-US" sz="8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C5C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BED"/>
          </a:solidFill>
          <a:ln w="12700">
            <a:solidFill>
              <a:srgbClr val="5EAB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03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03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4426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بَقَـ</a:t>
            </a: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431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652"/>
          </a:solidFill>
          <a:ln w="12700">
            <a:solidFill>
              <a:srgbClr val="E0A6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9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2DB"/>
          </a:solidFill>
          <a:ln w="12700">
            <a:solidFill>
              <a:srgbClr val="70D2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14785"/>
          </a:solidFill>
          <a:ln w="12700">
            <a:solidFill>
              <a:srgbClr val="61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104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104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487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تَقَـ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C5F7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1"/>
          </a:solidFill>
          <a:ln w="12700">
            <a:solidFill>
              <a:srgbClr val="64D8C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E"/>
          </a:solidFill>
          <a:ln w="12700">
            <a:solidFill>
              <a:srgbClr val="47D19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46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46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047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ثَقَـ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470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جَقَـ</a:t>
            </a: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434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9642B"/>
          </a:solidFill>
          <a:ln w="12700">
            <a:solidFill>
              <a:srgbClr val="49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77934"/>
          </a:solidFill>
          <a:ln w="12700">
            <a:solidFill>
              <a:srgbClr val="37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487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حَقَـ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C5E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88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888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87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خَقَـ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7C5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F"/>
          </a:solidFill>
          <a:ln w="12700">
            <a:solidFill>
              <a:srgbClr val="ED5EC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001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001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916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دَقَـ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1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2"/>
          </a:solidFill>
          <a:ln w="12700">
            <a:solidFill>
              <a:srgbClr val="52E08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A70DB"/>
          </a:solidFill>
          <a:ln w="12700">
            <a:solidFill>
              <a:srgbClr val="CA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247"/>
          </a:solidFill>
          <a:ln w="12700">
            <a:solidFill>
              <a:srgbClr val="8552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30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30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916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ذَقَـ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C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464D8"/>
          </a:solidFill>
          <a:ln w="12700">
            <a:solidFill>
              <a:srgbClr val="A4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C47D1"/>
          </a:solidFill>
          <a:ln w="12700">
            <a:solidFill>
              <a:srgbClr val="7C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56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56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رَقَـ</a:t>
            </a:r>
            <a:r>
              <a:rPr lang="ar-SA" altLang="en-US" sz="7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8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58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58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زَقَـ</a:t>
            </a:r>
            <a:r>
              <a:rPr lang="ar-SA" altLang="en-US" sz="7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8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1443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864"/>
          </a:solidFill>
          <a:ln w="12700">
            <a:solidFill>
              <a:srgbClr val="2B58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879"/>
          </a:solidFill>
          <a:ln w="12700">
            <a:solidFill>
              <a:srgbClr val="3448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88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7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88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430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سَقَـ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7C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9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89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579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شَقَـ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E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85E"/>
          </a:solidFill>
          <a:ln w="12700">
            <a:solidFill>
              <a:srgbClr val="EDE8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889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889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430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صَقَـ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142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E52E0"/>
          </a:solidFill>
          <a:ln w="12700">
            <a:solidFill>
              <a:srgbClr val="5E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8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F70"/>
          </a:solidFill>
          <a:ln w="12700">
            <a:solidFill>
              <a:srgbClr val="DBAF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C8547"/>
          </a:solidFill>
          <a:ln w="12700">
            <a:solidFill>
              <a:srgbClr val="4C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89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89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430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ضَقَـ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7C5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764"/>
          </a:solidFill>
          <a:ln w="12700">
            <a:solidFill>
              <a:srgbClr val="D887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A47"/>
          </a:solidFill>
          <a:ln w="12700">
            <a:solidFill>
              <a:srgbClr val="D15A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2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2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طَقَـ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C5F7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2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2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ظَقَـ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2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22B64"/>
          </a:solidFill>
          <a:ln w="12700">
            <a:solidFill>
              <a:srgbClr val="62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9"/>
          </a:solidFill>
          <a:ln w="12700">
            <a:solidFill>
              <a:srgbClr val="79345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882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8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882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487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عَقَـ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91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891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19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غَقَـ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C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5"/>
          </a:solidFill>
          <a:ln w="12700">
            <a:solidFill>
              <a:srgbClr val="5EEDC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882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8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882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973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فَقَـ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4314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8"/>
          </a:solidFill>
          <a:ln w="12700">
            <a:solidFill>
              <a:srgbClr val="E0526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F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5"/>
          </a:solidFill>
          <a:ln w="12700">
            <a:solidFill>
              <a:srgbClr val="70DB9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B85"/>
          </a:solidFill>
          <a:ln w="12700">
            <a:solidFill>
              <a:srgbClr val="475B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937163" y="896112"/>
            <a:ext cx="187299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7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937163" y="896112"/>
            <a:ext cx="187299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هـ</a:t>
            </a:r>
            <a:r>
              <a:rPr lang="ar-SA" altLang="en-US" sz="5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</a:t>
            </a:r>
            <a:endParaRPr lang="ar-SA" sz="5800" dirty="0"/>
          </a:p>
        </p:txBody>
      </p:sp>
      <p:sp>
        <p:nvSpPr>
          <p:cNvPr id="17" name="C2 W2 pill"/>
          <p:cNvSpPr/>
          <p:nvPr/>
        </p:nvSpPr>
        <p:spPr>
          <a:xfrm>
            <a:off x="2333842" y="896112"/>
            <a:ext cx="22832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37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333842" y="896112"/>
            <a:ext cx="22832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كِتَابٌ</a:t>
            </a:r>
            <a:endParaRPr lang="ar-SA" sz="58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689849" y="2834640"/>
            <a:ext cx="376430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689849" y="2834640"/>
            <a:ext cx="376430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هـ</a:t>
            </a:r>
            <a:r>
              <a:rPr lang="ar-SA" altLang="en-US" sz="5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 كِتَابٌ</a:t>
            </a:r>
            <a:endParaRPr lang="ar-SA" sz="58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D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A"/>
          </a:solidFill>
          <a:ln w="12700">
            <a:solidFill>
              <a:srgbClr val="64D86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8D147"/>
          </a:solidFill>
          <a:ln w="12700">
            <a:solidFill>
              <a:srgbClr val="58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90308" y="896112"/>
            <a:ext cx="18598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6A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90308" y="896112"/>
            <a:ext cx="18598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r>
              <a:rPr lang="ar-SA" altLang="en-US" sz="5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لِكَ</a:t>
            </a:r>
            <a:endParaRPr lang="ar-SA" sz="5400" dirty="0"/>
          </a:p>
        </p:txBody>
      </p:sp>
      <p:sp>
        <p:nvSpPr>
          <p:cNvPr id="12" name="C2 W2 pill"/>
          <p:cNvSpPr/>
          <p:nvPr/>
        </p:nvSpPr>
        <p:spPr>
          <a:xfrm>
            <a:off x="2393804" y="896112"/>
            <a:ext cx="21764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A3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393804" y="896112"/>
            <a:ext cx="21764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خَيۡرٌ</a:t>
            </a:r>
            <a:endParaRPr lang="ar-SA" sz="5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51049" y="2834640"/>
            <a:ext cx="364190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51049" y="2834640"/>
            <a:ext cx="364190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r>
              <a:rPr lang="ar-SA" altLang="en-US" sz="54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ٰ</a:t>
            </a: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لِكَ خَيۡرٌ</a:t>
            </a:r>
            <a:endParaRPr lang="ar-SA" sz="54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C5C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852899" y="896112"/>
            <a:ext cx="152412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C36E2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852899" y="896112"/>
            <a:ext cx="152412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إِلـ</a:t>
            </a: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4400" dirty="0"/>
          </a:p>
        </p:txBody>
      </p:sp>
      <p:sp>
        <p:nvSpPr>
          <p:cNvPr id="13" name="C2 W2 pill"/>
          <p:cNvSpPr/>
          <p:nvPr/>
        </p:nvSpPr>
        <p:spPr>
          <a:xfrm>
            <a:off x="2766977" y="896112"/>
            <a:ext cx="17658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9C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766977" y="896112"/>
            <a:ext cx="17658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وَاحِدٌ</a:t>
            </a:r>
            <a:endParaRPr lang="ar-SA" sz="44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6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3109151" y="2834640"/>
            <a:ext cx="292569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3109151" y="2834640"/>
            <a:ext cx="292569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إِلـ</a:t>
            </a: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 وَاحِدٌ</a:t>
            </a:r>
            <a:endParaRPr lang="ar-SA" sz="44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431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42B"/>
          </a:solidFill>
          <a:ln w="12700">
            <a:solidFill>
              <a:srgbClr val="645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A7934"/>
          </a:solidFill>
          <a:ln w="12700">
            <a:solidFill>
              <a:srgbClr val="6A7934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407267" y="896112"/>
            <a:ext cx="290664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CE36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407267" y="896112"/>
            <a:ext cx="290664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الرَّحۡمـ</a:t>
            </a:r>
            <a:r>
              <a:rPr lang="ar-SA" altLang="en-US" sz="44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ٰ</a:t>
            </a: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4400" dirty="0"/>
          </a:p>
        </p:txBody>
      </p:sp>
      <p:sp>
        <p:nvSpPr>
          <p:cNvPr id="14" name="C2 W2 pill"/>
          <p:cNvSpPr/>
          <p:nvPr/>
        </p:nvSpPr>
        <p:spPr>
          <a:xfrm>
            <a:off x="1830092" y="896112"/>
            <a:ext cx="22571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CE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1830092" y="896112"/>
            <a:ext cx="22571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الرَّحِيمِ</a:t>
            </a:r>
            <a:endParaRPr lang="ar-SA" sz="44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3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123854" y="2834640"/>
            <a:ext cx="489629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123854" y="2834640"/>
            <a:ext cx="489629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الرَّحۡمـ</a:t>
            </a:r>
            <a:r>
              <a:rPr lang="ar-SA" altLang="en-US" sz="45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ٰ</a:t>
            </a: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 الرَّحِيمِ</a:t>
            </a:r>
            <a:endParaRPr lang="ar-SA" sz="4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123</Slides>
  <Notes>123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123</vt:i4>
      </vt:variant>
    </vt:vector>
  </HeadingPairs>
  <TitlesOfParts>
    <vt:vector size="1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Dagger alif 11-fa-qaf</dc:title>
  <dc:subject>PptxGenJS Presentation</dc:subject>
  <dc:creator>PptxGenJS</dc:creator>
  <cp:lastModifiedBy>PptxGenJS</cp:lastModifiedBy>
  <cp:revision>1</cp:revision>
  <dcterms:created xsi:type="dcterms:W3CDTF">2026-10-22T00:54:42Z</dcterms:created>
  <dcterms:modified xsi:type="dcterms:W3CDTF">2026-10-22T00:54:42Z</dcterms:modified>
</cp:coreProperties>
</file>