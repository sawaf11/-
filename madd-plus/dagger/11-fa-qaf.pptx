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slideMasters/slideMaster111.xml" ContentType="application/vnd.openxmlformats-officedocument.presentationml.slideMaster+xml"/>
  <Override PartName="/ppt/slides/slide111.xml" ContentType="application/vnd.openxmlformats-officedocument.presentationml.slide+xml"/>
  <Override PartName="/ppt/slideMasters/slideMaster112.xml" ContentType="application/vnd.openxmlformats-officedocument.presentationml.slideMaster+xml"/>
  <Override PartName="/ppt/slides/slide112.xml" ContentType="application/vnd.openxmlformats-officedocument.presentationml.slide+xml"/>
  <Override PartName="/ppt/slideMasters/slideMaster113.xml" ContentType="application/vnd.openxmlformats-officedocument.presentationml.slideMaster+xml"/>
  <Override PartName="/ppt/slides/slide113.xml" ContentType="application/vnd.openxmlformats-officedocument.presentationml.slide+xml"/>
  <Override PartName="/ppt/slideMasters/slideMaster114.xml" ContentType="application/vnd.openxmlformats-officedocument.presentationml.slideMaster+xml"/>
  <Override PartName="/ppt/slides/slide114.xml" ContentType="application/vnd.openxmlformats-officedocument.presentationml.slide+xml"/>
  <Override PartName="/ppt/slideMasters/slideMaster115.xml" ContentType="application/vnd.openxmlformats-officedocument.presentationml.slideMaster+xml"/>
  <Override PartName="/ppt/slides/slide115.xml" ContentType="application/vnd.openxmlformats-officedocument.presentationml.slide+xml"/>
  <Override PartName="/ppt/slideMasters/slideMaster116.xml" ContentType="application/vnd.openxmlformats-officedocument.presentationml.slideMaster+xml"/>
  <Override PartName="/ppt/slides/slide116.xml" ContentType="application/vnd.openxmlformats-officedocument.presentationml.slide+xml"/>
  <Override PartName="/ppt/slideMasters/slideMaster117.xml" ContentType="application/vnd.openxmlformats-officedocument.presentationml.slideMaster+xml"/>
  <Override PartName="/ppt/slides/slide117.xml" ContentType="application/vnd.openxmlformats-officedocument.presentationml.slide+xml"/>
  <Override PartName="/ppt/slideMasters/slideMaster118.xml" ContentType="application/vnd.openxmlformats-officedocument.presentationml.slideMaster+xml"/>
  <Override PartName="/ppt/slides/slide118.xml" ContentType="application/vnd.openxmlformats-officedocument.presentationml.slide+xml"/>
  <Override PartName="/ppt/slideMasters/slideMaster119.xml" ContentType="application/vnd.openxmlformats-officedocument.presentationml.slideMaster+xml"/>
  <Override PartName="/ppt/slides/slide119.xml" ContentType="application/vnd.openxmlformats-officedocument.presentationml.slide+xml"/>
  <Override PartName="/ppt/slideMasters/slideMaster120.xml" ContentType="application/vnd.openxmlformats-officedocument.presentationml.slideMaster+xml"/>
  <Override PartName="/ppt/slides/slide120.xml" ContentType="application/vnd.openxmlformats-officedocument.presentationml.slide+xml"/>
  <Override PartName="/ppt/slideMasters/slideMaster121.xml" ContentType="application/vnd.openxmlformats-officedocument.presentationml.slideMaster+xml"/>
  <Override PartName="/ppt/slides/slide121.xml" ContentType="application/vnd.openxmlformats-officedocument.presentationml.slide+xml"/>
  <Override PartName="/ppt/slideMasters/slideMaster122.xml" ContentType="application/vnd.openxmlformats-officedocument.presentationml.slideMaster+xml"/>
  <Override PartName="/ppt/slides/slide122.xml" ContentType="application/vnd.openxmlformats-officedocument.presentationml.slide+xml"/>
  <Override PartName="/ppt/slideMasters/slideMaster123.xml" ContentType="application/vnd.openxmlformats-officedocument.presentationml.slideMaster+xml"/>
  <Override PartName="/ppt/slides/slide1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  <p:sldId id="370" r:id="rId116"/>
    <p:sldId id="371" r:id="rId117"/>
    <p:sldId id="372" r:id="rId118"/>
    <p:sldId id="373" r:id="rId119"/>
    <p:sldId id="374" r:id="rId120"/>
    <p:sldId id="375" r:id="rId121"/>
    <p:sldId id="376" r:id="rId122"/>
    <p:sldId id="377" r:id="rId123"/>
    <p:sldId id="378" r:id="rId124"/>
  </p:sldIdLst>
  <p:notesMasterIdLst>
    <p:notesMasterId r:id="rId12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slide" Target="slides/slide112.xml"/><Relationship Id="rId114" Type="http://schemas.openxmlformats.org/officeDocument/2006/relationships/slide" Target="slides/slide113.xml"/><Relationship Id="rId115" Type="http://schemas.openxmlformats.org/officeDocument/2006/relationships/slide" Target="slides/slide114.xml"/><Relationship Id="rId116" Type="http://schemas.openxmlformats.org/officeDocument/2006/relationships/slide" Target="slides/slide115.xml"/><Relationship Id="rId117" Type="http://schemas.openxmlformats.org/officeDocument/2006/relationships/slide" Target="slides/slide116.xml"/><Relationship Id="rId118" Type="http://schemas.openxmlformats.org/officeDocument/2006/relationships/slide" Target="slides/slide117.xml"/><Relationship Id="rId119" Type="http://schemas.openxmlformats.org/officeDocument/2006/relationships/slide" Target="slides/slide118.xml"/><Relationship Id="rId120" Type="http://schemas.openxmlformats.org/officeDocument/2006/relationships/slide" Target="slides/slide119.xml"/><Relationship Id="rId121" Type="http://schemas.openxmlformats.org/officeDocument/2006/relationships/slide" Target="slides/slide120.xml"/><Relationship Id="rId122" Type="http://schemas.openxmlformats.org/officeDocument/2006/relationships/slide" Target="slides/slide121.xml"/><Relationship Id="rId123" Type="http://schemas.openxmlformats.org/officeDocument/2006/relationships/slide" Target="slides/slide122.xml"/><Relationship Id="rId124" Type="http://schemas.openxmlformats.org/officeDocument/2006/relationships/slide" Target="slides/slide123.xml"/><Relationship Id="rId125" Type="http://schemas.openxmlformats.org/officeDocument/2006/relationships/notesMaster" Target="notesMasters/notesMaster1.xml"/><Relationship Id="rId126" Type="http://schemas.openxmlformats.org/officeDocument/2006/relationships/presProps" Target="presProps.xml"/><Relationship Id="rId127" Type="http://schemas.openxmlformats.org/officeDocument/2006/relationships/viewProps" Target="viewProps.xml"/><Relationship Id="rId128" Type="http://schemas.openxmlformats.org/officeDocument/2006/relationships/theme" Target="theme/theme1.xml"/><Relationship Id="rId1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_rels/notesSlide1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1.xml"/>
		</Relationships>
</file>

<file path=ppt/notesSlides/_rels/notesSlide1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2.xml"/>
		</Relationships>
</file>

<file path=ppt/notesSlides/_rels/notesSlide1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3.xml"/>
		</Relationships>
</file>

<file path=ppt/notesSlides/_rels/notesSlide1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4.xml"/>
		</Relationships>
</file>

<file path=ppt/notesSlides/_rels/notesSlide1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5.xml"/>
		</Relationships>
</file>

<file path=ppt/notesSlides/_rels/notesSlide1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6.xml"/>
		</Relationships>
</file>

<file path=ppt/notesSlides/_rels/notesSlide1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7.xml"/>
		</Relationships>
</file>

<file path=ppt/notesSlides/_rels/notesSlide1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8.xml"/>
		</Relationships>
</file>

<file path=ppt/notesSlides/_rels/notesSlide1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9.xml"/>
		</Relationships>
</file>

<file path=ppt/notesSlides/_rels/notesSlide1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0.xml"/>
		</Relationships>
</file>

<file path=ppt/notesSlides/_rels/notesSlide1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1.xml"/>
		</Relationships>
</file>

<file path=ppt/notesSlides/_rels/notesSlide1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2.xml"/>
		</Relationships>
</file>

<file path=ppt/notesSlides/_rels/notesSlide1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TrSnd" Type="http://schemas.openxmlformats.org/officeDocument/2006/relationships/audio" Target="../media/bubbles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Relationship Id="rIdTrSnd" Type="http://schemas.openxmlformats.org/officeDocument/2006/relationships/audio" Target="../media/sparkle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Relationship Id="rIdTrSnd" Type="http://schemas.openxmlformats.org/officeDocument/2006/relationships/audio" Target="../media/marimba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TrSnd" Type="http://schemas.openxmlformats.org/officeDocument/2006/relationships/audio" Target="../media/harp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TrSnd" Type="http://schemas.openxmlformats.org/officeDocument/2006/relationships/audio" Target="../media/chime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TrSnd" Type="http://schemas.openxmlformats.org/officeDocument/2006/relationships/audio" Target="../media/whoosh.wav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Relationship Id="rIdTrSnd" Type="http://schemas.openxmlformats.org/officeDocument/2006/relationships/audio" Target="../media/bubbles.wav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Relationship Id="rIdTrSnd" Type="http://schemas.openxmlformats.org/officeDocument/2006/relationships/audio" Target="../media/sparkle.wav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Relationship Id="rIdTrSnd" Type="http://schemas.openxmlformats.org/officeDocument/2006/relationships/audio" Target="../media/marimba.wav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Relationship Id="rIdTrSnd" Type="http://schemas.openxmlformats.org/officeDocument/2006/relationships/audio" Target="../media/harp.wav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Relationship Id="rIdTrSnd" Type="http://schemas.openxmlformats.org/officeDocument/2006/relationships/audio" Target="../media/chime.wav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Relationship Id="rIdTrSnd" Type="http://schemas.openxmlformats.org/officeDocument/2006/relationships/audio" Target="../media/whoosh.wav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Relationship Id="rIdTrSnd" Type="http://schemas.openxmlformats.org/officeDocument/2006/relationships/audio" Target="../media/bubbles.wav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Relationship Id="rIdTrSnd" Type="http://schemas.openxmlformats.org/officeDocument/2006/relationships/audio" Target="../media/sparkle.wav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Relationship Id="rIdTrSnd" Type="http://schemas.openxmlformats.org/officeDocument/2006/relationships/audio" Target="../media/marimba.wav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Relationship Id="rIdTrSnd" Type="http://schemas.openxmlformats.org/officeDocument/2006/relationships/audio" Target="../media/harp.wav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Relationship Id="rIdTrSnd" Type="http://schemas.openxmlformats.org/officeDocument/2006/relationships/audio" Target="../media/chime.wav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Relationship Id="rIdTrSnd" Type="http://schemas.openxmlformats.org/officeDocument/2006/relationships/audio" Target="../media/whoosh.wav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Relationship Id="rIdTrSnd" Type="http://schemas.openxmlformats.org/officeDocument/2006/relationships/audio" Target="../media/bubbles.wav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Relationship Id="rIdTrSnd" Type="http://schemas.openxmlformats.org/officeDocument/2006/relationships/audio" Target="../media/sparkle.wav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Relationship Id="rIdTrSnd" Type="http://schemas.openxmlformats.org/officeDocument/2006/relationships/audio" Target="../media/marimba.wav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Relationship Id="rIdTrSnd" Type="http://schemas.openxmlformats.org/officeDocument/2006/relationships/audio" Target="../media/harp.wav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Relationship Id="rIdTrSnd" Type="http://schemas.openxmlformats.org/officeDocument/2006/relationships/audio" Target="../media/chime.wav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Relationship Id="rIdTrSnd" Type="http://schemas.openxmlformats.org/officeDocument/2006/relationships/audio" Target="../media/whoosh.wav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Relationship Id="rIdTrSnd" Type="http://schemas.openxmlformats.org/officeDocument/2006/relationships/audio" Target="../media/bubbles.wav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Relationship Id="rIdTrSnd" Type="http://schemas.openxmlformats.org/officeDocument/2006/relationships/audio" Target="../media/sparkle.wav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<Relationship Id="rIdTrSnd" Type="http://schemas.openxmlformats.org/officeDocument/2006/relationships/audio" Target="../media/marimba.wav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Relationship Id="rIdTrSnd" Type="http://schemas.openxmlformats.org/officeDocument/2006/relationships/audio" Target="../media/harp.wav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Relationship Id="rIdTrSnd" Type="http://schemas.openxmlformats.org/officeDocument/2006/relationships/audio" Target="../media/chime.wav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<Relationship Id="rIdTrSnd" Type="http://schemas.openxmlformats.org/officeDocument/2006/relationships/audio" Target="../media/whoosh.wav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5.xml"/><Relationship Id="rIdTrSnd" Type="http://schemas.openxmlformats.org/officeDocument/2006/relationships/audio" Target="../media/bubbles.wav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6.xml"/><Relationship Id="rIdTrSnd" Type="http://schemas.openxmlformats.org/officeDocument/2006/relationships/audio" Target="../media/sparkle.wav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7.xml"/><Relationship Id="rIdTrSnd" Type="http://schemas.openxmlformats.org/officeDocument/2006/relationships/audio" Target="../media/marimba.wav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8.xml"/><Relationship Id="rIdTrSnd" Type="http://schemas.openxmlformats.org/officeDocument/2006/relationships/audio" Target="../media/harp.wav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9.xml"/><Relationship Id="rIdTrSnd" Type="http://schemas.openxmlformats.org/officeDocument/2006/relationships/audio" Target="../media/chime.wav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0.xml"/><Relationship Id="rIdTrSnd" Type="http://schemas.openxmlformats.org/officeDocument/2006/relationships/audio" Target="../media/whoosh.wav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1.xml"/><Relationship Id="rIdTrSnd" Type="http://schemas.openxmlformats.org/officeDocument/2006/relationships/audio" Target="../media/bubbles.wav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2.xml"/><Relationship Id="rIdTrSnd" Type="http://schemas.openxmlformats.org/officeDocument/2006/relationships/audio" Target="../media/sparkle.wav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3.xml"/><Relationship Id="rIdTrSnd" Type="http://schemas.openxmlformats.org/officeDocument/2006/relationships/audio" Target="../media/marimba.wav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4.xml"/><Relationship Id="rIdTrSnd" Type="http://schemas.openxmlformats.org/officeDocument/2006/relationships/audio" Target="../media/harp.wav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5.xml"/><Relationship Id="rIdTrSnd" Type="http://schemas.openxmlformats.org/officeDocument/2006/relationships/audio" Target="../media/chime.wav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6.xml"/><Relationship Id="rIdTrSnd" Type="http://schemas.openxmlformats.org/officeDocument/2006/relationships/audio" Target="../media/whoosh.wav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7.xml"/><Relationship Id="rIdTrSnd" Type="http://schemas.openxmlformats.org/officeDocument/2006/relationships/audio" Target="../media/bubbles.wav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8.xml"/><Relationship Id="rIdTrSnd" Type="http://schemas.openxmlformats.org/officeDocument/2006/relationships/audio" Target="../media/sparkle.wav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9.xml"/><Relationship Id="rIdTrSnd" Type="http://schemas.openxmlformats.org/officeDocument/2006/relationships/audio" Target="../media/marimba.wav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0.xml"/><Relationship Id="rIdTrSnd" Type="http://schemas.openxmlformats.org/officeDocument/2006/relationships/audio" Target="../media/harp.wav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1.xml"/><Relationship Id="rIdTrSnd" Type="http://schemas.openxmlformats.org/officeDocument/2006/relationships/audio" Target="../media/chime.wav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2.xml"/><Relationship Id="rIdTrSnd" Type="http://schemas.openxmlformats.org/officeDocument/2006/relationships/audio" Target="../media/whoosh.wav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3.xml"/><Relationship Id="rIdTrSnd" Type="http://schemas.openxmlformats.org/officeDocument/2006/relationships/audio" Target="../media/bubbles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C5F7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4D8"/>
          </a:solidFill>
          <a:ln w="12700">
            <a:solidFill>
              <a:srgbClr val="64D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BF"/>
          </a:solidFill>
          <a:ln w="12700">
            <a:solidFill>
              <a:srgbClr val="47D1B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79022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900" dirty="0"/>
          </a:p>
        </p:txBody>
      </p:sp>
      <p:sp>
        <p:nvSpPr>
          <p:cNvPr id="14" name="C2 V1 vowel"/>
          <p:cNvSpPr txBox="1"/>
          <p:nvPr/>
        </p:nvSpPr>
        <p:spPr>
          <a:xfrm>
            <a:off x="6720840" y="179022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M2 madd"/>
          <p:cNvSpPr txBox="1"/>
          <p:nvPr/>
        </p:nvSpPr>
        <p:spPr>
          <a:xfrm>
            <a:off x="4343400" y="170872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500" dirty="0"/>
          </a:p>
        </p:txBody>
      </p:sp>
      <p:sp>
        <p:nvSpPr>
          <p:cNvPr id="17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6 R result"/>
          <p:cNvSpPr txBox="1"/>
          <p:nvPr/>
        </p:nvSpPr>
        <p:spPr>
          <a:xfrm>
            <a:off x="685800" y="1732851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10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pPr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106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092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2034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8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2034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8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8747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82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3A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C642B"/>
          </a:solidFill>
          <a:ln w="12700">
            <a:solidFill>
              <a:srgbClr val="3C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2"/>
          </a:solidFill>
          <a:ln w="12700">
            <a:solidFill>
              <a:srgbClr val="34794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092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057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8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057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8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7741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pPr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8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C5D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092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101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8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101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8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8593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C5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AD"/>
          </a:solidFill>
          <a:ln w="12700">
            <a:solidFill>
              <a:srgbClr val="ED5EA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092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43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8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43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8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8593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43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A4"/>
          </a:solidFill>
          <a:ln w="12700">
            <a:solidFill>
              <a:srgbClr val="52E0A4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EB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D3"/>
          </a:solidFill>
          <a:ln w="12700">
            <a:solidFill>
              <a:srgbClr val="DB70D3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047"/>
          </a:solidFill>
          <a:ln w="12700">
            <a:solidFill>
              <a:srgbClr val="8560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092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771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8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771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8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895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pPr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7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D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F64D8"/>
          </a:solidFill>
          <a:ln w="12700">
            <a:solidFill>
              <a:srgbClr val="BF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C47D1"/>
          </a:solidFill>
          <a:ln w="12700">
            <a:solidFill>
              <a:srgbClr val="9C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092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71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8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71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8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895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pPr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71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E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616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616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085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895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pPr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7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43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A64"/>
          </a:solidFill>
          <a:ln w="12700">
            <a:solidFill>
              <a:srgbClr val="2B4A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3779"/>
          </a:solidFill>
          <a:ln w="12700">
            <a:solidFill>
              <a:srgbClr val="3437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092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001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8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001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8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9165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C5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092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616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8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616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8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9165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D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0ED5E"/>
          </a:solidFill>
          <a:ln w="12700">
            <a:solidFill>
              <a:srgbClr val="D0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092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797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8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797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8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583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pPr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78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41C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052E0"/>
          </a:solidFill>
          <a:ln w="12700">
            <a:solidFill>
              <a:srgbClr val="80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1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C970"/>
          </a:solidFill>
          <a:ln w="12700">
            <a:solidFill>
              <a:srgbClr val="DBC9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1"/>
          </a:solidFill>
          <a:ln w="12700">
            <a:solidFill>
              <a:srgbClr val="478551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092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592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8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592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8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583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pPr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78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C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A264"/>
          </a:solidFill>
          <a:ln w="12700">
            <a:solidFill>
              <a:srgbClr val="D8A2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7A47"/>
          </a:solidFill>
          <a:ln w="12700">
            <a:solidFill>
              <a:srgbClr val="D17A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45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45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090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583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pPr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78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C5F7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559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559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075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583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pPr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78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35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8"/>
          </a:solidFill>
          <a:ln w="12700">
            <a:solidFill>
              <a:srgbClr val="642B58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9"/>
          </a:solidFill>
          <a:ln w="12700">
            <a:solidFill>
              <a:srgbClr val="79344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602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602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082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583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pPr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78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559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559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2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075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2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583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pPr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78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C5E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E6"/>
          </a:solidFill>
          <a:ln w="12700">
            <a:solidFill>
              <a:srgbClr val="5EEDE6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092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613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8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613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8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B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9165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4314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D52"/>
          </a:solidFill>
          <a:ln w="12700">
            <a:solidFill>
              <a:srgbClr val="E05D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C7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AE"/>
          </a:solidFill>
          <a:ln w="12700">
            <a:solidFill>
              <a:srgbClr val="70DBAE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4D85"/>
          </a:solidFill>
          <a:ln w="12700">
            <a:solidFill>
              <a:srgbClr val="474D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092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613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8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613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8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9165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C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85"/>
          </a:solidFill>
          <a:ln w="12700">
            <a:solidFill>
              <a:srgbClr val="64D885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58"/>
          </a:solidFill>
          <a:ln w="12700">
            <a:solidFill>
              <a:srgbClr val="47D158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092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895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pPr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71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C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588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3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588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3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080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8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895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pPr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71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4329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612B"/>
          </a:solidFill>
          <a:ln w="12700">
            <a:solidFill>
              <a:srgbClr val="6461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A7934"/>
          </a:solidFill>
          <a:ln w="12700">
            <a:solidFill>
              <a:srgbClr val="5A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20766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2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20766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2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8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2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2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8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672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8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766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2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766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2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8304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أَفَ</a:t>
            </a:r>
            <a:pPr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2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C5F7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766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766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2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5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2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2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5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72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5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680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2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680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2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6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3563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بَفَ</a:t>
            </a:r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8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7C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35EED"/>
          </a:solidFill>
          <a:ln w="12700">
            <a:solidFill>
              <a:srgbClr val="C3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680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2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680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2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2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2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672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9735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2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9735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2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8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80601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تَفَ</a:t>
            </a:r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8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34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AE052"/>
          </a:solidFill>
          <a:ln w="12700">
            <a:solidFill>
              <a:srgbClr val="6A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AE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370DB"/>
          </a:solidFill>
          <a:ln w="12700">
            <a:solidFill>
              <a:srgbClr val="93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C"/>
          </a:solidFill>
          <a:ln w="12700">
            <a:solidFill>
              <a:srgbClr val="85475C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9735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2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9735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2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6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2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2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6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672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6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4693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2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4693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2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ثَفَ</a:t>
            </a:r>
            <a:pPr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1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C5D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864D8"/>
          </a:solidFill>
          <a:ln w="12700">
            <a:solidFill>
              <a:srgbClr val="68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59D1"/>
          </a:solidFill>
          <a:ln w="12700">
            <a:solidFill>
              <a:srgbClr val="4759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4693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4693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2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9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2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2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9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72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9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4693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2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4693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2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5027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جَفَ</a:t>
            </a:r>
            <a:pPr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5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7C5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C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20125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20125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C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64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5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C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6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506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حَفَ</a:t>
            </a:r>
            <a:pPr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443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3"/>
          </a:solidFill>
          <a:ln w="12700">
            <a:solidFill>
              <a:srgbClr val="2B6453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B79"/>
          </a:solidFill>
          <a:ln w="12700">
            <a:solidFill>
              <a:srgbClr val="346B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20125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20125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39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664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5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82106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خَفَ</a:t>
            </a:r>
            <a:pPr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8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D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5921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5921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2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8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2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2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8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72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8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130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2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130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2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6690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دَفَ</a:t>
            </a:r>
            <a:pPr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8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7E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9F5E"/>
          </a:solidFill>
          <a:ln w="12700">
            <a:solidFill>
              <a:srgbClr val="ED9F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20130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2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20130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2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4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2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2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4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672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4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6960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2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6960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2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6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4815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ذَفَ</a:t>
            </a:r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8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43F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8EE0"/>
          </a:solidFill>
          <a:ln w="12700">
            <a:solidFill>
              <a:srgbClr val="528E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4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970"/>
          </a:solidFill>
          <a:ln w="12700">
            <a:solidFill>
              <a:srgbClr val="DB79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B8547"/>
          </a:solidFill>
          <a:ln w="12700">
            <a:solidFill>
              <a:srgbClr val="6B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6960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2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6960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2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3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2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2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3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672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3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2347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2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2347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2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9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4815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رَفَ</a:t>
            </a:r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8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7C5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7D"/>
          </a:solidFill>
          <a:ln w="12700">
            <a:solidFill>
              <a:srgbClr val="D8647D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7C"/>
          </a:solidFill>
          <a:ln w="12700">
            <a:solidFill>
              <a:srgbClr val="D1477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153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20153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69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1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4625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زَفَ</a:t>
            </a:r>
            <a:pPr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6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D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6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6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9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20082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6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20082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36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9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57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3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9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2634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سَفَ</a:t>
            </a:r>
            <a:pPr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1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1416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52B64"/>
          </a:solidFill>
          <a:ln w="12700">
            <a:solidFill>
              <a:srgbClr val="45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63479"/>
          </a:solidFill>
          <a:ln w="12700">
            <a:solidFill>
              <a:srgbClr val="76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D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20082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6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20082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36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D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657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3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D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6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6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6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2656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شَفَ</a:t>
            </a:r>
            <a:pPr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7D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5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A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068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5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20068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35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A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5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3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A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3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1876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صَفَ</a:t>
            </a:r>
            <a:pPr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8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C5F7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7C"/>
          </a:solidFill>
          <a:ln w="12700">
            <a:solidFill>
              <a:srgbClr val="5EED7C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7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20068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5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20068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35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7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65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3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7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5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5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4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81327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ضَفَ</a:t>
            </a:r>
            <a:pPr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7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3B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B1"/>
          </a:solidFill>
          <a:ln w="12700">
            <a:solidFill>
              <a:srgbClr val="E052B1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9E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2DB70"/>
          </a:solidFill>
          <a:ln w="12700">
            <a:solidFill>
              <a:srgbClr val="82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B85"/>
          </a:solidFill>
          <a:ln w="12700">
            <a:solidFill>
              <a:srgbClr val="477B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2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2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4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2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2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4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672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4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2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2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81460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طَفَ</a:t>
            </a:r>
            <a:pPr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8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AD864"/>
          </a:solidFill>
          <a:ln w="12700">
            <a:solidFill>
              <a:srgbClr val="9A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ED147"/>
          </a:solidFill>
          <a:ln w="12700">
            <a:solidFill>
              <a:srgbClr val="9E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2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3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2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2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3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72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3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2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2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6816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ظَفَ</a:t>
            </a:r>
            <a:pPr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4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C5E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7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37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7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2009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7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2009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37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7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597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4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7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8736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عَفَ</a:t>
            </a:r>
            <a:pPr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6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4314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72B"/>
          </a:solidFill>
          <a:ln w="12700">
            <a:solidFill>
              <a:srgbClr val="6437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534"/>
          </a:solidFill>
          <a:ln w="12700">
            <a:solidFill>
              <a:srgbClr val="7965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A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2009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7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2009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37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A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6597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4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A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20624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7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20624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37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8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93827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غَفَ</a:t>
            </a:r>
            <a:pPr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72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C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2034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2034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092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8747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أَفَ</a:t>
            </a:r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2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D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65ED"/>
          </a:solidFill>
          <a:ln w="12700">
            <a:solidFill>
              <a:srgbClr val="5E65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057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8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057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092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4371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بَفَ</a:t>
            </a:r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7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432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D5E052"/>
          </a:solidFill>
          <a:ln w="12700">
            <a:solidFill>
              <a:srgbClr val="D5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7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9DDB"/>
          </a:solidFill>
          <a:ln w="12700">
            <a:solidFill>
              <a:srgbClr val="709D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F4785"/>
          </a:solidFill>
          <a:ln w="12700">
            <a:solidFill>
              <a:srgbClr val="7F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101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8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101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092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4821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تَفَ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C5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B7D8"/>
          </a:solidFill>
          <a:ln w="12700">
            <a:solidFill>
              <a:srgbClr val="64B7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C0D1"/>
          </a:solidFill>
          <a:ln w="12700">
            <a:solidFill>
              <a:srgbClr val="47C0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43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43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092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8047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ثَفَ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7C5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71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8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71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092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4647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جَفَ</a:t>
            </a:r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7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2D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D642B"/>
          </a:solidFill>
          <a:ln w="12700">
            <a:solidFill>
              <a:srgbClr val="2D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4"/>
          </a:solidFill>
          <a:ln w="12700">
            <a:solidFill>
              <a:srgbClr val="34795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71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8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71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092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4821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حَفَ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C5D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616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5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616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085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4821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خَفَ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7C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88"/>
          </a:solidFill>
          <a:ln w="12700">
            <a:solidFill>
              <a:srgbClr val="ED5E88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001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8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001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092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9165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دَفَ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1443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C8"/>
          </a:solidFill>
          <a:ln w="12700">
            <a:solidFill>
              <a:srgbClr val="52E0C8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D0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B8"/>
          </a:solidFill>
          <a:ln w="12700">
            <a:solidFill>
              <a:srgbClr val="DB70B8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047"/>
          </a:solidFill>
          <a:ln w="12700">
            <a:solidFill>
              <a:srgbClr val="8570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616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8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616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092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9165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ذَفَ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E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D4"/>
          </a:solidFill>
          <a:ln w="12700">
            <a:solidFill>
              <a:srgbClr val="D864D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047D1"/>
          </a:solidFill>
          <a:ln w="12700">
            <a:solidFill>
              <a:srgbClr val="C0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7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7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092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583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رَفَ</a:t>
            </a:r>
            <a:pPr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7F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592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8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592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092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583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زَفَ</a:t>
            </a:r>
            <a:pPr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1439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C64"/>
          </a:solidFill>
          <a:ln w="12700">
            <a:solidFill>
              <a:srgbClr val="2B3C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23479"/>
          </a:solidFill>
          <a:ln w="12700">
            <a:solidFill>
              <a:srgbClr val="42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645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7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9645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7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090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425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سَفَ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7C5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559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559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075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5793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شَفَ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C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CED5E"/>
          </a:solidFill>
          <a:ln w="12700">
            <a:solidFill>
              <a:srgbClr val="AC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602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4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9602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082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425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صَفَ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17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A552E0"/>
          </a:solidFill>
          <a:ln w="12700">
            <a:solidFill>
              <a:srgbClr val="A5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EA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3DB70"/>
          </a:solidFill>
          <a:ln w="12700">
            <a:solidFill>
              <a:srgbClr val="D3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1"/>
          </a:solidFill>
          <a:ln w="12700">
            <a:solidFill>
              <a:srgbClr val="478561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559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1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9559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1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075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425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ضَفَ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7D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C064"/>
          </a:solidFill>
          <a:ln w="12700">
            <a:solidFill>
              <a:srgbClr val="D8C0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9D47"/>
          </a:solidFill>
          <a:ln w="12700">
            <a:solidFill>
              <a:srgbClr val="D19D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13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13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092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7149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طَفَ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C5F7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613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8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613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092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7149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ظَفَ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41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A"/>
          </a:solidFill>
          <a:ln w="12700">
            <a:solidFill>
              <a:srgbClr val="642B4A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37"/>
          </a:solidFill>
          <a:ln w="12700">
            <a:solidFill>
              <a:srgbClr val="793437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092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4821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عَفَ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E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588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3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588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080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8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619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غَفَ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C5D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CFED"/>
          </a:solidFill>
          <a:ln w="12700">
            <a:solidFill>
              <a:srgbClr val="5ECF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7811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7100" dirty="0"/>
          </a:p>
        </p:txBody>
      </p:sp>
      <p:sp>
        <p:nvSpPr>
          <p:cNvPr id="22" name="C2 V1 vowel"/>
          <p:cNvSpPr txBox="1"/>
          <p:nvPr/>
        </p:nvSpPr>
        <p:spPr>
          <a:xfrm>
            <a:off x="6720840" y="167811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71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8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M2 madd"/>
          <p:cNvSpPr txBox="1"/>
          <p:nvPr/>
        </p:nvSpPr>
        <p:spPr>
          <a:xfrm>
            <a:off x="4343400" y="170922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600" dirty="0"/>
          </a:p>
        </p:txBody>
      </p:sp>
      <p:sp>
        <p:nvSpPr>
          <p:cNvPr id="25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6 R result"/>
          <p:cNvSpPr txBox="1"/>
          <p:nvPr/>
        </p:nvSpPr>
        <p:spPr>
          <a:xfrm>
            <a:off x="685800" y="1732851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10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pPr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106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4314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8152"/>
          </a:solidFill>
          <a:ln w="12700">
            <a:solidFill>
              <a:srgbClr val="E081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E1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C9"/>
          </a:solidFill>
          <a:ln w="12700">
            <a:solidFill>
              <a:srgbClr val="70DBC9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24785"/>
          </a:solidFill>
          <a:ln w="12700">
            <a:solidFill>
              <a:srgbClr val="52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095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2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20372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20372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9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8747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82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C5F7C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A3"/>
          </a:solidFill>
          <a:ln w="12700">
            <a:solidFill>
              <a:srgbClr val="64D8A3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7B"/>
          </a:solidFill>
          <a:ln w="12700">
            <a:solidFill>
              <a:srgbClr val="47D17B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095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2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038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9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038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9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7741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pPr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80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D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095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2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104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9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104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9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8593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4335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8642B"/>
          </a:solidFill>
          <a:ln w="12700">
            <a:solidFill>
              <a:srgbClr val="58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87934"/>
          </a:solidFill>
          <a:ln w="12700">
            <a:solidFill>
              <a:srgbClr val="48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095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2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446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9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446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9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8593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C5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095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2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691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691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9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895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pPr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71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7C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75EED"/>
          </a:solidFill>
          <a:ln w="12700">
            <a:solidFill>
              <a:srgbClr val="E7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095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2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7691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7691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9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895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pPr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71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27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5E"/>
          </a:solidFill>
          <a:ln w="12700">
            <a:solidFill>
              <a:srgbClr val="52E05E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C8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F70DB"/>
          </a:solidFill>
          <a:ln w="12700">
            <a:solidFill>
              <a:srgbClr val="AF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4C"/>
          </a:solidFill>
          <a:ln w="12700">
            <a:solidFill>
              <a:srgbClr val="85474C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888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5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888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085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895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pPr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7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C5C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664D8"/>
          </a:solidFill>
          <a:ln w="12700">
            <a:solidFill>
              <a:srgbClr val="86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947D1"/>
          </a:solidFill>
          <a:ln w="12700">
            <a:solidFill>
              <a:srgbClr val="59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095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2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001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9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001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9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9165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7C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095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2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6303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9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6303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9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9165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1443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62"/>
          </a:solidFill>
          <a:ln w="12700">
            <a:solidFill>
              <a:srgbClr val="2B6462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A79"/>
          </a:solidFill>
          <a:ln w="12700">
            <a:solidFill>
              <a:srgbClr val="345A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095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2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7956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9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7956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9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583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pPr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78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E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095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2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584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9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584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9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583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pPr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78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C45E"/>
          </a:solidFill>
          <a:ln w="12700">
            <a:solidFill>
              <a:srgbClr val="EDC4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884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7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884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7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090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583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pPr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78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1433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69E0"/>
          </a:solidFill>
          <a:ln w="12700">
            <a:solidFill>
              <a:srgbClr val="5269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E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9470"/>
          </a:solidFill>
          <a:ln w="12700">
            <a:solidFill>
              <a:srgbClr val="DB94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C8547"/>
          </a:solidFill>
          <a:ln w="12700">
            <a:solidFill>
              <a:srgbClr val="5C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89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89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075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583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pPr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78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7C5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964"/>
          </a:solidFill>
          <a:ln w="12700">
            <a:solidFill>
              <a:srgbClr val="D869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58"/>
          </a:solidFill>
          <a:ln w="12700">
            <a:solidFill>
              <a:srgbClr val="D14758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8899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8899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082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583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pPr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78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C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89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89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075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583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pPr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78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1E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32B64"/>
          </a:solidFill>
          <a:ln w="12700">
            <a:solidFill>
              <a:srgbClr val="53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6B"/>
          </a:solidFill>
          <a:ln w="12700">
            <a:solidFill>
              <a:srgbClr val="79346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095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2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626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9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626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9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9165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7D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095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2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626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9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626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9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9165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C5F7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A0"/>
          </a:solidFill>
          <a:ln w="12700">
            <a:solidFill>
              <a:srgbClr val="5EEDA0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882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8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882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092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895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pPr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71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4314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8D"/>
          </a:solidFill>
          <a:ln w="12700">
            <a:solidFill>
              <a:srgbClr val="E0528D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95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79"/>
          </a:solidFill>
          <a:ln w="12700">
            <a:solidFill>
              <a:srgbClr val="70DB79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B85"/>
          </a:solidFill>
          <a:ln w="12700">
            <a:solidFill>
              <a:srgbClr val="476B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891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3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891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080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8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895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pPr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7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E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CD864"/>
          </a:solidFill>
          <a:ln w="12700">
            <a:solidFill>
              <a:srgbClr val="7C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BD147"/>
          </a:solidFill>
          <a:ln w="12700">
            <a:solidFill>
              <a:srgbClr val="7B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882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882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092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745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C5D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20795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3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20795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3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9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3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3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9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74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8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9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747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3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747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3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8304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أَقَ</a:t>
            </a:r>
            <a:pPr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2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4314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52B"/>
          </a:solidFill>
          <a:ln w="12700">
            <a:solidFill>
              <a:srgbClr val="6445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7734"/>
          </a:solidFill>
          <a:ln w="12700">
            <a:solidFill>
              <a:srgbClr val="7977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747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3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747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3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D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3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3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D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674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8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D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682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3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682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3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6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3563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بَقَ</a:t>
            </a:r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8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C5F7D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682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3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682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3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3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3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74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8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983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3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983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3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3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0601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تَقَ</a:t>
            </a:r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8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E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7C5EED"/>
          </a:solidFill>
          <a:ln w="12700">
            <a:solidFill>
              <a:srgbClr val="7C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983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3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983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3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7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3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3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7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674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8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7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4431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3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4431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3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ثَقَ</a:t>
            </a:r>
            <a:pPr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1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433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0E052"/>
          </a:solidFill>
          <a:ln w="12700">
            <a:solidFill>
              <a:srgbClr val="B0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D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82DB"/>
          </a:solidFill>
          <a:ln w="12700">
            <a:solidFill>
              <a:srgbClr val="7082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A"/>
          </a:solidFill>
          <a:ln w="12700">
            <a:solidFill>
              <a:srgbClr val="85477A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4431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3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4431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3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4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3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3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4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674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8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4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4431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3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4431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3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5027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جَقَ</a:t>
            </a:r>
            <a:pPr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5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C5F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99D8"/>
          </a:solidFill>
          <a:ln w="12700">
            <a:solidFill>
              <a:srgbClr val="6499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9DD1"/>
          </a:solidFill>
          <a:ln w="12700">
            <a:solidFill>
              <a:srgbClr val="479D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3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4938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9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4938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3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64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5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3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9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506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حَقَ</a:t>
            </a:r>
            <a:pPr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5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F7C5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4938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9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4938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64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5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A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82106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خَقَ</a:t>
            </a:r>
            <a:pPr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8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21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7"/>
          </a:solidFill>
          <a:ln w="12700">
            <a:solidFill>
              <a:srgbClr val="2B6437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5"/>
          </a:solidFill>
          <a:ln w="12700">
            <a:solidFill>
              <a:srgbClr val="34796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592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3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592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3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A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3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3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A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674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8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A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201443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3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201443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3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8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86690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دَقَ</a:t>
            </a:r>
            <a:pPr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80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C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1443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3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1443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3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3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3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74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8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675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3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675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3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5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4815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ذَقَ</a:t>
            </a:r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8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F7D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64"/>
          </a:solidFill>
          <a:ln w="12700">
            <a:solidFill>
              <a:srgbClr val="ED5E64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675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3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675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3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A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3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3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A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674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8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A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226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3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226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3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3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4815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رَقَ</a:t>
            </a:r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8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1443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D4E0"/>
          </a:solidFill>
          <a:ln w="12700">
            <a:solidFill>
              <a:srgbClr val="52D4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B6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9C"/>
          </a:solidFill>
          <a:ln w="12700">
            <a:solidFill>
              <a:srgbClr val="DB709C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8047"/>
          </a:solidFill>
          <a:ln w="12700">
            <a:solidFill>
              <a:srgbClr val="8580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1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4900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1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4900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1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669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1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5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4625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زَقَ</a:t>
            </a:r>
            <a:pPr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6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F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B6"/>
          </a:solidFill>
          <a:ln w="12700">
            <a:solidFill>
              <a:srgbClr val="D864B6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BF"/>
          </a:solidFill>
          <a:ln w="12700">
            <a:solidFill>
              <a:srgbClr val="D147B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3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499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499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3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3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57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3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3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7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2634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سَقَ</a:t>
            </a:r>
            <a:pPr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1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E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4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499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6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499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36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4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57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3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4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6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6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2656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شَقَ</a:t>
            </a:r>
            <a:pPr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142D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2D64"/>
          </a:solidFill>
          <a:ln w="12700">
            <a:solidFill>
              <a:srgbClr val="2B2D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43479"/>
          </a:solidFill>
          <a:ln w="12700">
            <a:solidFill>
              <a:srgbClr val="54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5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5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7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5014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5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5014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35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7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65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3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7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1876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صَقَ</a:t>
            </a:r>
            <a:pPr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8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F7C5D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5014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5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5014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35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5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3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5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5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7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1327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ضَقَ</a:t>
            </a:r>
            <a:pPr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7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C5F7C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87ED5E"/>
          </a:solidFill>
          <a:ln w="12700">
            <a:solidFill>
              <a:srgbClr val="87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20140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3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20140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3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D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3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3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D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674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8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D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20140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3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20140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3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81460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طَقَ</a:t>
            </a:r>
            <a:pPr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8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24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952E0"/>
          </a:solidFill>
          <a:ln w="12700">
            <a:solidFill>
              <a:srgbClr val="C9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D0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7DB70"/>
          </a:solidFill>
          <a:ln w="12700">
            <a:solidFill>
              <a:srgbClr val="B7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0"/>
          </a:solidFill>
          <a:ln w="12700">
            <a:solidFill>
              <a:srgbClr val="478570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2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2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9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2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2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9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672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9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2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2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6816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ظَقَ</a:t>
            </a:r>
            <a:pPr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F7E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3D864"/>
          </a:solidFill>
          <a:ln w="12700">
            <a:solidFill>
              <a:srgbClr val="D3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C147"/>
          </a:solidFill>
          <a:ln w="12700">
            <a:solidFill>
              <a:srgbClr val="D1C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37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6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4976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7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4976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37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6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597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4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6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5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8736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عَقَ</a:t>
            </a:r>
            <a:pPr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62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C5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4976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7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4976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37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597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4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2009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7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2009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37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7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82308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غَقَ</a:t>
            </a:r>
            <a:pPr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43143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B"/>
          </a:solidFill>
          <a:ln w="12700">
            <a:solidFill>
              <a:srgbClr val="642B3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334"/>
          </a:solidFill>
          <a:ln w="12700">
            <a:solidFill>
              <a:srgbClr val="7943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2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2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2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2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672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20766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2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20766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2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A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93827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فَقَ</a:t>
            </a:r>
            <a:pPr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72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D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20372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20372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095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2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8747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أَقَ</a:t>
            </a:r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2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solidFill>
          <a:srgbClr val="C5C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ABED"/>
          </a:solidFill>
          <a:ln w="12700">
            <a:solidFill>
              <a:srgbClr val="5EAB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038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9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038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095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2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4371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بَقَ</a:t>
            </a:r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7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solidFill>
          <a:srgbClr val="4318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A652"/>
          </a:solidFill>
          <a:ln w="12700">
            <a:solidFill>
              <a:srgbClr val="E0A6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9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2DB"/>
          </a:solidFill>
          <a:ln w="12700">
            <a:solidFill>
              <a:srgbClr val="70D2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14785"/>
          </a:solidFill>
          <a:ln w="12700">
            <a:solidFill>
              <a:srgbClr val="61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104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9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104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095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2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4821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تَقَ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solidFill>
          <a:srgbClr val="C5F7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C1"/>
          </a:solidFill>
          <a:ln w="12700">
            <a:solidFill>
              <a:srgbClr val="64D8C1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9E"/>
          </a:solidFill>
          <a:ln w="12700">
            <a:solidFill>
              <a:srgbClr val="47D19E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446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9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446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095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2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8047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ثَقَ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solidFill>
          <a:srgbClr val="E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691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691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095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2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4647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جَقَ</a:t>
            </a:r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7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solidFill>
          <a:srgbClr val="4341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9642B"/>
          </a:solidFill>
          <a:ln w="12700">
            <a:solidFill>
              <a:srgbClr val="49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77934"/>
          </a:solidFill>
          <a:ln w="12700">
            <a:solidFill>
              <a:srgbClr val="37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691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691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2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2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095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2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4821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حَقَ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solidFill>
          <a:srgbClr val="C5E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888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5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888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085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4821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خَقَ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solidFill>
          <a:srgbClr val="F7C5D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CF"/>
          </a:solidFill>
          <a:ln w="12700">
            <a:solidFill>
              <a:srgbClr val="ED5ECF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001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9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001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095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2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9165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دَقَ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bg>
      <p:bgPr>
        <a:solidFill>
          <a:srgbClr val="1B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82"/>
          </a:solidFill>
          <a:ln w="12700">
            <a:solidFill>
              <a:srgbClr val="52E08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E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A70DB"/>
          </a:solidFill>
          <a:ln w="12700">
            <a:solidFill>
              <a:srgbClr val="CA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247"/>
          </a:solidFill>
          <a:ln w="12700">
            <a:solidFill>
              <a:srgbClr val="8552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6303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9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6303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095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2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9165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ذَقَ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bg>
      <p:bgPr>
        <a:solidFill>
          <a:srgbClr val="C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464D8"/>
          </a:solidFill>
          <a:ln w="12700">
            <a:solidFill>
              <a:srgbClr val="A4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C47D1"/>
          </a:solidFill>
          <a:ln w="12700">
            <a:solidFill>
              <a:srgbClr val="7C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56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9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56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095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2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583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رَقَ</a:t>
            </a:r>
            <a:pPr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bg>
      <p:bgPr>
        <a:solidFill>
          <a:srgbClr val="F7D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584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584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095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2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583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زَقَ</a:t>
            </a:r>
            <a:pPr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bg>
      <p:bgPr>
        <a:solidFill>
          <a:srgbClr val="1443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864"/>
          </a:solidFill>
          <a:ln w="12700">
            <a:solidFill>
              <a:srgbClr val="2B58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879"/>
          </a:solidFill>
          <a:ln w="12700">
            <a:solidFill>
              <a:srgbClr val="3448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884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7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884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7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090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425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سَقَ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2">
    <p:bg>
      <p:bgPr>
        <a:solidFill>
          <a:srgbClr val="F7C5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2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89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89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2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075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5793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شَقَ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3">
    <p:bg>
      <p:bgPr>
        <a:solidFill>
          <a:srgbClr val="E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E85E"/>
          </a:solidFill>
          <a:ln w="12700">
            <a:solidFill>
              <a:srgbClr val="EDE8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8899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4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8899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082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425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صَقَ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4">
    <p:bg>
      <p:bgPr>
        <a:solidFill>
          <a:srgbClr val="1427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E52E0"/>
          </a:solidFill>
          <a:ln w="12700">
            <a:solidFill>
              <a:srgbClr val="5E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8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AF70"/>
          </a:solidFill>
          <a:ln w="12700">
            <a:solidFill>
              <a:srgbClr val="DBAF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C8547"/>
          </a:solidFill>
          <a:ln w="12700">
            <a:solidFill>
              <a:srgbClr val="4C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89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1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89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1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075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425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ضَقَ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5">
    <p:bg>
      <p:bgPr>
        <a:solidFill>
          <a:srgbClr val="F7C5C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8764"/>
          </a:solidFill>
          <a:ln w="12700">
            <a:solidFill>
              <a:srgbClr val="D887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5A47"/>
          </a:solidFill>
          <a:ln w="12700">
            <a:solidFill>
              <a:srgbClr val="D15A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26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9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26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095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2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7149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طَقَ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6">
    <p:bg>
      <p:bgPr>
        <a:solidFill>
          <a:srgbClr val="C5F7C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626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626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095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2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7149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ظَقَ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7">
    <p:bg>
      <p:bgPr>
        <a:solidFill>
          <a:srgbClr val="2A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22B64"/>
          </a:solidFill>
          <a:ln w="12700">
            <a:solidFill>
              <a:srgbClr val="62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9"/>
          </a:solidFill>
          <a:ln w="12700">
            <a:solidFill>
              <a:srgbClr val="79345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882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8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882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092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4821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عَقَ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8">
    <p:bg>
      <p:bgPr>
        <a:solidFill>
          <a:srgbClr val="F7E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891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3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891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080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8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619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غَقَ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9">
    <p:bg>
      <p:bgPr>
        <a:solidFill>
          <a:srgbClr val="C5F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C5"/>
          </a:solidFill>
          <a:ln w="12700">
            <a:solidFill>
              <a:srgbClr val="5EEDC5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882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8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882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8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092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9736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فَقَ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0">
    <p:bg>
      <p:bgPr>
        <a:solidFill>
          <a:srgbClr val="4314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68"/>
          </a:solidFill>
          <a:ln w="12700">
            <a:solidFill>
              <a:srgbClr val="E05268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AF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95"/>
          </a:solidFill>
          <a:ln w="12700">
            <a:solidFill>
              <a:srgbClr val="70DB95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B85"/>
          </a:solidFill>
          <a:ln w="12700">
            <a:solidFill>
              <a:srgbClr val="475B85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5036604" y="896112"/>
            <a:ext cx="167411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736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5036604" y="896112"/>
            <a:ext cx="167411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هٰذَا</a:t>
            </a:r>
            <a:endParaRPr lang="ar-SA" sz="5800" dirty="0"/>
          </a:p>
        </p:txBody>
      </p:sp>
      <p:sp>
        <p:nvSpPr>
          <p:cNvPr id="17" name="C2 W2 pill"/>
          <p:cNvSpPr/>
          <p:nvPr/>
        </p:nvSpPr>
        <p:spPr>
          <a:xfrm>
            <a:off x="2433283" y="896112"/>
            <a:ext cx="228328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37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433283" y="896112"/>
            <a:ext cx="228328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كِتَابٌ</a:t>
            </a:r>
            <a:endParaRPr lang="ar-SA" sz="58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2789289" y="2834640"/>
            <a:ext cx="356542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2789289" y="2834640"/>
            <a:ext cx="356542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هٰذَا كِتَابٌ</a:t>
            </a:r>
            <a:endParaRPr lang="ar-SA" sz="58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1">
    <p:bg>
      <p:bgPr>
        <a:solidFill>
          <a:srgbClr val="D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6A"/>
          </a:solidFill>
          <a:ln w="12700">
            <a:solidFill>
              <a:srgbClr val="64D86A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8D147"/>
          </a:solidFill>
          <a:ln w="12700">
            <a:solidFill>
              <a:srgbClr val="58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684534" y="896112"/>
            <a:ext cx="185988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6A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684534" y="896112"/>
            <a:ext cx="185988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ذٰلِكَ</a:t>
            </a:r>
            <a:endParaRPr lang="ar-SA" sz="5400" dirty="0"/>
          </a:p>
        </p:txBody>
      </p:sp>
      <p:sp>
        <p:nvSpPr>
          <p:cNvPr id="12" name="C2 W2 pill"/>
          <p:cNvSpPr/>
          <p:nvPr/>
        </p:nvSpPr>
        <p:spPr>
          <a:xfrm>
            <a:off x="2599577" y="896112"/>
            <a:ext cx="176491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6A36E2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599577" y="896112"/>
            <a:ext cx="176491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خَيْرٌ</a:t>
            </a:r>
            <a:endParaRPr lang="ar-SA" sz="54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956823" y="2834640"/>
            <a:ext cx="3230355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956823" y="2834640"/>
            <a:ext cx="3230355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ذٰلِكَ خَيْرٌ</a:t>
            </a:r>
            <a:endParaRPr lang="ar-SA" sz="54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2">
    <p:bg>
      <p:bgPr>
        <a:solidFill>
          <a:srgbClr val="C5C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4934754" y="896112"/>
            <a:ext cx="1360413" cy="1371600"/>
          </a:xfrm>
          <a:prstGeom prst="roundRect">
            <a:avLst>
              <a:gd name="adj" fmla="val 26886"/>
            </a:avLst>
          </a:prstGeom>
          <a:solidFill>
            <a:srgbClr val="FFFFFF"/>
          </a:solidFill>
          <a:ln w="76200">
            <a:solidFill>
              <a:srgbClr val="9C36E2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4934754" y="896112"/>
            <a:ext cx="136041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إِلٰهٌ</a:t>
            </a:r>
            <a:endParaRPr lang="ar-SA" sz="4400" dirty="0"/>
          </a:p>
        </p:txBody>
      </p:sp>
      <p:sp>
        <p:nvSpPr>
          <p:cNvPr id="13" name="C2 W2 pill"/>
          <p:cNvSpPr/>
          <p:nvPr/>
        </p:nvSpPr>
        <p:spPr>
          <a:xfrm>
            <a:off x="2848833" y="896112"/>
            <a:ext cx="176588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9C36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848833" y="896112"/>
            <a:ext cx="176588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وَاحِدٌ</a:t>
            </a:r>
            <a:endParaRPr lang="ar-SA" sz="44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6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3191006" y="2834640"/>
            <a:ext cx="2761987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3191006" y="2834640"/>
            <a:ext cx="2761987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إِلٰهٌ وَاحِدٌ</a:t>
            </a:r>
            <a:endParaRPr lang="ar-SA" sz="44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3">
    <p:bg>
      <p:bgPr>
        <a:solidFill>
          <a:srgbClr val="431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42B"/>
          </a:solidFill>
          <a:ln w="12700">
            <a:solidFill>
              <a:srgbClr val="645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A7934"/>
          </a:solidFill>
          <a:ln w="12700">
            <a:solidFill>
              <a:srgbClr val="6A7934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656789" y="896112"/>
            <a:ext cx="240759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CE36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656789" y="896112"/>
            <a:ext cx="240759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الرَّحْمٰنِ</a:t>
            </a:r>
            <a:endParaRPr lang="ar-SA" sz="4400" dirty="0"/>
          </a:p>
        </p:txBody>
      </p:sp>
      <p:sp>
        <p:nvSpPr>
          <p:cNvPr id="14" name="C2 W2 pill"/>
          <p:cNvSpPr/>
          <p:nvPr/>
        </p:nvSpPr>
        <p:spPr>
          <a:xfrm>
            <a:off x="2079615" y="896112"/>
            <a:ext cx="225713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CE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079615" y="896112"/>
            <a:ext cx="225713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الرَّحِيمِ</a:t>
            </a:r>
            <a:endParaRPr lang="ar-SA" sz="44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3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2379047" y="2834640"/>
            <a:ext cx="4385905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2379047" y="2834640"/>
            <a:ext cx="4385905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الرَّحْمٰنِ الرَّحِيمِ</a:t>
            </a:r>
            <a:endParaRPr lang="ar-SA" sz="45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123</Slides>
  <Notes>123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123</vt:i4>
      </vt:variant>
    </vt:vector>
  </HeadingPairs>
  <TitlesOfParts>
    <vt:vector size="1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  <vt:lpstr>Slide 115</vt:lpstr>
      <vt:lpstr>Slide 116</vt:lpstr>
      <vt:lpstr>Slide 117</vt:lpstr>
      <vt:lpstr>Slide 118</vt:lpstr>
      <vt:lpstr>Slide 119</vt:lpstr>
      <vt:lpstr>Slide 120</vt:lpstr>
      <vt:lpstr>Slide 121</vt:lpstr>
      <vt:lpstr>Slide 122</vt:lpstr>
      <vt:lpstr>Slide 123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Dagger alif 11-fa-qaf</dc:title>
  <dc:subject>PptxGenJS Presentation</dc:subject>
  <dc:creator>PptxGenJS</dc:creator>
  <cp:lastModifiedBy>PptxGenJS</cp:lastModifiedBy>
  <cp:revision>1</cp:revision>
  <dcterms:created xsi:type="dcterms:W3CDTF">2026-10-21T17:58:07Z</dcterms:created>
  <dcterms:modified xsi:type="dcterms:W3CDTF">2026-10-21T17:58:07Z</dcterms:modified>
</cp:coreProperties>
</file>