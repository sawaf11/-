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705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9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80474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932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29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801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801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86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6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6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851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851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35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35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35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35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35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35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851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D52"/>
          </a:solidFill>
          <a:ln w="12700">
            <a:solidFill>
              <a:srgbClr val="E05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851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6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6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478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83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5EED"/>
          </a:solidFill>
          <a:ln w="12700">
            <a:solidFill>
              <a:srgbClr val="C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142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3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9D1"/>
          </a:solidFill>
          <a:ln w="12700">
            <a:solidFill>
              <a:srgbClr val="475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3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3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213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45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21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970"/>
          </a:solidFill>
          <a:ln w="12700">
            <a:solidFill>
              <a:srgbClr val="DB7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21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21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67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946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25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C"/>
          </a:solidFill>
          <a:ln w="12700">
            <a:solidFill>
              <a:srgbClr val="5EED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98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1"/>
          </a:solidFill>
          <a:ln w="12700">
            <a:solidFill>
              <a:srgbClr val="E052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DB70"/>
          </a:solidFill>
          <a:ln w="12700">
            <a:solidFill>
              <a:srgbClr val="8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037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3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3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74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11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370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0D1"/>
          </a:solidFill>
          <a:ln w="12700">
            <a:solidFill>
              <a:srgbClr val="47C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370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35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370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370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8"/>
          </a:solidFill>
          <a:ln w="12700">
            <a:solidFill>
              <a:srgbClr val="ED5E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74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674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35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35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370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370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34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DB70"/>
          </a:solidFill>
          <a:ln w="12700">
            <a:solidFill>
              <a:srgbClr val="D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34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D47"/>
          </a:solidFill>
          <a:ln w="12700">
            <a:solidFill>
              <a:srgbClr val="D19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370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370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370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370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727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1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65757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152"/>
          </a:solidFill>
          <a:ln w="12700">
            <a:solidFill>
              <a:srgbClr val="E08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9"/>
          </a:solidFill>
          <a:ln w="12700">
            <a:solidFill>
              <a:srgbClr val="70DB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932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29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801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642B"/>
          </a:solidFill>
          <a:ln w="12700">
            <a:solidFill>
              <a:srgbClr val="5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801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6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75EED"/>
          </a:solidFill>
          <a:ln w="12700">
            <a:solidFill>
              <a:srgbClr val="E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6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E"/>
          </a:solidFill>
          <a:ln w="12700">
            <a:solidFill>
              <a:srgbClr val="52E0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70DB"/>
          </a:solidFill>
          <a:ln w="12700">
            <a:solidFill>
              <a:srgbClr val="A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86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64D8"/>
          </a:solidFill>
          <a:ln w="12700">
            <a:solidFill>
              <a:srgbClr val="8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47D1"/>
          </a:solidFill>
          <a:ln w="12700">
            <a:solidFill>
              <a:srgbClr val="5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851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851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A79"/>
          </a:solidFill>
          <a:ln w="12700">
            <a:solidFill>
              <a:srgbClr val="345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35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35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45E"/>
          </a:solidFill>
          <a:ln w="12700">
            <a:solidFill>
              <a:srgbClr val="EDC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35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9E0"/>
          </a:solidFill>
          <a:ln w="12700">
            <a:solidFill>
              <a:srgbClr val="526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470"/>
          </a:solidFill>
          <a:ln w="12700">
            <a:solidFill>
              <a:srgbClr val="DB9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35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964"/>
          </a:solidFill>
          <a:ln w="12700">
            <a:solidFill>
              <a:srgbClr val="D86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8"/>
          </a:solidFill>
          <a:ln w="12700">
            <a:solidFill>
              <a:srgbClr val="D147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35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35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851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851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0"/>
          </a:solidFill>
          <a:ln w="12700">
            <a:solidFill>
              <a:srgbClr val="5EED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6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D"/>
          </a:solidFill>
          <a:ln w="12700">
            <a:solidFill>
              <a:srgbClr val="E052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9"/>
          </a:solidFill>
          <a:ln w="12700">
            <a:solidFill>
              <a:srgbClr val="70DB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86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D864"/>
          </a:solidFill>
          <a:ln w="12700">
            <a:solidFill>
              <a:srgbClr val="7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D147"/>
          </a:solidFill>
          <a:ln w="12700">
            <a:solidFill>
              <a:srgbClr val="7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74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5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78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5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83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5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142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C5EED"/>
          </a:solidFill>
          <a:ln w="12700">
            <a:solidFill>
              <a:srgbClr val="7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5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3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0E052"/>
          </a:solidFill>
          <a:ln w="12700">
            <a:solidFill>
              <a:srgbClr val="B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2DB"/>
          </a:solidFill>
          <a:ln w="12700">
            <a:solidFill>
              <a:srgbClr val="708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5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3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9D8"/>
          </a:solidFill>
          <a:ln w="12700">
            <a:solidFill>
              <a:srgbClr val="649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DD1"/>
          </a:solidFill>
          <a:ln w="12700">
            <a:solidFill>
              <a:srgbClr val="479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3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213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5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45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5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21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4"/>
          </a:solidFill>
          <a:ln w="12700">
            <a:solidFill>
              <a:srgbClr val="ED5E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5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21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4E0"/>
          </a:solidFill>
          <a:ln w="12700">
            <a:solidFill>
              <a:srgbClr val="52D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21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6"/>
          </a:solidFill>
          <a:ln w="12700">
            <a:solidFill>
              <a:srgbClr val="D864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67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46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925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98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5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037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3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D864"/>
          </a:solidFill>
          <a:ln w="12700">
            <a:solidFill>
              <a:srgbClr val="D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3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958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93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BED"/>
          </a:solidFill>
          <a:ln w="12700">
            <a:solidFill>
              <a:srgbClr val="5EA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2DB"/>
          </a:solidFill>
          <a:ln w="12700">
            <a:solidFill>
              <a:srgbClr val="70D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E"/>
          </a:solidFill>
          <a:ln w="12700">
            <a:solidFill>
              <a:srgbClr val="47D1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F"/>
          </a:solidFill>
          <a:ln w="12700">
            <a:solidFill>
              <a:srgbClr val="ED5E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77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2"/>
          </a:solidFill>
          <a:ln w="12700">
            <a:solidFill>
              <a:srgbClr val="52E0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77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16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216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11-fa-qaf</dc:title>
  <dc:subject>PptxGenJS Presentation</dc:subject>
  <dc:creator>PptxGenJS</dc:creator>
  <cp:lastModifiedBy>PptxGenJS</cp:lastModifiedBy>
  <cp:revision>1</cp:revision>
  <dcterms:created xsi:type="dcterms:W3CDTF">2026-10-21T19:56:16Z</dcterms:created>
  <dcterms:modified xsi:type="dcterms:W3CDTF">2026-10-21T19:56:16Z</dcterms:modified>
</cp:coreProperties>
</file>