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542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7542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152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8021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pPr algn="ctr" indent="0" marL="0">
              <a:buNone/>
            </a:pPr>
            <a:r>
              <a:rPr lang="ar-SA" altLang="en-US" sz="11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5EED"/>
          </a:solidFill>
          <a:ln w="12700">
            <a:solidFill>
              <a:srgbClr val="6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3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E052"/>
          </a:solidFill>
          <a:ln w="12700">
            <a:solidFill>
              <a:srgbClr val="C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5"/>
          </a:solidFill>
          <a:ln w="12700">
            <a:solidFill>
              <a:srgbClr val="8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3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DD8"/>
          </a:solidFill>
          <a:ln w="12700">
            <a:solidFill>
              <a:srgbClr val="64A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4D1"/>
          </a:solidFill>
          <a:ln w="12700">
            <a:solidFill>
              <a:srgbClr val="47B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5"/>
          </a:solidFill>
          <a:ln w="12700">
            <a:solidFill>
              <a:srgbClr val="52E0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F"/>
          </a:solidFill>
          <a:ln w="12700">
            <a:solidFill>
              <a:srgbClr val="DB70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A"/>
          </a:solidFill>
          <a:ln w="12700">
            <a:solidFill>
              <a:srgbClr val="D864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47D1"/>
          </a:solidFill>
          <a:ln w="12700">
            <a:solidFill>
              <a:srgbClr val="C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65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92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69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ED5E"/>
          </a:solidFill>
          <a:ln w="12700">
            <a:solidFill>
              <a:srgbClr val="A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69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152E0"/>
          </a:solidFill>
          <a:ln w="12700">
            <a:solidFill>
              <a:srgbClr val="B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DB70"/>
          </a:solidFill>
          <a:ln w="12700">
            <a:solidFill>
              <a:srgbClr val="C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A64"/>
          </a:solidFill>
          <a:ln w="12700">
            <a:solidFill>
              <a:srgbClr val="D8C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947"/>
          </a:solidFill>
          <a:ln w="12700">
            <a:solidFill>
              <a:srgbClr val="D1A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23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3ED"/>
          </a:solidFill>
          <a:ln w="12700">
            <a:solidFill>
              <a:srgbClr val="5EC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9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كَـ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E52"/>
          </a:solidFill>
          <a:ln w="12700">
            <a:solidFill>
              <a:srgbClr val="E08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3"/>
          </a:solidFill>
          <a:ln w="12700">
            <a:solidFill>
              <a:srgbClr val="70DB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أَكَـ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D"/>
          </a:solidFill>
          <a:ln w="12700">
            <a:solidFill>
              <a:srgbClr val="64D8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7"/>
          </a:solidFill>
          <a:ln w="12700">
            <a:solidFill>
              <a:srgbClr val="47D1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61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34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ثَكَـ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7"/>
          </a:solidFill>
          <a:ln w="12700">
            <a:solidFill>
              <a:srgbClr val="ED5EE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A"/>
          </a:solidFill>
          <a:ln w="12700">
            <a:solidFill>
              <a:srgbClr val="52E0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70DB"/>
          </a:solidFill>
          <a:ln w="12700">
            <a:solidFill>
              <a:srgbClr val="B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72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خَكَـ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64D8"/>
          </a:solidFill>
          <a:ln w="12700">
            <a:solidFill>
              <a:srgbClr val="9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47D1"/>
          </a:solidFill>
          <a:ln w="12700">
            <a:solidFill>
              <a:srgbClr val="6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دَكَـ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ذَكَـ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479"/>
          </a:solidFill>
          <a:ln w="12700">
            <a:solidFill>
              <a:srgbClr val="345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95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رَكَـ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64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زَكَـ</a:t>
            </a:r>
            <a:pPr algn="ctr" indent="0" marL="0">
              <a:buNone/>
            </a:pPr>
            <a:r>
              <a:rPr lang="ar-SA" altLang="en-US" sz="5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05E"/>
          </a:solidFill>
          <a:ln w="12700">
            <a:solidFill>
              <a:srgbClr val="EDD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DE0"/>
          </a:solidFill>
          <a:ln w="12700">
            <a:solidFill>
              <a:srgbClr val="525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D70"/>
          </a:solidFill>
          <a:ln w="12700">
            <a:solidFill>
              <a:srgbClr val="DB9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364"/>
          </a:solidFill>
          <a:ln w="12700">
            <a:solidFill>
              <a:srgbClr val="D87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C"/>
          </a:solidFill>
          <a:ln w="12700">
            <a:solidFill>
              <a:srgbClr val="D147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94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19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ضَكَـ</a:t>
            </a:r>
            <a:pPr algn="ctr" indent="0" marL="0">
              <a:buNone/>
            </a:pPr>
            <a:r>
              <a:rPr lang="ar-SA" altLang="en-US" sz="5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5"/>
          </a:solidFill>
          <a:ln w="12700">
            <a:solidFill>
              <a:srgbClr val="7934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طَكَـ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ظَكَـ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C"/>
          </a:solidFill>
          <a:ln w="12700">
            <a:solidFill>
              <a:srgbClr val="5EED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0"/>
          </a:solidFill>
          <a:ln w="12700">
            <a:solidFill>
              <a:srgbClr val="E0528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3"/>
          </a:solidFill>
          <a:ln w="12700">
            <a:solidFill>
              <a:srgbClr val="70DB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685"/>
          </a:solidFill>
          <a:ln w="12700">
            <a:solidFill>
              <a:srgbClr val="476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84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غَكَـ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D864"/>
          </a:solidFill>
          <a:ln w="12700">
            <a:solidFill>
              <a:srgbClr val="7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D147"/>
          </a:solidFill>
          <a:ln w="12700">
            <a:solidFill>
              <a:srgbClr val="6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فَكَـ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قَكَـ</a:t>
            </a:r>
            <a:pPr algn="ctr" indent="0" marL="0">
              <a:buNone/>
            </a:pP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A2B"/>
          </a:solidFill>
          <a:ln w="12700">
            <a:solidFill>
              <a:srgbClr val="644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7934"/>
          </a:solidFill>
          <a:ln w="12700">
            <a:solidFill>
              <a:srgbClr val="7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أَكَـ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5EED"/>
          </a:solidFill>
          <a:ln w="12700">
            <a:solidFill>
              <a:srgbClr val="8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E052"/>
          </a:solidFill>
          <a:ln w="12700">
            <a:solidFill>
              <a:srgbClr val="A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8DB"/>
          </a:solidFill>
          <a:ln w="12700">
            <a:solidFill>
              <a:srgbClr val="707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5"/>
          </a:solidFill>
          <a:ln w="12700">
            <a:solidFill>
              <a:srgbClr val="8547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FD8"/>
          </a:solidFill>
          <a:ln w="12700">
            <a:solidFill>
              <a:srgbClr val="648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1D1"/>
          </a:solidFill>
          <a:ln w="12700">
            <a:solidFill>
              <a:srgbClr val="479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B"/>
          </a:solidFill>
          <a:ln w="12700">
            <a:solidFill>
              <a:srgbClr val="3479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55E"/>
          </a:solidFill>
          <a:ln w="12700">
            <a:solidFill>
              <a:srgbClr val="ED6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8E0"/>
          </a:solidFill>
          <a:ln w="12700">
            <a:solidFill>
              <a:srgbClr val="52C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3"/>
          </a:solidFill>
          <a:ln w="12700">
            <a:solidFill>
              <a:srgbClr val="DB70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C"/>
          </a:solidFill>
          <a:ln w="12700">
            <a:solidFill>
              <a:srgbClr val="D864A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3"/>
          </a:solidFill>
          <a:ln w="12700">
            <a:solidFill>
              <a:srgbClr val="D147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زَكَـ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3479"/>
          </a:solidFill>
          <a:ln w="12700">
            <a:solidFill>
              <a:srgbClr val="5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ED5E"/>
          </a:solidFill>
          <a:ln w="12700">
            <a:solidFill>
              <a:srgbClr val="7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652E0"/>
          </a:solidFill>
          <a:ln w="12700">
            <a:solidFill>
              <a:srgbClr val="D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EDB70"/>
          </a:solidFill>
          <a:ln w="12700">
            <a:solidFill>
              <a:srgbClr val="A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6"/>
          </a:solidFill>
          <a:ln w="12700">
            <a:solidFill>
              <a:srgbClr val="4785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D864"/>
          </a:solidFill>
          <a:ln w="12700">
            <a:solidFill>
              <a:srgbClr val="C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C47"/>
          </a:solidFill>
          <a:ln w="12700">
            <a:solidFill>
              <a:srgbClr val="D1C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934"/>
          </a:solidFill>
          <a:ln w="12700">
            <a:solidFill>
              <a:srgbClr val="794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FED"/>
          </a:solidFill>
          <a:ln w="12700">
            <a:solidFill>
              <a:srgbClr val="5E9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قَكَـ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252"/>
          </a:solidFill>
          <a:ln w="12700">
            <a:solidFill>
              <a:srgbClr val="E0B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9DB"/>
          </a:solidFill>
          <a:ln w="12700">
            <a:solidFill>
              <a:srgbClr val="70C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7163" y="896112"/>
            <a:ext cx="18729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7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7163" y="896112"/>
            <a:ext cx="18729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7" name="C2 W2 pill"/>
          <p:cNvSpPr/>
          <p:nvPr/>
        </p:nvSpPr>
        <p:spPr>
          <a:xfrm>
            <a:off x="2333842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7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33842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89849" y="2834640"/>
            <a:ext cx="37643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89849" y="2834640"/>
            <a:ext cx="37643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B"/>
          </a:solidFill>
          <a:ln w="12700">
            <a:solidFill>
              <a:srgbClr val="64D8C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A"/>
          </a:solidFill>
          <a:ln w="12700">
            <a:solidFill>
              <a:srgbClr val="47D1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B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B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52899" y="896112"/>
            <a:ext cx="1524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9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52899" y="896112"/>
            <a:ext cx="1524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766977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66977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09151" y="2834640"/>
            <a:ext cx="29256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09151" y="2834640"/>
            <a:ext cx="29256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642B"/>
          </a:solidFill>
          <a:ln w="12700">
            <a:solidFill>
              <a:srgbClr val="4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8"/>
          </a:solidFill>
          <a:ln w="12700">
            <a:solidFill>
              <a:srgbClr val="347938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407267" y="896112"/>
            <a:ext cx="29066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7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407267" y="896112"/>
            <a:ext cx="29066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1830092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7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830092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123854" y="2834640"/>
            <a:ext cx="48962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123854" y="2834640"/>
            <a:ext cx="48962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12-kaf</dc:title>
  <dc:subject>PptxGenJS Presentation</dc:subject>
  <dc:creator>PptxGenJS</dc:creator>
  <cp:lastModifiedBy>PptxGenJS</cp:lastModifiedBy>
  <cp:revision>1</cp:revision>
  <dcterms:created xsi:type="dcterms:W3CDTF">2026-10-22T00:54:42Z</dcterms:created>
  <dcterms:modified xsi:type="dcterms:W3CDTF">2026-10-22T00:54:42Z</dcterms:modified>
</cp:coreProperties>
</file>