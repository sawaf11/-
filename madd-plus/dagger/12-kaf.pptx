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</p:sldIdLst>
  <p:notesMasterIdLst>
    <p:notesMasterId r:id="rId7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notesMaster" Target="notesMasters/notesMaster1.xml"/><Relationship Id="rId71" Type="http://schemas.openxmlformats.org/officeDocument/2006/relationships/presProps" Target="presProps.xml"/><Relationship Id="rId72" Type="http://schemas.openxmlformats.org/officeDocument/2006/relationships/viewProps" Target="viewProps.xml"/><Relationship Id="rId73" Type="http://schemas.openxmlformats.org/officeDocument/2006/relationships/theme" Target="theme/theme1.xml"/><Relationship Id="rId7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7542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7542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7152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67881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8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C2B"/>
          </a:solidFill>
          <a:ln w="12700">
            <a:solidFill>
              <a:srgbClr val="643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B34"/>
          </a:solidFill>
          <a:ln w="12700">
            <a:solidFill>
              <a:srgbClr val="796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22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6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45EED"/>
          </a:solidFill>
          <a:ln w="12700">
            <a:solidFill>
              <a:srgbClr val="6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9E052"/>
          </a:solidFill>
          <a:ln w="12700">
            <a:solidFill>
              <a:srgbClr val="C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4DB"/>
          </a:solidFill>
          <a:ln w="12700">
            <a:solidFill>
              <a:srgbClr val="709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5"/>
          </a:solidFill>
          <a:ln w="12700">
            <a:solidFill>
              <a:srgbClr val="8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75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75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DD8"/>
          </a:solidFill>
          <a:ln w="12700">
            <a:solidFill>
              <a:srgbClr val="64A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4D1"/>
          </a:solidFill>
          <a:ln w="12700">
            <a:solidFill>
              <a:srgbClr val="47B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49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6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49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6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D"/>
          </a:solidFill>
          <a:ln w="12700">
            <a:solidFill>
              <a:srgbClr val="2B642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A"/>
          </a:solidFill>
          <a:ln w="12700">
            <a:solidFill>
              <a:srgbClr val="34795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3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3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6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1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C"/>
          </a:solidFill>
          <a:ln w="12700">
            <a:solidFill>
              <a:srgbClr val="ED5E7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5"/>
          </a:solidFill>
          <a:ln w="12700">
            <a:solidFill>
              <a:srgbClr val="52E0D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F"/>
          </a:solidFill>
          <a:ln w="12700">
            <a:solidFill>
              <a:srgbClr val="DB70A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547"/>
          </a:solidFill>
          <a:ln w="12700">
            <a:solidFill>
              <a:srgbClr val="857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A"/>
          </a:solidFill>
          <a:ln w="12700">
            <a:solidFill>
              <a:srgbClr val="D864C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C47D1"/>
          </a:solidFill>
          <a:ln w="12700">
            <a:solidFill>
              <a:srgbClr val="C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148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63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764"/>
          </a:solidFill>
          <a:ln w="12700">
            <a:solidFill>
              <a:srgbClr val="2B3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83479"/>
          </a:solidFill>
          <a:ln w="12700">
            <a:solidFill>
              <a:srgbClr val="4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28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63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27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27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56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0ED5E"/>
          </a:solidFill>
          <a:ln w="12700">
            <a:solidFill>
              <a:srgbClr val="A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156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152E0"/>
          </a:solidFill>
          <a:ln w="12700">
            <a:solidFill>
              <a:srgbClr val="B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9DB70"/>
          </a:solidFill>
          <a:ln w="12700">
            <a:solidFill>
              <a:srgbClr val="C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6"/>
          </a:solidFill>
          <a:ln w="12700">
            <a:solidFill>
              <a:srgbClr val="47856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A64"/>
          </a:solidFill>
          <a:ln w="12700">
            <a:solidFill>
              <a:srgbClr val="D8C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947"/>
          </a:solidFill>
          <a:ln w="12700">
            <a:solidFill>
              <a:srgbClr val="D1A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49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6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5"/>
          </a:solidFill>
          <a:ln w="12700">
            <a:solidFill>
              <a:srgbClr val="642B4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734"/>
          </a:solidFill>
          <a:ln w="12700">
            <a:solidFill>
              <a:srgbClr val="793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1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1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8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5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02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3ED"/>
          </a:solidFill>
          <a:ln w="12700">
            <a:solidFill>
              <a:srgbClr val="5EC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67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67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97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6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E52"/>
          </a:solidFill>
          <a:ln w="12700">
            <a:solidFill>
              <a:srgbClr val="E08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3"/>
          </a:solidFill>
          <a:ln w="12700">
            <a:solidFill>
              <a:srgbClr val="70DBD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74785"/>
          </a:solidFill>
          <a:ln w="12700">
            <a:solidFill>
              <a:srgbClr val="5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</a:t>
            </a:r>
            <a:pPr algn="ctr" indent="0" marL="0">
              <a:buNone/>
            </a:pPr>
            <a:r>
              <a:rPr lang="ar-SA" altLang="en-US" sz="5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D"/>
          </a:solidFill>
          <a:ln w="12700">
            <a:solidFill>
              <a:srgbClr val="64D8A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7"/>
          </a:solidFill>
          <a:ln w="12700">
            <a:solidFill>
              <a:srgbClr val="47D18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22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</a:t>
            </a:r>
            <a:pPr algn="ctr" indent="0" marL="0">
              <a:buNone/>
            </a:pPr>
            <a:r>
              <a:rPr lang="ar-SA" altLang="en-US" sz="53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2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92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0106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تَكَ</a:t>
            </a:r>
            <a:pPr algn="ctr" indent="0" marL="0">
              <a:buNone/>
            </a:pPr>
            <a:r>
              <a:rPr lang="ar-SA" altLang="en-US" sz="53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3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3642B"/>
          </a:solidFill>
          <a:ln w="12700">
            <a:solidFill>
              <a:srgbClr val="5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7934"/>
          </a:solidFill>
          <a:ln w="12700">
            <a:solidFill>
              <a:srgbClr val="4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2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92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ثَكَ</a:t>
            </a:r>
            <a:pPr algn="ctr" indent="0" marL="0">
              <a:buNone/>
            </a:pPr>
            <a:r>
              <a:rPr lang="ar-SA" altLang="en-US" sz="4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2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2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4553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جَكَ</a:t>
            </a:r>
            <a:pPr algn="ctr" indent="0" marL="0">
              <a:buNone/>
            </a:pPr>
            <a:r>
              <a:rPr lang="ar-SA" altLang="en-US" sz="53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7"/>
          </a:solidFill>
          <a:ln w="12700">
            <a:solidFill>
              <a:srgbClr val="ED5EE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حَكَ</a:t>
            </a:r>
            <a:pPr algn="ctr" indent="0" marL="0">
              <a:buNone/>
            </a:pPr>
            <a:r>
              <a:rPr lang="ar-SA" altLang="en-US" sz="5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A"/>
          </a:solidFill>
          <a:ln w="12700">
            <a:solidFill>
              <a:srgbClr val="52E06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870DB"/>
          </a:solidFill>
          <a:ln w="12700">
            <a:solidFill>
              <a:srgbClr val="B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847"/>
          </a:solidFill>
          <a:ln w="12700">
            <a:solidFill>
              <a:srgbClr val="854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1603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064D8"/>
          </a:solidFill>
          <a:ln w="12700">
            <a:solidFill>
              <a:srgbClr val="9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547D1"/>
          </a:solidFill>
          <a:ln w="12700">
            <a:solidFill>
              <a:srgbClr val="6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45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45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12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445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دَكَ</a:t>
            </a:r>
            <a:pPr algn="ctr" indent="0" marL="0">
              <a:buNone/>
            </a:pPr>
            <a:r>
              <a:rPr lang="ar-SA" altLang="en-US" sz="6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45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945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12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592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592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ذَكَ</a:t>
            </a:r>
            <a:pPr algn="ctr" indent="0" marL="0">
              <a:buNone/>
            </a:pPr>
            <a:r>
              <a:rPr lang="ar-SA" altLang="en-US" sz="5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164"/>
          </a:solidFill>
          <a:ln w="12700">
            <a:solidFill>
              <a:srgbClr val="2B6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479"/>
          </a:solidFill>
          <a:ln w="12700">
            <a:solidFill>
              <a:srgbClr val="345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086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</a:t>
            </a:r>
            <a:pPr algn="ctr" indent="0" marL="0">
              <a:buNone/>
            </a:pPr>
            <a:r>
              <a:rPr lang="ar-SA" altLang="en-US" sz="5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153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زَكَ</a:t>
            </a:r>
            <a:pPr algn="ctr" indent="0" marL="0">
              <a:buNone/>
            </a:pPr>
            <a:r>
              <a:rPr lang="ar-SA" altLang="en-US" sz="4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05E"/>
          </a:solidFill>
          <a:ln w="12700">
            <a:solidFill>
              <a:srgbClr val="EDD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85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85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65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</a:t>
            </a:r>
            <a:pPr algn="ctr" indent="0" marL="0">
              <a:buNone/>
            </a:pPr>
            <a:r>
              <a:rPr lang="ar-SA" altLang="en-US" sz="4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DE0"/>
          </a:solidFill>
          <a:ln w="12700">
            <a:solidFill>
              <a:srgbClr val="525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D70"/>
          </a:solidFill>
          <a:ln w="12700">
            <a:solidFill>
              <a:srgbClr val="DB9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68547"/>
          </a:solidFill>
          <a:ln w="12700">
            <a:solidFill>
              <a:srgbClr val="5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5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85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شَكَ</a:t>
            </a:r>
            <a:pPr algn="ctr" indent="0" marL="0">
              <a:buNone/>
            </a:pPr>
            <a:r>
              <a:rPr lang="ar-SA" altLang="en-US" sz="3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364"/>
          </a:solidFill>
          <a:ln w="12700">
            <a:solidFill>
              <a:srgbClr val="D87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C"/>
          </a:solidFill>
          <a:ln w="12700">
            <a:solidFill>
              <a:srgbClr val="D1474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4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84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1673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صَكَ</a:t>
            </a:r>
            <a:pPr algn="ctr" indent="0" marL="0">
              <a:buNone/>
            </a:pPr>
            <a:r>
              <a:rPr lang="ar-SA" altLang="en-US" sz="3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84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84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193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ضَكَ</a:t>
            </a:r>
            <a:pPr algn="ctr" indent="0" marL="0">
              <a:buNone/>
            </a:pPr>
            <a:r>
              <a:rPr lang="ar-SA" altLang="en-US" sz="4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82B64"/>
          </a:solidFill>
          <a:ln w="12700">
            <a:solidFill>
              <a:srgbClr val="5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5"/>
          </a:solidFill>
          <a:ln w="12700">
            <a:solidFill>
              <a:srgbClr val="79346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32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طَكَ</a:t>
            </a:r>
            <a:pPr algn="ctr" indent="0" marL="0">
              <a:buNone/>
            </a:pPr>
            <a:r>
              <a:rPr lang="ar-SA" altLang="en-US" sz="4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0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0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ظَكَ</a:t>
            </a:r>
            <a:pPr algn="ctr" indent="0" marL="0">
              <a:buNone/>
            </a:pPr>
            <a:r>
              <a:rPr lang="ar-SA" altLang="en-US" sz="51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C"/>
          </a:solidFill>
          <a:ln w="12700">
            <a:solidFill>
              <a:srgbClr val="5EEDA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865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865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عَكَ</a:t>
            </a:r>
            <a:pPr algn="ctr" indent="0" marL="0">
              <a:buNone/>
            </a:pPr>
            <a:r>
              <a:rPr lang="ar-SA" altLang="en-US" sz="5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0"/>
          </a:solidFill>
          <a:ln w="12700">
            <a:solidFill>
              <a:srgbClr val="E0528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3"/>
          </a:solidFill>
          <a:ln w="12700">
            <a:solidFill>
              <a:srgbClr val="70DB8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685"/>
          </a:solidFill>
          <a:ln w="12700">
            <a:solidFill>
              <a:srgbClr val="4766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65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865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216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غَكَ</a:t>
            </a:r>
            <a:pPr algn="ctr" indent="0" marL="0">
              <a:buNone/>
            </a:pPr>
            <a:r>
              <a:rPr lang="ar-SA" altLang="en-US" sz="4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2D864"/>
          </a:solidFill>
          <a:ln w="12700">
            <a:solidFill>
              <a:srgbClr val="7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FD147"/>
          </a:solidFill>
          <a:ln w="12700">
            <a:solidFill>
              <a:srgbClr val="6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0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0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618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فَكَ</a:t>
            </a:r>
            <a:pPr algn="ctr" indent="0" marL="0">
              <a:buNone/>
            </a:pPr>
            <a:r>
              <a:rPr lang="ar-SA" altLang="en-US" sz="5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938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قَكَ</a:t>
            </a:r>
            <a:pPr algn="ctr" indent="0" marL="0">
              <a:buNone/>
            </a:pPr>
            <a:r>
              <a:rPr lang="ar-SA" altLang="en-US" sz="5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A2B"/>
          </a:solidFill>
          <a:ln w="12700">
            <a:solidFill>
              <a:srgbClr val="644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67934"/>
          </a:solidFill>
          <a:ln w="12700">
            <a:solidFill>
              <a:srgbClr val="7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91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95EED"/>
          </a:solidFill>
          <a:ln w="12700">
            <a:solidFill>
              <a:srgbClr val="8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35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4E052"/>
          </a:solidFill>
          <a:ln w="12700">
            <a:solidFill>
              <a:srgbClr val="A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8DB"/>
          </a:solidFill>
          <a:ln w="12700">
            <a:solidFill>
              <a:srgbClr val="707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5"/>
          </a:solidFill>
          <a:ln w="12700">
            <a:solidFill>
              <a:srgbClr val="85477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75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375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FD8"/>
          </a:solidFill>
          <a:ln w="12700">
            <a:solidFill>
              <a:srgbClr val="648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1D1"/>
          </a:solidFill>
          <a:ln w="12700">
            <a:solidFill>
              <a:srgbClr val="479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19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435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C"/>
          </a:solidFill>
          <a:ln w="12700">
            <a:solidFill>
              <a:srgbClr val="2B643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B"/>
          </a:solidFill>
          <a:ln w="12700">
            <a:solidFill>
              <a:srgbClr val="34796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3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33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35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1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55E"/>
          </a:solidFill>
          <a:ln w="12700">
            <a:solidFill>
              <a:srgbClr val="ED6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8E0"/>
          </a:solidFill>
          <a:ln w="12700">
            <a:solidFill>
              <a:srgbClr val="52C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3"/>
          </a:solidFill>
          <a:ln w="12700">
            <a:solidFill>
              <a:srgbClr val="DB709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8547"/>
          </a:solidFill>
          <a:ln w="12700">
            <a:solidFill>
              <a:srgbClr val="8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C"/>
          </a:solidFill>
          <a:ln w="12700">
            <a:solidFill>
              <a:srgbClr val="D864A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3"/>
          </a:solidFill>
          <a:ln w="12700">
            <a:solidFill>
              <a:srgbClr val="D147B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78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E2B64"/>
          </a:solidFill>
          <a:ln w="12700">
            <a:solidFill>
              <a:srgbClr val="2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A3479"/>
          </a:solidFill>
          <a:ln w="12700">
            <a:solidFill>
              <a:srgbClr val="5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27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27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78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BED5E"/>
          </a:solidFill>
          <a:ln w="12700">
            <a:solidFill>
              <a:srgbClr val="7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78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2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652E0"/>
          </a:solidFill>
          <a:ln w="12700">
            <a:solidFill>
              <a:srgbClr val="D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EDB70"/>
          </a:solidFill>
          <a:ln w="12700">
            <a:solidFill>
              <a:srgbClr val="A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6"/>
          </a:solidFill>
          <a:ln w="12700">
            <a:solidFill>
              <a:srgbClr val="47857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9D864"/>
          </a:solidFill>
          <a:ln w="12700">
            <a:solidFill>
              <a:srgbClr val="C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C47"/>
          </a:solidFill>
          <a:ln w="12700">
            <a:solidFill>
              <a:srgbClr val="D1C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435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6"/>
          </a:solidFill>
          <a:ln w="12700">
            <a:solidFill>
              <a:srgbClr val="642B3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934"/>
          </a:solidFill>
          <a:ln w="12700">
            <a:solidFill>
              <a:srgbClr val="794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1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31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19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7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FED"/>
          </a:solidFill>
          <a:ln w="12700">
            <a:solidFill>
              <a:srgbClr val="5E9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67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367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97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252"/>
          </a:solidFill>
          <a:ln w="12700">
            <a:solidFill>
              <a:srgbClr val="E0B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9DB"/>
          </a:solidFill>
          <a:ln w="12700">
            <a:solidFill>
              <a:srgbClr val="70C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74785"/>
          </a:solidFill>
          <a:ln w="12700">
            <a:solidFill>
              <a:srgbClr val="67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7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4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7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7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4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B"/>
          </a:solidFill>
          <a:ln w="12700">
            <a:solidFill>
              <a:srgbClr val="64D8C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A"/>
          </a:solidFill>
          <a:ln w="12700">
            <a:solidFill>
              <a:srgbClr val="47D1A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B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pPr algn="ctr" indent="0" marL="0">
              <a:buNone/>
            </a:pPr>
            <a:r>
              <a:rPr lang="ar-SA" altLang="en-US" sz="43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B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pPr algn="ctr" indent="0" marL="0">
              <a:buNone/>
            </a:pPr>
            <a:r>
              <a:rPr lang="ar-SA" altLang="en-US" sz="4300" baseline="12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E23699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3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9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3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5642B"/>
          </a:solidFill>
          <a:ln w="12700">
            <a:solidFill>
              <a:srgbClr val="4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8"/>
          </a:solidFill>
          <a:ln w="12700">
            <a:solidFill>
              <a:srgbClr val="347938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489122" y="896112"/>
            <a:ext cx="27429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7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489122" y="896112"/>
            <a:ext cx="27429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3500" baseline="12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1911948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7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1911948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207569" y="2834640"/>
            <a:ext cx="47288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207569" y="2834640"/>
            <a:ext cx="47288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3600" baseline="12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68</Slides>
  <Notes>68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12-kaf</dc:title>
  <dc:subject>PptxGenJS Presentation</dc:subject>
  <dc:creator>PptxGenJS</dc:creator>
  <cp:lastModifiedBy>PptxGenJS</cp:lastModifiedBy>
  <cp:revision>1</cp:revision>
  <dcterms:created xsi:type="dcterms:W3CDTF">2026-10-21T20:04:06Z</dcterms:created>
  <dcterms:modified xsi:type="dcterms:W3CDTF">2026-10-21T20:04:06Z</dcterms:modified>
</cp:coreProperties>
</file>