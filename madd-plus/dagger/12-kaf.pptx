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09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88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22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5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4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2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5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6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53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67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19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16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1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8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5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