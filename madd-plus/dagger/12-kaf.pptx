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و«الرَّحْمٰنِ» (الرَّحْمَانِ).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42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7542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109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788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5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5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22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5"/>
          </a:solidFill>
          <a:ln w="12700">
            <a:solidFill>
              <a:srgbClr val="8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7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48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5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5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02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E52"/>
          </a:solidFill>
          <a:ln w="12700">
            <a:solidFill>
              <a:srgbClr val="E08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22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7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10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7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7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55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64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6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47D1"/>
          </a:solidFill>
          <a:ln w="12700">
            <a:solidFill>
              <a:srgbClr val="6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4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4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53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DE0"/>
          </a:solidFill>
          <a:ln w="12700">
            <a:solidFill>
              <a:srgbClr val="525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C"/>
          </a:solidFill>
          <a:ln w="12700">
            <a:solidFill>
              <a:srgbClr val="D147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67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pPr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5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19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C"/>
          </a:solidFill>
          <a:ln w="12700">
            <a:solidFill>
              <a:srgbClr val="5EED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0"/>
          </a:solidFill>
          <a:ln w="12700">
            <a:solidFill>
              <a:srgbClr val="E052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3"/>
          </a:solidFill>
          <a:ln w="12700">
            <a:solidFill>
              <a:srgbClr val="70DB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59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1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D147"/>
          </a:solidFill>
          <a:ln w="12700">
            <a:solidFill>
              <a:srgbClr val="6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1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4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05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5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91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8DB"/>
          </a:solidFill>
          <a:ln w="12700">
            <a:solidFill>
              <a:srgbClr val="707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7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85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55E"/>
          </a:solidFill>
          <a:ln w="12700">
            <a:solidFill>
              <a:srgbClr val="ED6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8E0"/>
          </a:solidFill>
          <a:ln w="12700">
            <a:solidFill>
              <a:srgbClr val="52C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3"/>
          </a:solidFill>
          <a:ln w="12700">
            <a:solidFill>
              <a:srgbClr val="D147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2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75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652E0"/>
          </a:solidFill>
          <a:ln w="12700">
            <a:solidFill>
              <a:srgbClr val="D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C47"/>
          </a:solidFill>
          <a:ln w="12700">
            <a:solidFill>
              <a:srgbClr val="D1C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2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80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2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FED"/>
          </a:solidFill>
          <a:ln w="12700">
            <a:solidFill>
              <a:srgbClr val="5E9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7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</a:t>
            </a:r>
            <a:endParaRPr lang="ar-SA" sz="5800" dirty="0"/>
          </a:p>
        </p:txBody>
      </p:sp>
      <p:sp>
        <p:nvSpPr>
          <p:cNvPr id="17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7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هٰذَا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84534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B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84534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599577" y="896112"/>
            <a:ext cx="17649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99577" y="896112"/>
            <a:ext cx="17649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خَيْرٌ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56823" y="2834640"/>
            <a:ext cx="323035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56823" y="2834640"/>
            <a:ext cx="323035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ذٰلِكَ خَيْرٌ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إِلٰهٌ وَاحِدٌ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56789" y="896112"/>
            <a:ext cx="24075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7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56789" y="896112"/>
            <a:ext cx="24075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الرَّحْمٰنِ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079615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7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79615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379047" y="2834640"/>
            <a:ext cx="43859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379047" y="2834640"/>
            <a:ext cx="43859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الرَّحْمٰنِ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12-kaf</dc:title>
  <dc:subject>PptxGenJS Presentation</dc:subject>
  <dc:creator>PptxGenJS</dc:creator>
  <cp:lastModifiedBy>PptxGenJS</cp:lastModifiedBy>
  <cp:revision>1</cp:revision>
  <dcterms:created xsi:type="dcterms:W3CDTF">2026-10-21T17:58:07Z</dcterms:created>
  <dcterms:modified xsi:type="dcterms:W3CDTF">2026-10-21T17:58:07Z</dcterms:modified>
</cp:coreProperties>
</file>