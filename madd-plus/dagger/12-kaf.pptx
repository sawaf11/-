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</p:sldIdLst>
  <p:notesMasterIdLst>
    <p:notesMasterId r:id="rId7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notesMaster" Target="notesMasters/notesMaster1.xml"/><Relationship Id="rId71" Type="http://schemas.openxmlformats.org/officeDocument/2006/relationships/presProps" Target="presProps.xml"/><Relationship Id="rId72" Type="http://schemas.openxmlformats.org/officeDocument/2006/relationships/viewProps" Target="viewProps.xml"/><Relationship Id="rId73" Type="http://schemas.openxmlformats.org/officeDocument/2006/relationships/theme" Target="theme/theme1.xml"/><Relationship Id="rId7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75428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800" dirty="0"/>
          </a:p>
        </p:txBody>
      </p:sp>
      <p:sp>
        <p:nvSpPr>
          <p:cNvPr id="15" name="C2 V1 vowel"/>
          <p:cNvSpPr txBox="1"/>
          <p:nvPr/>
        </p:nvSpPr>
        <p:spPr>
          <a:xfrm>
            <a:off x="6720840" y="175428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4343400" y="178079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800" dirty="0"/>
          </a:p>
        </p:txBody>
      </p:sp>
      <p:sp>
        <p:nvSpPr>
          <p:cNvPr id="18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R result"/>
          <p:cNvSpPr txBox="1"/>
          <p:nvPr/>
        </p:nvSpPr>
        <p:spPr>
          <a:xfrm>
            <a:off x="685800" y="174909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10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10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314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C2B"/>
          </a:solidFill>
          <a:ln w="12700">
            <a:solidFill>
              <a:srgbClr val="643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B34"/>
          </a:solidFill>
          <a:ln w="12700">
            <a:solidFill>
              <a:srgbClr val="796B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399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399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57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3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908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7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99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99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57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002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7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45EED"/>
          </a:solidFill>
          <a:ln w="12700">
            <a:solidFill>
              <a:srgbClr val="64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59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493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3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433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9E052"/>
          </a:solidFill>
          <a:ln w="12700">
            <a:solidFill>
              <a:srgbClr val="C9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4DB"/>
          </a:solidFill>
          <a:ln w="12700">
            <a:solidFill>
              <a:srgbClr val="709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5"/>
          </a:solidFill>
          <a:ln w="12700">
            <a:solidFill>
              <a:srgbClr val="85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375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375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545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0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493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DD8"/>
          </a:solidFill>
          <a:ln w="12700">
            <a:solidFill>
              <a:srgbClr val="64AD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4D1"/>
          </a:solidFill>
          <a:ln w="12700">
            <a:solidFill>
              <a:srgbClr val="47B4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55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25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55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525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D"/>
          </a:solidFill>
          <a:ln w="12700">
            <a:solidFill>
              <a:srgbClr val="2B642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A"/>
          </a:solidFill>
          <a:ln w="12700">
            <a:solidFill>
              <a:srgbClr val="34795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335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335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488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5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525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59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5714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8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C"/>
          </a:solidFill>
          <a:ln w="12700">
            <a:solidFill>
              <a:srgbClr val="ED5E7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59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5714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8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43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5"/>
          </a:solidFill>
          <a:ln w="12700">
            <a:solidFill>
              <a:srgbClr val="52E0D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8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F"/>
          </a:solidFill>
          <a:ln w="12700">
            <a:solidFill>
              <a:srgbClr val="DB70A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547"/>
          </a:solidFill>
          <a:ln w="12700">
            <a:solidFill>
              <a:srgbClr val="857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59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207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7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A"/>
          </a:solidFill>
          <a:ln w="12700">
            <a:solidFill>
              <a:srgbClr val="D864C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C47D1"/>
          </a:solidFill>
          <a:ln w="12700">
            <a:solidFill>
              <a:srgbClr val="C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568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207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7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351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351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51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207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7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3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764"/>
          </a:solidFill>
          <a:ln w="12700">
            <a:solidFill>
              <a:srgbClr val="2B37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83479"/>
          </a:solidFill>
          <a:ln w="12700">
            <a:solidFill>
              <a:srgbClr val="48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303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303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442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207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7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27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27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476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207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7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0ED5E"/>
          </a:solidFill>
          <a:ln w="12700">
            <a:solidFill>
              <a:srgbClr val="A0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303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303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442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207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7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152E0"/>
          </a:solidFill>
          <a:ln w="12700">
            <a:solidFill>
              <a:srgbClr val="B1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9DB70"/>
          </a:solidFill>
          <a:ln w="12700">
            <a:solidFill>
              <a:srgbClr val="C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6"/>
          </a:solidFill>
          <a:ln w="12700">
            <a:solidFill>
              <a:srgbClr val="47856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568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5714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8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8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A64"/>
          </a:solidFill>
          <a:ln w="12700">
            <a:solidFill>
              <a:srgbClr val="D8CA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947"/>
          </a:solidFill>
          <a:ln w="12700">
            <a:solidFill>
              <a:srgbClr val="D1A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568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5714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8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8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35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35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522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8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525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4314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5"/>
          </a:solidFill>
          <a:ln w="12700">
            <a:solidFill>
              <a:srgbClr val="642B4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734"/>
          </a:solidFill>
          <a:ln w="12700">
            <a:solidFill>
              <a:srgbClr val="7937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319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319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465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3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525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5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5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522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3649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8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8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3ED"/>
          </a:solidFill>
          <a:ln w="12700">
            <a:solidFill>
              <a:srgbClr val="5EC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367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367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533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9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0637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pPr algn="ctr" indent="0" marL="0">
              <a:buNone/>
            </a:pP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43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E52"/>
          </a:solidFill>
          <a:ln w="12700">
            <a:solidFill>
              <a:srgbClr val="E08E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A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3"/>
          </a:solidFill>
          <a:ln w="12700">
            <a:solidFill>
              <a:srgbClr val="70DBD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74785"/>
          </a:solidFill>
          <a:ln w="12700">
            <a:solidFill>
              <a:srgbClr val="57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937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937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20093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6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</a:t>
            </a:r>
            <a:pPr algn="ctr" indent="0" marL="0">
              <a:buNone/>
            </a:pPr>
            <a:r>
              <a:rPr lang="ar-SA" altLang="en-US" sz="6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D"/>
          </a:solidFill>
          <a:ln w="12700">
            <a:solidFill>
              <a:srgbClr val="64D8A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7"/>
          </a:solidFill>
          <a:ln w="12700">
            <a:solidFill>
              <a:srgbClr val="47D18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37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937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20093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6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2486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بَكَ</a:t>
            </a:r>
            <a:pPr algn="ctr" indent="0" marL="0">
              <a:buNone/>
            </a:pP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5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921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921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4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91119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تَكَ</a:t>
            </a:r>
            <a:pPr algn="ctr" indent="0" marL="0">
              <a:buNone/>
            </a:pPr>
            <a:r>
              <a:rPr lang="ar-SA" altLang="en-US" sz="7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3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33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3642B"/>
          </a:solidFill>
          <a:ln w="12700">
            <a:solidFill>
              <a:srgbClr val="5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27934"/>
          </a:solidFill>
          <a:ln w="12700">
            <a:solidFill>
              <a:srgbClr val="42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921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921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4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3917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ثَكَ</a:t>
            </a:r>
            <a:pPr algn="ctr" indent="0" marL="0">
              <a:buNone/>
            </a:pPr>
            <a:r>
              <a:rPr lang="ar-SA" altLang="en-US" sz="5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21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921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917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جَكَ</a:t>
            </a:r>
            <a:pPr algn="ctr" indent="0" marL="0">
              <a:buNone/>
            </a:pPr>
            <a:r>
              <a:rPr lang="ar-SA" altLang="en-US" sz="5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7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7"/>
          </a:solidFill>
          <a:ln w="12700">
            <a:solidFill>
              <a:srgbClr val="ED5EE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88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88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2001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9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3917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حَكَ</a:t>
            </a:r>
            <a:pPr algn="ctr" indent="0" marL="0">
              <a:buNone/>
            </a:pPr>
            <a:r>
              <a:rPr lang="ar-SA" altLang="en-US" sz="5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2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A"/>
          </a:solidFill>
          <a:ln w="12700">
            <a:solidFill>
              <a:srgbClr val="52E06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870DB"/>
          </a:solidFill>
          <a:ln w="12700">
            <a:solidFill>
              <a:srgbClr val="B8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847"/>
          </a:solidFill>
          <a:ln w="12700">
            <a:solidFill>
              <a:srgbClr val="8548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88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88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2001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9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91582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خَكَ</a:t>
            </a:r>
            <a:pPr algn="ctr" indent="0" marL="0">
              <a:buNone/>
            </a:pPr>
            <a:r>
              <a:rPr lang="ar-SA" altLang="en-US" sz="7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3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064D8"/>
          </a:solidFill>
          <a:ln w="12700">
            <a:solidFill>
              <a:srgbClr val="90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547D1"/>
          </a:solidFill>
          <a:ln w="12700">
            <a:solidFill>
              <a:srgbClr val="65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5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5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D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45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945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D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2010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D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92092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دَكَ</a:t>
            </a:r>
            <a:pPr algn="ctr" indent="0" marL="0">
              <a:buNone/>
            </a:pPr>
            <a:r>
              <a:rPr lang="ar-SA" altLang="en-US" sz="7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3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945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945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2010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592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592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0271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ذَكَ</a:t>
            </a:r>
            <a:pPr algn="ctr" indent="0" marL="0">
              <a:buNone/>
            </a:pPr>
            <a:r>
              <a:rPr lang="ar-SA" altLang="en-US" sz="6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44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164"/>
          </a:solidFill>
          <a:ln w="12700">
            <a:solidFill>
              <a:srgbClr val="2B6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479"/>
          </a:solidFill>
          <a:ln w="12700">
            <a:solidFill>
              <a:srgbClr val="345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937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937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20093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6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0271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رَكَ</a:t>
            </a:r>
            <a:pPr algn="ctr" indent="0" marL="0">
              <a:buNone/>
            </a:pPr>
            <a:r>
              <a:rPr lang="ar-SA" altLang="en-US" sz="6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20036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0271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زَكَ</a:t>
            </a:r>
            <a:pPr algn="ctr" indent="0" marL="0">
              <a:buNone/>
            </a:pPr>
            <a:r>
              <a:rPr lang="ar-SA" altLang="en-US" sz="6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05E"/>
          </a:solidFill>
          <a:ln w="12700">
            <a:solidFill>
              <a:srgbClr val="EDD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857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857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979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6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9149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سَكَ</a:t>
            </a:r>
            <a:pPr algn="ctr" indent="0" marL="0">
              <a:buNone/>
            </a:pPr>
            <a:r>
              <a:rPr lang="ar-SA" altLang="en-US" sz="5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5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42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DE0"/>
          </a:solidFill>
          <a:ln w="12700">
            <a:solidFill>
              <a:srgbClr val="525D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7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D70"/>
          </a:solidFill>
          <a:ln w="12700">
            <a:solidFill>
              <a:srgbClr val="DB9D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68547"/>
          </a:solidFill>
          <a:ln w="12700">
            <a:solidFill>
              <a:srgbClr val="56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857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857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979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6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9051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شَكَ</a:t>
            </a:r>
            <a:pPr algn="ctr" indent="0" marL="0">
              <a:buNone/>
            </a:pPr>
            <a:r>
              <a:rPr lang="ar-SA" altLang="en-US" sz="5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364"/>
          </a:solidFill>
          <a:ln w="12700">
            <a:solidFill>
              <a:srgbClr val="D873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4C"/>
          </a:solidFill>
          <a:ln w="12700">
            <a:solidFill>
              <a:srgbClr val="D1474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84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84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968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8854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صَكَ</a:t>
            </a:r>
            <a:pPr algn="ctr" indent="0" marL="0">
              <a:buNone/>
            </a:pPr>
            <a:r>
              <a:rPr lang="ar-SA" altLang="en-US" sz="5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84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84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968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913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ضَكَ</a:t>
            </a:r>
            <a:pPr algn="ctr" indent="0" marL="0">
              <a:buNone/>
            </a:pPr>
            <a:r>
              <a:rPr lang="ar-SA" altLang="en-US" sz="6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3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2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82B64"/>
          </a:solidFill>
          <a:ln w="12700">
            <a:solidFill>
              <a:srgbClr val="58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5"/>
          </a:solidFill>
          <a:ln w="12700">
            <a:solidFill>
              <a:srgbClr val="79346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937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937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20093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6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9626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طَكَ</a:t>
            </a:r>
            <a:pPr algn="ctr" indent="0" marL="0">
              <a:buNone/>
            </a:pP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0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90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20048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2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917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ظَكَ</a:t>
            </a:r>
            <a:pPr algn="ctr" indent="0" marL="0">
              <a:buNone/>
            </a:pPr>
            <a:r>
              <a:rPr lang="ar-SA" altLang="en-US" sz="5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C"/>
          </a:solidFill>
          <a:ln w="12700">
            <a:solidFill>
              <a:srgbClr val="5EEDA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865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865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991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3917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عَكَ</a:t>
            </a:r>
            <a:pPr algn="ctr" indent="0" marL="0">
              <a:buNone/>
            </a:pPr>
            <a:r>
              <a:rPr lang="ar-SA" altLang="en-US" sz="5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4314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0"/>
          </a:solidFill>
          <a:ln w="12700">
            <a:solidFill>
              <a:srgbClr val="E0528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3"/>
          </a:solidFill>
          <a:ln w="12700">
            <a:solidFill>
              <a:srgbClr val="70DB8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685"/>
          </a:solidFill>
          <a:ln w="12700">
            <a:solidFill>
              <a:srgbClr val="4766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865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865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991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9064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غَكَ</a:t>
            </a:r>
            <a:pPr algn="ctr" indent="0" marL="0">
              <a:buNone/>
            </a:pPr>
            <a:r>
              <a:rPr lang="ar-SA" altLang="en-US" sz="6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2D864"/>
          </a:solidFill>
          <a:ln w="12700">
            <a:solidFill>
              <a:srgbClr val="7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FD147"/>
          </a:solidFill>
          <a:ln w="12700">
            <a:solidFill>
              <a:srgbClr val="6F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0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90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20048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2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857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فَكَ</a:t>
            </a:r>
            <a:pPr algn="ctr" indent="0" marL="0">
              <a:buNone/>
            </a:pP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20059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79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3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79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3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9513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قَكَ</a:t>
            </a:r>
            <a:pPr algn="ctr" indent="0" marL="0">
              <a:buNone/>
            </a:pPr>
            <a:r>
              <a:rPr lang="ar-SA" altLang="en-US" sz="6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43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A2B"/>
          </a:solidFill>
          <a:ln w="12700">
            <a:solidFill>
              <a:srgbClr val="644A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67934"/>
          </a:solidFill>
          <a:ln w="12700">
            <a:solidFill>
              <a:srgbClr val="76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399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399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57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3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616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</a:t>
            </a:r>
            <a:pPr algn="ctr" indent="0" marL="0">
              <a:buNone/>
            </a:pPr>
            <a:r>
              <a:rPr lang="ar-SA" altLang="en-US" sz="8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99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399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57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69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بَكَ</a:t>
            </a:r>
            <a:pPr algn="ctr" indent="0" marL="0">
              <a:buNone/>
            </a:pP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95EED"/>
          </a:solidFill>
          <a:ln w="12700">
            <a:solidFill>
              <a:srgbClr val="8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59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1718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تَكَ</a:t>
            </a:r>
            <a:pPr algn="ctr" indent="0" marL="0">
              <a:buNone/>
            </a:pPr>
            <a:r>
              <a:rPr lang="ar-SA" altLang="en-US" sz="8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434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4E052"/>
          </a:solidFill>
          <a:ln w="12700">
            <a:solidFill>
              <a:srgbClr val="A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4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8DB"/>
          </a:solidFill>
          <a:ln w="12700">
            <a:solidFill>
              <a:srgbClr val="707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5"/>
          </a:solidFill>
          <a:ln w="12700">
            <a:solidFill>
              <a:srgbClr val="85477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375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375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545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0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1718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ثَكَ</a:t>
            </a:r>
            <a:pPr algn="ctr" indent="0" marL="0">
              <a:buNone/>
            </a:pPr>
            <a:r>
              <a:rPr lang="ar-SA" altLang="en-US" sz="8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FD8"/>
          </a:solidFill>
          <a:ln w="12700">
            <a:solidFill>
              <a:srgbClr val="648F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1D1"/>
          </a:solidFill>
          <a:ln w="12700">
            <a:solidFill>
              <a:srgbClr val="479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55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94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جَكَ</a:t>
            </a:r>
            <a:pPr algn="ctr" indent="0" marL="0">
              <a:buNone/>
            </a:pP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55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1718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حَكَ</a:t>
            </a:r>
            <a:pPr algn="ctr" indent="0" marL="0">
              <a:buNone/>
            </a:pPr>
            <a:r>
              <a:rPr lang="ar-SA" altLang="en-US" sz="8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8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C"/>
          </a:solidFill>
          <a:ln w="12700">
            <a:solidFill>
              <a:srgbClr val="2B643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B"/>
          </a:solidFill>
          <a:ln w="12700">
            <a:solidFill>
              <a:srgbClr val="34796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335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335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488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1718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خَكَ</a:t>
            </a:r>
            <a:pPr algn="ctr" indent="0" marL="0">
              <a:buNone/>
            </a:pPr>
            <a:r>
              <a:rPr lang="ar-SA" altLang="en-US" sz="8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8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59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1718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دَكَ</a:t>
            </a:r>
            <a:pPr algn="ctr" indent="0" marL="0">
              <a:buNone/>
            </a:pPr>
            <a:r>
              <a:rPr lang="ar-SA" altLang="en-US" sz="8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55E"/>
          </a:solidFill>
          <a:ln w="12700">
            <a:solidFill>
              <a:srgbClr val="ED6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59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1718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ذَكَ</a:t>
            </a:r>
            <a:pPr algn="ctr" indent="0" marL="0">
              <a:buNone/>
            </a:pPr>
            <a:r>
              <a:rPr lang="ar-SA" altLang="en-US" sz="8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144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8E0"/>
          </a:solidFill>
          <a:ln w="12700">
            <a:solidFill>
              <a:srgbClr val="52C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E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3"/>
          </a:solidFill>
          <a:ln w="12700">
            <a:solidFill>
              <a:srgbClr val="DB709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48547"/>
          </a:solidFill>
          <a:ln w="12700">
            <a:solidFill>
              <a:srgbClr val="84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59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871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رَكَ</a:t>
            </a:r>
            <a:pPr algn="ctr" indent="0" marL="0">
              <a:buNone/>
            </a:pP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C"/>
          </a:solidFill>
          <a:ln w="12700">
            <a:solidFill>
              <a:srgbClr val="D864A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3"/>
          </a:solidFill>
          <a:ln w="12700">
            <a:solidFill>
              <a:srgbClr val="D147B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568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871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زَكَ</a:t>
            </a:r>
            <a:pPr algn="ctr" indent="0" marL="0">
              <a:buNone/>
            </a:pP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5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351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351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51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1718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سَكَ</a:t>
            </a:r>
            <a:pPr algn="ctr" indent="0" marL="0">
              <a:buNone/>
            </a:pPr>
            <a:r>
              <a:rPr lang="ar-SA" altLang="en-US" sz="8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8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42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E2B64"/>
          </a:solidFill>
          <a:ln w="12700">
            <a:solidFill>
              <a:srgbClr val="2E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A3479"/>
          </a:solidFill>
          <a:ln w="12700">
            <a:solidFill>
              <a:srgbClr val="5A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303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303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442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1718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شَكَ</a:t>
            </a:r>
            <a:pPr algn="ctr" indent="0" marL="0">
              <a:buNone/>
            </a:pPr>
            <a:r>
              <a:rPr lang="ar-SA" altLang="en-US" sz="8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27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327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476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1718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صَكَ</a:t>
            </a:r>
            <a:pPr algn="ctr" indent="0" marL="0">
              <a:buNone/>
            </a:pPr>
            <a:r>
              <a:rPr lang="ar-SA" altLang="en-US" sz="8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8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BED5E"/>
          </a:solidFill>
          <a:ln w="12700">
            <a:solidFill>
              <a:srgbClr val="7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303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303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442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1718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ضَكَ</a:t>
            </a:r>
            <a:pPr algn="ctr" indent="0" marL="0">
              <a:buNone/>
            </a:pPr>
            <a:r>
              <a:rPr lang="ar-SA" altLang="en-US" sz="8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2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652E0"/>
          </a:solidFill>
          <a:ln w="12700">
            <a:solidFill>
              <a:srgbClr val="D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EDB70"/>
          </a:solidFill>
          <a:ln w="12700">
            <a:solidFill>
              <a:srgbClr val="AE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6"/>
          </a:solidFill>
          <a:ln w="12700">
            <a:solidFill>
              <a:srgbClr val="47857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2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568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1718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طَكَ</a:t>
            </a:r>
            <a:pPr algn="ctr" indent="0" marL="0">
              <a:buNone/>
            </a:pPr>
            <a:r>
              <a:rPr lang="ar-SA" altLang="en-US" sz="8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8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9D864"/>
          </a:solidFill>
          <a:ln w="12700">
            <a:solidFill>
              <a:srgbClr val="C9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C47"/>
          </a:solidFill>
          <a:ln w="12700">
            <a:solidFill>
              <a:srgbClr val="D1CC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391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568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1718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ظَكَ</a:t>
            </a:r>
            <a:pPr algn="ctr" indent="0" marL="0">
              <a:buNone/>
            </a:pPr>
            <a:r>
              <a:rPr lang="ar-SA" altLang="en-US" sz="8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8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35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35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522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8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1718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عَكَ</a:t>
            </a:r>
            <a:pPr algn="ctr" indent="0" marL="0">
              <a:buNone/>
            </a:pPr>
            <a:r>
              <a:rPr lang="ar-SA" altLang="en-US" sz="8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8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4314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6"/>
          </a:solidFill>
          <a:ln w="12700">
            <a:solidFill>
              <a:srgbClr val="642B3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934"/>
          </a:solidFill>
          <a:ln w="12700">
            <a:solidFill>
              <a:srgbClr val="794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319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319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465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3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1718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غَكَ</a:t>
            </a:r>
            <a:pPr algn="ctr" indent="0" marL="0">
              <a:buNone/>
            </a:pPr>
            <a:r>
              <a:rPr lang="ar-SA" altLang="en-US" sz="8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5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359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522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1718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فَكَ</a:t>
            </a:r>
            <a:pPr algn="ctr" indent="0" marL="0">
              <a:buNone/>
            </a:pPr>
            <a:r>
              <a:rPr lang="ar-SA" altLang="en-US" sz="8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8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FED"/>
          </a:solidFill>
          <a:ln w="12700">
            <a:solidFill>
              <a:srgbClr val="5E9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367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367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533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1718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قَكَ</a:t>
            </a:r>
            <a:pPr algn="ctr" indent="0" marL="0">
              <a:buNone/>
            </a:pPr>
            <a:r>
              <a:rPr lang="ar-SA" altLang="en-US" sz="8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43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252"/>
          </a:solidFill>
          <a:ln w="12700">
            <a:solidFill>
              <a:srgbClr val="E0B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0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9DB"/>
          </a:solidFill>
          <a:ln w="12700">
            <a:solidFill>
              <a:srgbClr val="70C9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74785"/>
          </a:solidFill>
          <a:ln w="12700">
            <a:solidFill>
              <a:srgbClr val="6747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5036604" y="896112"/>
            <a:ext cx="167411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C7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5036604" y="896112"/>
            <a:ext cx="16741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pPr algn="ctr" indent="0" marL="0">
              <a:buNone/>
            </a:pPr>
            <a:r>
              <a:rPr lang="ar-SA" altLang="en-US" sz="5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</a:t>
            </a:r>
            <a:endParaRPr lang="ar-SA" sz="5800" dirty="0"/>
          </a:p>
        </p:txBody>
      </p:sp>
      <p:sp>
        <p:nvSpPr>
          <p:cNvPr id="17" name="C2 W2 pill"/>
          <p:cNvSpPr/>
          <p:nvPr/>
        </p:nvSpPr>
        <p:spPr>
          <a:xfrm>
            <a:off x="2433283" y="896112"/>
            <a:ext cx="22832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C7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33283" y="896112"/>
            <a:ext cx="22832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كِتَابٌ</a:t>
            </a:r>
            <a:endParaRPr lang="ar-SA" sz="58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4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789289" y="2834640"/>
            <a:ext cx="35654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789289" y="2834640"/>
            <a:ext cx="35654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pPr algn="ctr" indent="0" marL="0">
              <a:buNone/>
            </a:pPr>
            <a:r>
              <a:rPr lang="ar-SA" altLang="en-US" sz="5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 كِتَابٌ</a:t>
            </a:r>
            <a:endParaRPr lang="ar-SA" sz="5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B"/>
          </a:solidFill>
          <a:ln w="12700">
            <a:solidFill>
              <a:srgbClr val="64D8C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A"/>
          </a:solidFill>
          <a:ln w="12700">
            <a:solidFill>
              <a:srgbClr val="47D1A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90308" y="896112"/>
            <a:ext cx="18598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CB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90308" y="896112"/>
            <a:ext cx="18598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pPr algn="ctr" indent="0" marL="0">
              <a:buNone/>
            </a:pPr>
            <a:r>
              <a:rPr lang="ar-SA" altLang="en-US" sz="5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لِكَ</a:t>
            </a:r>
            <a:endParaRPr lang="ar-SA" sz="5400" dirty="0"/>
          </a:p>
        </p:txBody>
      </p:sp>
      <p:sp>
        <p:nvSpPr>
          <p:cNvPr id="12" name="C2 W2 pill"/>
          <p:cNvSpPr/>
          <p:nvPr/>
        </p:nvSpPr>
        <p:spPr>
          <a:xfrm>
            <a:off x="2393804" y="896112"/>
            <a:ext cx="21764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CB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93804" y="896112"/>
            <a:ext cx="21764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خَيۡرٌ</a:t>
            </a:r>
            <a:endParaRPr lang="ar-SA" sz="5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4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51049" y="2834640"/>
            <a:ext cx="36419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51049" y="2834640"/>
            <a:ext cx="36419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pPr algn="ctr" indent="0" marL="0">
              <a:buNone/>
            </a:pPr>
            <a:r>
              <a:rPr lang="ar-SA" altLang="en-US" sz="54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لِكَ خَيۡرٌ</a:t>
            </a:r>
            <a:endParaRPr lang="ar-SA" sz="5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934754" y="896112"/>
            <a:ext cx="1360413" cy="1371600"/>
          </a:xfrm>
          <a:prstGeom prst="roundRect">
            <a:avLst>
              <a:gd name="adj" fmla="val 26886"/>
            </a:avLst>
          </a:prstGeom>
          <a:solidFill>
            <a:srgbClr val="FFFFFF"/>
          </a:solidFill>
          <a:ln w="76200">
            <a:solidFill>
              <a:srgbClr val="E23699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934754" y="896112"/>
            <a:ext cx="13604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4400" dirty="0"/>
          </a:p>
        </p:txBody>
      </p:sp>
      <p:sp>
        <p:nvSpPr>
          <p:cNvPr id="13" name="C2 W2 pill"/>
          <p:cNvSpPr/>
          <p:nvPr/>
        </p:nvSpPr>
        <p:spPr>
          <a:xfrm>
            <a:off x="2848833" y="896112"/>
            <a:ext cx="17658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9E2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848833" y="896112"/>
            <a:ext cx="17658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وَاحِدٌ</a:t>
            </a:r>
            <a:endParaRPr lang="ar-SA" sz="44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3191006" y="2834640"/>
            <a:ext cx="276198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3191006" y="2834640"/>
            <a:ext cx="276198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 وَاحِدٌ</a:t>
            </a:r>
            <a:endParaRPr lang="ar-SA" sz="4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4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5642B"/>
          </a:solidFill>
          <a:ln w="12700">
            <a:solidFill>
              <a:srgbClr val="45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8"/>
          </a:solidFill>
          <a:ln w="12700">
            <a:solidFill>
              <a:srgbClr val="347938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489122" y="896112"/>
            <a:ext cx="274293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7E2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489122" y="896112"/>
            <a:ext cx="274293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4400" dirty="0"/>
          </a:p>
        </p:txBody>
      </p:sp>
      <p:sp>
        <p:nvSpPr>
          <p:cNvPr id="14" name="C2 W2 pill"/>
          <p:cNvSpPr/>
          <p:nvPr/>
        </p:nvSpPr>
        <p:spPr>
          <a:xfrm>
            <a:off x="1911948" y="896112"/>
            <a:ext cx="22571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67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1911948" y="896112"/>
            <a:ext cx="22571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الرَّحِيمِ</a:t>
            </a:r>
            <a:endParaRPr lang="ar-SA" sz="4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9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207569" y="2834640"/>
            <a:ext cx="472886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207569" y="2834640"/>
            <a:ext cx="472886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</a:t>
            </a:r>
            <a:pPr algn="ctr" indent="0" marL="0">
              <a:buNone/>
            </a:pPr>
            <a:r>
              <a:rPr lang="ar-SA" altLang="en-US" sz="45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 الرَّحِيمِ</a:t>
            </a:r>
            <a:endParaRPr lang="ar-SA" sz="4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68</Slides>
  <Notes>68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68</vt:i4>
      </vt:variant>
    </vt:vector>
  </HeadingPairs>
  <TitlesOfParts>
    <vt:vector size="7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Dagger alif 12-kaf</dc:title>
  <dc:subject>PptxGenJS Presentation</dc:subject>
  <dc:creator>PptxGenJS</dc:creator>
  <cp:lastModifiedBy>PptxGenJS</cp:lastModifiedBy>
  <cp:revision>1</cp:revision>
  <dcterms:created xsi:type="dcterms:W3CDTF">2026-10-21T19:56:16Z</dcterms:created>
  <dcterms:modified xsi:type="dcterms:W3CDTF">2026-10-21T19:56:16Z</dcterms:modified>
</cp:coreProperties>
</file>