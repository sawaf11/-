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52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802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65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2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69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69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3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9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61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34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7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خَكَـ</a:t>
            </a: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9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64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زَكَـ</a:t>
            </a: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سَكَـ</a:t>
            </a: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شَكَـ</a:t>
            </a: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94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صَكَـ</a:t>
            </a: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19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ضَكَـ</a:t>
            </a: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طَكَـ</a:t>
            </a: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ظَكَـ</a:t>
            </a: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8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غَكَـ</a:t>
            </a: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فَكَـ</a:t>
            </a: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قَكَـ</a:t>
            </a: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12-kaf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