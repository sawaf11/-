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542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7542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110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788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7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22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5EED"/>
          </a:solidFill>
          <a:ln w="12700">
            <a:solidFill>
              <a:srgbClr val="6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E052"/>
          </a:solidFill>
          <a:ln w="12700">
            <a:solidFill>
              <a:srgbClr val="C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5"/>
          </a:solidFill>
          <a:ln w="12700">
            <a:solidFill>
              <a:srgbClr val="8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DD8"/>
          </a:solidFill>
          <a:ln w="12700">
            <a:solidFill>
              <a:srgbClr val="64A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4D1"/>
          </a:solidFill>
          <a:ln w="12700">
            <a:solidFill>
              <a:srgbClr val="47B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4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4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5"/>
          </a:solidFill>
          <a:ln w="12700">
            <a:solidFill>
              <a:srgbClr val="52E0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F"/>
          </a:solidFill>
          <a:ln w="12700">
            <a:solidFill>
              <a:srgbClr val="DB70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A"/>
          </a:solidFill>
          <a:ln w="12700">
            <a:solidFill>
              <a:srgbClr val="D864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47D1"/>
          </a:solidFill>
          <a:ln w="12700">
            <a:solidFill>
              <a:srgbClr val="C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48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5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ED5E"/>
          </a:solidFill>
          <a:ln w="12700">
            <a:solidFill>
              <a:srgbClr val="A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5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52E0"/>
          </a:solidFill>
          <a:ln w="12700">
            <a:solidFill>
              <a:srgbClr val="B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A64"/>
          </a:solidFill>
          <a:ln w="12700">
            <a:solidFill>
              <a:srgbClr val="D8C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947"/>
          </a:solidFill>
          <a:ln w="12700">
            <a:solidFill>
              <a:srgbClr val="D1A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4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02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3ED"/>
          </a:solidFill>
          <a:ln w="12700">
            <a:solidFill>
              <a:srgbClr val="5EC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E52"/>
          </a:solidFill>
          <a:ln w="12700">
            <a:solidFill>
              <a:srgbClr val="E08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3"/>
          </a:solidFill>
          <a:ln w="12700">
            <a:solidFill>
              <a:srgbClr val="70DB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D"/>
          </a:solidFill>
          <a:ln w="12700">
            <a:solidFill>
              <a:srgbClr val="64D8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7"/>
          </a:solidFill>
          <a:ln w="12700">
            <a:solidFill>
              <a:srgbClr val="47D1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22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pPr algn="ctr" indent="0" marL="0">
              <a:buNone/>
            </a:pPr>
            <a:r>
              <a:rPr lang="ar-SA" altLang="en-US" sz="4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10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pPr algn="ctr" indent="0" marL="0">
              <a:buNone/>
            </a:pPr>
            <a:r>
              <a:rPr lang="ar-SA" altLang="en-US" sz="4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455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pPr algn="ctr" indent="0" marL="0">
              <a:buNone/>
            </a:pPr>
            <a:r>
              <a:rPr lang="ar-SA" altLang="en-US" sz="4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7"/>
          </a:solidFill>
          <a:ln w="12700">
            <a:solidFill>
              <a:srgbClr val="ED5EE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A"/>
          </a:solidFill>
          <a:ln w="12700">
            <a:solidFill>
              <a:srgbClr val="52E0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70DB"/>
          </a:solidFill>
          <a:ln w="12700">
            <a:solidFill>
              <a:srgbClr val="B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60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pPr algn="ctr" indent="0" marL="0">
              <a:buNone/>
            </a:pPr>
            <a:r>
              <a:rPr lang="ar-SA" altLang="en-US" sz="5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64D8"/>
          </a:solidFill>
          <a:ln w="12700">
            <a:solidFill>
              <a:srgbClr val="9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47D1"/>
          </a:solidFill>
          <a:ln w="12700">
            <a:solidFill>
              <a:srgbClr val="6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</a:t>
            </a:r>
            <a:pPr algn="ctr" indent="0" marL="0">
              <a:buNone/>
            </a:pPr>
            <a:r>
              <a:rPr lang="ar-SA" altLang="en-US" sz="5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86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53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</a:t>
            </a:r>
            <a:pPr algn="ctr" indent="0" marL="0">
              <a:buNone/>
            </a:pPr>
            <a:r>
              <a:rPr lang="ar-SA" altLang="en-US" sz="3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05E"/>
          </a:solidFill>
          <a:ln w="12700">
            <a:solidFill>
              <a:srgbClr val="EDD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</a:t>
            </a:r>
            <a:pPr algn="ctr" indent="0" marL="0">
              <a:buNone/>
            </a:pPr>
            <a:r>
              <a:rPr lang="ar-SA" altLang="en-US" sz="3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DE0"/>
          </a:solidFill>
          <a:ln w="12700">
            <a:solidFill>
              <a:srgbClr val="525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D70"/>
          </a:solidFill>
          <a:ln w="12700">
            <a:solidFill>
              <a:srgbClr val="DB9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</a:t>
            </a:r>
            <a:pPr algn="ctr" indent="0" marL="0">
              <a:buNone/>
            </a:pPr>
            <a:r>
              <a:rPr lang="ar-SA" altLang="en-US" sz="3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364"/>
          </a:solidFill>
          <a:ln w="12700">
            <a:solidFill>
              <a:srgbClr val="D87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C"/>
          </a:solidFill>
          <a:ln w="12700">
            <a:solidFill>
              <a:srgbClr val="D147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67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</a:t>
            </a:r>
            <a:pPr algn="ctr" indent="0" marL="0">
              <a:buNone/>
            </a:pPr>
            <a:r>
              <a:rPr lang="ar-SA" altLang="en-US" sz="3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19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</a:t>
            </a:r>
            <a:pPr algn="ctr" indent="0" marL="0">
              <a:buNone/>
            </a:pPr>
            <a:r>
              <a:rPr lang="ar-SA" altLang="en-US" sz="3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5"/>
          </a:solidFill>
          <a:ln w="12700">
            <a:solidFill>
              <a:srgbClr val="7934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</a:t>
            </a:r>
            <a:pPr algn="ctr" indent="0" marL="0">
              <a:buNone/>
            </a:pPr>
            <a:r>
              <a:rPr lang="ar-SA" altLang="en-US" sz="3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C"/>
          </a:solidFill>
          <a:ln w="12700">
            <a:solidFill>
              <a:srgbClr val="5EED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0"/>
          </a:solidFill>
          <a:ln w="12700">
            <a:solidFill>
              <a:srgbClr val="E0528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3"/>
          </a:solidFill>
          <a:ln w="12700">
            <a:solidFill>
              <a:srgbClr val="70DB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685"/>
          </a:solidFill>
          <a:ln w="12700">
            <a:solidFill>
              <a:srgbClr val="476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16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D864"/>
          </a:solidFill>
          <a:ln w="12700">
            <a:solidFill>
              <a:srgbClr val="7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D147"/>
          </a:solidFill>
          <a:ln w="12700">
            <a:solidFill>
              <a:srgbClr val="6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1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A2B"/>
          </a:solidFill>
          <a:ln w="12700">
            <a:solidFill>
              <a:srgbClr val="644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7934"/>
          </a:solidFill>
          <a:ln w="12700">
            <a:solidFill>
              <a:srgbClr val="7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9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5EED"/>
          </a:solidFill>
          <a:ln w="12700">
            <a:solidFill>
              <a:srgbClr val="8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E052"/>
          </a:solidFill>
          <a:ln w="12700">
            <a:solidFill>
              <a:srgbClr val="A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8DB"/>
          </a:solidFill>
          <a:ln w="12700">
            <a:solidFill>
              <a:srgbClr val="707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5"/>
          </a:solidFill>
          <a:ln w="12700">
            <a:solidFill>
              <a:srgbClr val="8547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FD8"/>
          </a:solidFill>
          <a:ln w="12700">
            <a:solidFill>
              <a:srgbClr val="648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1D1"/>
          </a:solidFill>
          <a:ln w="12700">
            <a:solidFill>
              <a:srgbClr val="479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B"/>
          </a:solidFill>
          <a:ln w="12700">
            <a:solidFill>
              <a:srgbClr val="3479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55E"/>
          </a:solidFill>
          <a:ln w="12700">
            <a:solidFill>
              <a:srgbClr val="ED6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8E0"/>
          </a:solidFill>
          <a:ln w="12700">
            <a:solidFill>
              <a:srgbClr val="52C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3"/>
          </a:solidFill>
          <a:ln w="12700">
            <a:solidFill>
              <a:srgbClr val="DB70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</a:t>
            </a:r>
            <a:pPr algn="ctr" indent="0" marL="0">
              <a:buNone/>
            </a:pPr>
            <a:r>
              <a:rPr lang="ar-SA" altLang="en-US" sz="5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C"/>
          </a:solidFill>
          <a:ln w="12700">
            <a:solidFill>
              <a:srgbClr val="D864A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3"/>
          </a:solidFill>
          <a:ln w="12700">
            <a:solidFill>
              <a:srgbClr val="D147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</a:t>
            </a:r>
            <a:pPr algn="ctr" indent="0" marL="0">
              <a:buNone/>
            </a:pPr>
            <a:r>
              <a:rPr lang="ar-SA" altLang="en-US" sz="5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78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78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ED5E"/>
          </a:solidFill>
          <a:ln w="12700">
            <a:solidFill>
              <a:srgbClr val="7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78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652E0"/>
          </a:solidFill>
          <a:ln w="12700">
            <a:solidFill>
              <a:srgbClr val="D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EDB70"/>
          </a:solidFill>
          <a:ln w="12700">
            <a:solidFill>
              <a:srgbClr val="A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6"/>
          </a:solidFill>
          <a:ln w="12700">
            <a:solidFill>
              <a:srgbClr val="4785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D864"/>
          </a:solidFill>
          <a:ln w="12700">
            <a:solidFill>
              <a:srgbClr val="C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C47"/>
          </a:solidFill>
          <a:ln w="12700">
            <a:solidFill>
              <a:srgbClr val="D1C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934"/>
          </a:solidFill>
          <a:ln w="12700">
            <a:solidFill>
              <a:srgbClr val="794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FED"/>
          </a:solidFill>
          <a:ln w="12700">
            <a:solidFill>
              <a:srgbClr val="5E9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252"/>
          </a:solidFill>
          <a:ln w="12700">
            <a:solidFill>
              <a:srgbClr val="E0B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9DB"/>
          </a:solidFill>
          <a:ln w="12700">
            <a:solidFill>
              <a:srgbClr val="70C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7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7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B"/>
          </a:solidFill>
          <a:ln w="12700">
            <a:solidFill>
              <a:srgbClr val="64D8C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A"/>
          </a:solidFill>
          <a:ln w="12700">
            <a:solidFill>
              <a:srgbClr val="47D1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B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B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3699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8"/>
          </a:solidFill>
          <a:ln w="12700">
            <a:solidFill>
              <a:srgbClr val="347938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7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7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12-kaf</dc:title>
  <dc:subject>PptxGenJS Presentation</dc:subject>
  <dc:creator>PptxGenJS</dc:creator>
  <cp:lastModifiedBy>PptxGenJS</cp:lastModifiedBy>
  <cp:revision>1</cp:revision>
  <dcterms:created xsi:type="dcterms:W3CDTF">2026-10-21T20:03:13Z</dcterms:created>
  <dcterms:modified xsi:type="dcterms:W3CDTF">2026-10-21T20:03:13Z</dcterms:modified>
</cp:coreProperties>
</file>