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1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4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0"/>
          </a:solidFill>
          <a:ln w="12700">
            <a:solidFill>
              <a:srgbClr val="ED5E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142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0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037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C5E"/>
          </a:solidFill>
          <a:ln w="12700">
            <a:solidFill>
              <a:srgbClr val="ED9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1E0"/>
          </a:solidFill>
          <a:ln w="12700">
            <a:solidFill>
              <a:srgbClr val="529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F"/>
          </a:solidFill>
          <a:ln w="12700">
            <a:solidFill>
              <a:srgbClr val="D147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9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403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0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8"/>
          </a:solidFill>
          <a:ln w="12700">
            <a:solidFill>
              <a:srgbClr val="5EED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90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DB70"/>
          </a:solidFill>
          <a:ln w="12700">
            <a:solidFill>
              <a:srgbClr val="8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D147"/>
          </a:solidFill>
          <a:ln w="12700">
            <a:solidFill>
              <a:srgbClr val="A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8ED"/>
          </a:solidFill>
          <a:ln w="12700">
            <a:solidFill>
              <a:srgbClr val="5E6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0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17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5"/>
          </a:solidFill>
          <a:ln w="12700">
            <a:solidFill>
              <a:srgbClr val="52E0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92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43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52E0"/>
          </a:solidFill>
          <a:ln w="12700">
            <a:solidFill>
              <a:srgbClr val="A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5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0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3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955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0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47D1"/>
          </a:solidFill>
          <a:ln w="12700">
            <a:solidFill>
              <a:srgbClr val="5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05E"/>
          </a:solidFill>
          <a:ln w="12700">
            <a:solidFill>
              <a:srgbClr val="EDC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DE0"/>
          </a:solidFill>
          <a:ln w="12700">
            <a:solidFill>
              <a:srgbClr val="526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170"/>
          </a:solidFill>
          <a:ln w="12700">
            <a:solidFill>
              <a:srgbClr val="DB9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9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C"/>
          </a:solidFill>
          <a:ln w="12700">
            <a:solidFill>
              <a:srgbClr val="D147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6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9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5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08-sad-dad</dc:title>
  <dc:subject>PptxGenJS Presentation</dc:subject>
  <dc:creator>PptxGenJS</dc:creator>
  <cp:lastModifiedBy>PptxGenJS</cp:lastModifiedBy>
  <cp:revision>1</cp:revision>
  <dcterms:created xsi:type="dcterms:W3CDTF">2026-10-21T20:04:05Z</dcterms:created>
  <dcterms:modified xsi:type="dcterms:W3CDTF">2026-10-21T20:04:05Z</dcterms:modified>
</cp:coreProperties>
</file>