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4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647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4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086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9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858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9"/>
          </a:solidFill>
          <a:ln w="12700">
            <a:solidFill>
              <a:srgbClr val="E052D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DB70"/>
          </a:solidFill>
          <a:ln w="12700">
            <a:solidFill>
              <a:srgbClr val="A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30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D147"/>
          </a:solidFill>
          <a:ln w="12700">
            <a:solidFill>
              <a:srgbClr val="C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8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250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44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44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10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22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22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0"/>
          </a:solidFill>
          <a:ln w="12700">
            <a:solidFill>
              <a:srgbClr val="ED5E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47D1"/>
          </a:solidFill>
          <a:ln w="12700">
            <a:solidFill>
              <a:srgbClr val="9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9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62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20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ED5E"/>
          </a:solidFill>
          <a:ln w="12700">
            <a:solidFill>
              <a:srgbClr val="D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D52E0"/>
          </a:solidFill>
          <a:ln w="12700">
            <a:solidFill>
              <a:srgbClr val="7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3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747"/>
          </a:solidFill>
          <a:ln w="12700">
            <a:solidFill>
              <a:srgbClr val="D17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91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08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009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3"/>
          </a:solidFill>
          <a:ln w="12700">
            <a:solidFill>
              <a:srgbClr val="5EED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952"/>
          </a:solidFill>
          <a:ln w="12700">
            <a:solidFill>
              <a:srgbClr val="E05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438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2"/>
          </a:solidFill>
          <a:ln w="12700">
            <a:solidFill>
              <a:srgbClr val="64D8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5"/>
          </a:solidFill>
          <a:ln w="12700">
            <a:solidFill>
              <a:srgbClr val="47D1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53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5EED"/>
          </a:solidFill>
          <a:ln w="12700">
            <a:solidFill>
              <a:srgbClr val="B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53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E052"/>
          </a:solidFill>
          <a:ln w="12700">
            <a:solidFill>
              <a:srgbClr val="6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70DB"/>
          </a:solidFill>
          <a:ln w="12700">
            <a:solidFill>
              <a:srgbClr val="9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53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64D8"/>
          </a:solidFill>
          <a:ln w="12700">
            <a:solidFill>
              <a:srgbClr val="6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DD1"/>
          </a:solidFill>
          <a:ln w="12700">
            <a:solidFill>
              <a:srgbClr val="475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53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53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53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C5E"/>
          </a:solidFill>
          <a:ln w="12700">
            <a:solidFill>
              <a:srgbClr val="ED9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53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1E0"/>
          </a:solidFill>
          <a:ln w="12700">
            <a:solidFill>
              <a:srgbClr val="529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670"/>
          </a:solidFill>
          <a:ln w="12700">
            <a:solidFill>
              <a:srgbClr val="DB7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8547"/>
          </a:solidFill>
          <a:ln w="12700">
            <a:solidFill>
              <a:srgbClr val="6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92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F"/>
          </a:solidFill>
          <a:ln w="12700">
            <a:solidFill>
              <a:srgbClr val="D864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F"/>
          </a:solidFill>
          <a:ln w="12700">
            <a:solidFill>
              <a:srgbClr val="D1477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9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590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2088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858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11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8"/>
          </a:solidFill>
          <a:ln w="12700">
            <a:solidFill>
              <a:srgbClr val="5EED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234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5"/>
          </a:solidFill>
          <a:ln w="12700">
            <a:solidFill>
              <a:srgbClr val="E052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DB70"/>
          </a:solidFill>
          <a:ln w="12700">
            <a:solidFill>
              <a:srgbClr val="8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234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D864"/>
          </a:solidFill>
          <a:ln w="12700">
            <a:solidFill>
              <a:srgbClr val="9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D147"/>
          </a:solidFill>
          <a:ln w="12700">
            <a:solidFill>
              <a:srgbClr val="A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5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35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334"/>
          </a:solidFill>
          <a:ln w="12700">
            <a:solidFill>
              <a:srgbClr val="796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35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398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8ED"/>
          </a:solidFill>
          <a:ln w="12700">
            <a:solidFill>
              <a:srgbClr val="5E6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398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E052"/>
          </a:solidFill>
          <a:ln w="12700">
            <a:solidFill>
              <a:srgbClr val="D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0DB"/>
          </a:solidFill>
          <a:ln w="12700">
            <a:solidFill>
              <a:srgbClr val="70A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20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9D8"/>
          </a:solidFill>
          <a:ln w="12700">
            <a:solidFill>
              <a:srgbClr val="64B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4D1"/>
          </a:solidFill>
          <a:ln w="12700">
            <a:solidFill>
              <a:srgbClr val="47C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20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20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20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1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C"/>
          </a:solidFill>
          <a:ln w="12700">
            <a:solidFill>
              <a:srgbClr val="ED5E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5"/>
          </a:solidFill>
          <a:ln w="12700">
            <a:solidFill>
              <a:srgbClr val="52E0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A"/>
          </a:solidFill>
          <a:ln w="12700">
            <a:solidFill>
              <a:srgbClr val="DB70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74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6"/>
          </a:solidFill>
          <a:ln w="12700">
            <a:solidFill>
              <a:srgbClr val="D864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47D1"/>
          </a:solidFill>
          <a:ln w="12700">
            <a:solidFill>
              <a:srgbClr val="B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694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ED5E"/>
          </a:solidFill>
          <a:ln w="12700">
            <a:solidFill>
              <a:srgbClr val="A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933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52E0"/>
          </a:solidFill>
          <a:ln w="12700">
            <a:solidFill>
              <a:srgbClr val="A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DB70"/>
          </a:solidFill>
          <a:ln w="12700">
            <a:solidFill>
              <a:srgbClr val="D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045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D64"/>
          </a:solidFill>
          <a:ln w="12700">
            <a:solidFill>
              <a:srgbClr val="D8B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A47"/>
          </a:solidFill>
          <a:ln w="12700">
            <a:solidFill>
              <a:srgbClr val="D19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65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865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9"/>
          </a:solidFill>
          <a:ln w="12700">
            <a:solidFill>
              <a:srgbClr val="7934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780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34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3ED"/>
          </a:solidFill>
          <a:ln w="12700">
            <a:solidFill>
              <a:srgbClr val="5ED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2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E52"/>
          </a:solidFill>
          <a:ln w="12700">
            <a:solidFill>
              <a:srgbClr val="E07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7"/>
          </a:solidFill>
          <a:ln w="12700">
            <a:solidFill>
              <a:srgbClr val="70DB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4785"/>
          </a:solidFill>
          <a:ln w="12700">
            <a:solidFill>
              <a:srgbClr val="5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17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0"/>
          </a:solidFill>
          <a:ln w="12700">
            <a:solidFill>
              <a:srgbClr val="64D8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8"/>
          </a:solidFill>
          <a:ln w="12700">
            <a:solidFill>
              <a:srgbClr val="47D1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43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7934"/>
          </a:solidFill>
          <a:ln w="12700">
            <a:solidFill>
              <a:srgbClr val="4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43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43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5EED"/>
          </a:solidFill>
          <a:ln w="12700">
            <a:solidFill>
              <a:srgbClr val="E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43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A"/>
          </a:solidFill>
          <a:ln w="12700">
            <a:solidFill>
              <a:srgbClr val="52E05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70DB"/>
          </a:solidFill>
          <a:ln w="12700">
            <a:solidFill>
              <a:srgbClr val="A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E"/>
          </a:solidFill>
          <a:ln w="12700">
            <a:solidFill>
              <a:srgbClr val="8547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43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64D8"/>
          </a:solidFill>
          <a:ln w="12700">
            <a:solidFill>
              <a:srgbClr val="8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47D1"/>
          </a:solidFill>
          <a:ln w="12700">
            <a:solidFill>
              <a:srgbClr val="5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43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43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43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43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05E"/>
          </a:solidFill>
          <a:ln w="12700">
            <a:solidFill>
              <a:srgbClr val="EDC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43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DE0"/>
          </a:solidFill>
          <a:ln w="12700">
            <a:solidFill>
              <a:srgbClr val="526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170"/>
          </a:solidFill>
          <a:ln w="12700">
            <a:solidFill>
              <a:srgbClr val="DB9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43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664"/>
          </a:solidFill>
          <a:ln w="12700">
            <a:solidFill>
              <a:srgbClr val="D86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C"/>
          </a:solidFill>
          <a:ln w="12700">
            <a:solidFill>
              <a:srgbClr val="D1475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43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5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9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4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9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9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9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D"/>
          </a:solidFill>
          <a:ln w="12700">
            <a:solidFill>
              <a:srgbClr val="5EED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97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7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0"/>
          </a:solidFill>
          <a:ln w="12700">
            <a:solidFill>
              <a:srgbClr val="E0529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7"/>
          </a:solidFill>
          <a:ln w="12700">
            <a:solidFill>
              <a:srgbClr val="70DB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5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5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08-sad-dad</dc:title>
  <dc:subject>PptxGenJS Presentation</dc:subject>
  <dc:creator>PptxGenJS</dc:creator>
  <cp:lastModifiedBy>PptxGenJS</cp:lastModifiedBy>
  <cp:revision>1</cp:revision>
  <dcterms:created xsi:type="dcterms:W3CDTF">2026-10-21T19:56:16Z</dcterms:created>
  <dcterms:modified xsi:type="dcterms:W3CDTF">2026-10-21T19:56:16Z</dcterms:modified>
</cp:coreProperties>
</file>