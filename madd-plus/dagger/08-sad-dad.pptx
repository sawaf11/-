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4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1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322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858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9"/>
          </a:solidFill>
          <a:ln w="12700">
            <a:solidFill>
              <a:srgbClr val="E052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07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0"/>
          </a:solidFill>
          <a:ln w="12700">
            <a:solidFill>
              <a:srgbClr val="ED5E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16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29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أَصَـ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63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بَصَـ</a:t>
            </a: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3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تَصَـ</a:t>
            </a: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جَصَـ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ED5E"/>
          </a:solidFill>
          <a:ln w="12700">
            <a:solidFill>
              <a:srgbClr val="D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حَصَـ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52E0"/>
          </a:solidFill>
          <a:ln w="12700">
            <a:solidFill>
              <a:srgbClr val="7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32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747"/>
          </a:solidFill>
          <a:ln w="12700">
            <a:solidFill>
              <a:srgbClr val="D17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57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41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90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زَصَـ</a:t>
            </a: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3"/>
          </a:solidFill>
          <a:ln w="12700">
            <a:solidFill>
              <a:srgbClr val="5EED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0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سَصَـ</a:t>
            </a: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952"/>
          </a:solidFill>
          <a:ln w="12700">
            <a:solidFill>
              <a:srgbClr val="E05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195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شَصَـ</a:t>
            </a: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حَصَـ</a:t>
            </a: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خَصَـ</a:t>
            </a: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C5E"/>
          </a:solidFill>
          <a:ln w="12700">
            <a:solidFill>
              <a:srgbClr val="ED9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1E0"/>
          </a:solidFill>
          <a:ln w="12700">
            <a:solidFill>
              <a:srgbClr val="529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01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F"/>
          </a:solidFill>
          <a:ln w="12700">
            <a:solidFill>
              <a:srgbClr val="D1477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29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095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7322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858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8"/>
          </a:solidFill>
          <a:ln w="12700">
            <a:solidFill>
              <a:srgbClr val="5EED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DB70"/>
          </a:solidFill>
          <a:ln w="12700">
            <a:solidFill>
              <a:srgbClr val="8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90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D147"/>
          </a:solidFill>
          <a:ln w="12700">
            <a:solidFill>
              <a:srgbClr val="A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8ED"/>
          </a:solidFill>
          <a:ln w="12700">
            <a:solidFill>
              <a:srgbClr val="5E6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07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16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1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ضَـ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29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أَضَـ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5"/>
          </a:solidFill>
          <a:ln w="12700">
            <a:solidFill>
              <a:srgbClr val="52E0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63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بَضَـ</a:t>
            </a: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32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تَضَـ</a:t>
            </a: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جَضَـ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حَضَـ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32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52E0"/>
          </a:solidFill>
          <a:ln w="12700">
            <a:solidFill>
              <a:srgbClr val="A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DB70"/>
          </a:solidFill>
          <a:ln w="12700">
            <a:solidFill>
              <a:srgbClr val="D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57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D64"/>
          </a:solidFill>
          <a:ln w="12700">
            <a:solidFill>
              <a:srgbClr val="D8B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A47"/>
          </a:solidFill>
          <a:ln w="12700">
            <a:solidFill>
              <a:srgbClr val="D19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41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90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زَضَـ</a:t>
            </a: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0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سَضَـ</a:t>
            </a: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3ED"/>
          </a:solidFill>
          <a:ln w="12700">
            <a:solidFill>
              <a:srgbClr val="5ED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شَضَـ</a:t>
            </a: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E52"/>
          </a:solidFill>
          <a:ln w="12700">
            <a:solidFill>
              <a:srgbClr val="E07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104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صَضَـ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0"/>
          </a:solidFill>
          <a:ln w="12700">
            <a:solidFill>
              <a:srgbClr val="64D8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5EED"/>
          </a:solidFill>
          <a:ln w="12700">
            <a:solidFill>
              <a:srgbClr val="E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A"/>
          </a:solidFill>
          <a:ln w="12700">
            <a:solidFill>
              <a:srgbClr val="52E0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70DB"/>
          </a:solidFill>
          <a:ln w="12700">
            <a:solidFill>
              <a:srgbClr val="A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حَضَـ</a:t>
            </a: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64D8"/>
          </a:solidFill>
          <a:ln w="12700">
            <a:solidFill>
              <a:srgbClr val="8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47D1"/>
          </a:solidFill>
          <a:ln w="12700">
            <a:solidFill>
              <a:srgbClr val="5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خَضَـ</a:t>
            </a: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05E"/>
          </a:solidFill>
          <a:ln w="12700">
            <a:solidFill>
              <a:srgbClr val="EDC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DE0"/>
          </a:solidFill>
          <a:ln w="12700">
            <a:solidFill>
              <a:srgbClr val="526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170"/>
          </a:solidFill>
          <a:ln w="12700">
            <a:solidFill>
              <a:srgbClr val="DB9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01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664"/>
          </a:solidFill>
          <a:ln w="12700">
            <a:solidFill>
              <a:srgbClr val="D86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C"/>
          </a:solidFill>
          <a:ln w="12700">
            <a:solidFill>
              <a:srgbClr val="D147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29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58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صَضَـ</a:t>
            </a: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7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7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0"/>
          </a:solidFill>
          <a:ln w="12700">
            <a:solidFill>
              <a:srgbClr val="E052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5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5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08-sad-dad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