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80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4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5680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0749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5824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ED5E"/>
          </a:solidFill>
          <a:ln w="12700">
            <a:solidFill>
              <a:srgbClr val="6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9"/>
          </a:solidFill>
          <a:ln w="12700">
            <a:solidFill>
              <a:srgbClr val="E052D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0DB70"/>
          </a:solidFill>
          <a:ln w="12700">
            <a:solidFill>
              <a:srgbClr val="A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4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D864"/>
          </a:solidFill>
          <a:ln w="12700">
            <a:solidFill>
              <a:srgbClr val="B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4D147"/>
          </a:solidFill>
          <a:ln w="12700">
            <a:solidFill>
              <a:srgbClr val="C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6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73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DED"/>
          </a:solidFill>
          <a:ln w="12700">
            <a:solidFill>
              <a:srgbClr val="5E8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452"/>
          </a:solidFill>
          <a:ln w="12700">
            <a:solidFill>
              <a:srgbClr val="E0C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BDB"/>
          </a:solidFill>
          <a:ln w="12700">
            <a:solidFill>
              <a:srgbClr val="70B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7D8"/>
          </a:solidFill>
          <a:ln w="12700">
            <a:solidFill>
              <a:srgbClr val="64D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50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0"/>
          </a:solidFill>
          <a:ln w="12700">
            <a:solidFill>
              <a:srgbClr val="ED5EB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14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0"/>
          </a:solidFill>
          <a:ln w="12700">
            <a:solidFill>
              <a:srgbClr val="52E0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6"/>
          </a:solidFill>
          <a:ln w="12700">
            <a:solidFill>
              <a:srgbClr val="DB70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8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4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4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8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244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</a:t>
            </a:r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64D8"/>
          </a:solidFill>
          <a:ln w="12700">
            <a:solidFill>
              <a:srgbClr val="B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47D1"/>
          </a:solidFill>
          <a:ln w="12700">
            <a:solidFill>
              <a:srgbClr val="9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4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4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69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69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8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69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69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3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3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8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914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</a:t>
            </a:r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3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3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8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8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8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8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142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4ED5E"/>
          </a:solidFill>
          <a:ln w="12700">
            <a:solidFill>
              <a:srgbClr val="D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8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8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8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613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D52E0"/>
          </a:solidFill>
          <a:ln w="12700">
            <a:solidFill>
              <a:srgbClr val="7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670"/>
          </a:solidFill>
          <a:ln w="12700">
            <a:solidFill>
              <a:srgbClr val="DBC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0"/>
          </a:solidFill>
          <a:ln w="12700">
            <a:solidFill>
              <a:srgbClr val="4785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8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8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790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F64"/>
          </a:solidFill>
          <a:ln w="12700">
            <a:solidFill>
              <a:srgbClr val="D89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747"/>
          </a:solidFill>
          <a:ln w="12700">
            <a:solidFill>
              <a:srgbClr val="D17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7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7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8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271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7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07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8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9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A"/>
          </a:solidFill>
          <a:ln w="12700">
            <a:solidFill>
              <a:srgbClr val="642B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A"/>
          </a:solidFill>
          <a:ln w="12700">
            <a:solidFill>
              <a:srgbClr val="7934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6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6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8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73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</a:t>
            </a:r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62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33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33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8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84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</a:t>
            </a:r>
            <a:pPr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3"/>
          </a:solidFill>
          <a:ln w="12700">
            <a:solidFill>
              <a:srgbClr val="5EEDE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5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78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</a:t>
            </a:r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952"/>
          </a:solidFill>
          <a:ln w="12700">
            <a:solidFill>
              <a:srgbClr val="E05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B"/>
          </a:solidFill>
          <a:ln w="12700">
            <a:solidFill>
              <a:srgbClr val="70DB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E85"/>
          </a:solidFill>
          <a:ln w="12700">
            <a:solidFill>
              <a:srgbClr val="474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5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9037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2"/>
          </a:solidFill>
          <a:ln w="12700">
            <a:solidFill>
              <a:srgbClr val="64D8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5"/>
          </a:solidFill>
          <a:ln w="12700">
            <a:solidFill>
              <a:srgbClr val="47D15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3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02B"/>
          </a:solidFill>
          <a:ln w="12700">
            <a:solidFill>
              <a:srgbClr val="646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7934"/>
          </a:solidFill>
          <a:ln w="12700">
            <a:solidFill>
              <a:srgbClr val="5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91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98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5EED"/>
          </a:solidFill>
          <a:ln w="12700">
            <a:solidFill>
              <a:srgbClr val="B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EE052"/>
          </a:solidFill>
          <a:ln w="12700">
            <a:solidFill>
              <a:srgbClr val="6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170DB"/>
          </a:solidFill>
          <a:ln w="12700">
            <a:solidFill>
              <a:srgbClr val="9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E"/>
          </a:solidFill>
          <a:ln w="12700">
            <a:solidFill>
              <a:srgbClr val="8547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2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64D8"/>
          </a:solidFill>
          <a:ln w="12700">
            <a:solidFill>
              <a:srgbClr val="6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DD1"/>
          </a:solidFill>
          <a:ln w="12700">
            <a:solidFill>
              <a:srgbClr val="475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64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2"/>
          </a:solidFill>
          <a:ln w="12700">
            <a:solidFill>
              <a:srgbClr val="2B64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D79"/>
          </a:solidFill>
          <a:ln w="12700">
            <a:solidFill>
              <a:srgbClr val="346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56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6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C5E"/>
          </a:solidFill>
          <a:ln w="12700">
            <a:solidFill>
              <a:srgbClr val="ED9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4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1E0"/>
          </a:solidFill>
          <a:ln w="12700">
            <a:solidFill>
              <a:srgbClr val="529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670"/>
          </a:solidFill>
          <a:ln w="12700">
            <a:solidFill>
              <a:srgbClr val="DB7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8547"/>
          </a:solidFill>
          <a:ln w="12700">
            <a:solidFill>
              <a:srgbClr val="6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0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67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F"/>
          </a:solidFill>
          <a:ln w="12700">
            <a:solidFill>
              <a:srgbClr val="D8647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F"/>
          </a:solidFill>
          <a:ln w="12700">
            <a:solidFill>
              <a:srgbClr val="D1477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79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534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9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6534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062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64039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2B64"/>
          </a:solidFill>
          <a:ln w="12700">
            <a:solidFill>
              <a:srgbClr val="4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3479"/>
          </a:solidFill>
          <a:ln w="12700">
            <a:solidFill>
              <a:srgbClr val="7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30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8"/>
          </a:solidFill>
          <a:ln w="12700">
            <a:solidFill>
              <a:srgbClr val="5EED7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990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5"/>
          </a:solidFill>
          <a:ln w="12700">
            <a:solidFill>
              <a:srgbClr val="E052B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5DB70"/>
          </a:solidFill>
          <a:ln w="12700">
            <a:solidFill>
              <a:srgbClr val="8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C85"/>
          </a:solidFill>
          <a:ln w="12700">
            <a:solidFill>
              <a:srgbClr val="477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73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D864"/>
          </a:solidFill>
          <a:ln w="12700">
            <a:solidFill>
              <a:srgbClr val="9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D147"/>
          </a:solidFill>
          <a:ln w="12700">
            <a:solidFill>
              <a:srgbClr val="A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02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202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52B"/>
          </a:solidFill>
          <a:ln w="12700">
            <a:solidFill>
              <a:srgbClr val="643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334"/>
          </a:solidFill>
          <a:ln w="12700">
            <a:solidFill>
              <a:srgbClr val="796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8ED"/>
          </a:solidFill>
          <a:ln w="12700">
            <a:solidFill>
              <a:srgbClr val="5E6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8E052"/>
          </a:solidFill>
          <a:ln w="12700">
            <a:solidFill>
              <a:srgbClr val="D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0DB"/>
          </a:solidFill>
          <a:ln w="12700">
            <a:solidFill>
              <a:srgbClr val="70A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4785"/>
          </a:solidFill>
          <a:ln w="12700">
            <a:solidFill>
              <a:srgbClr val="7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9D8"/>
          </a:solidFill>
          <a:ln w="12700">
            <a:solidFill>
              <a:srgbClr val="64B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4D1"/>
          </a:solidFill>
          <a:ln w="12700">
            <a:solidFill>
              <a:srgbClr val="47C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0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642B"/>
          </a:solidFill>
          <a:ln w="12700">
            <a:solidFill>
              <a:srgbClr val="2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2"/>
          </a:solidFill>
          <a:ln w="12700">
            <a:solidFill>
              <a:srgbClr val="34795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14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17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C"/>
          </a:solidFill>
          <a:ln w="12700">
            <a:solidFill>
              <a:srgbClr val="ED5E8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244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</a:t>
            </a:r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5"/>
          </a:solidFill>
          <a:ln w="12700">
            <a:solidFill>
              <a:srgbClr val="52E0C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A"/>
          </a:solidFill>
          <a:ln w="12700">
            <a:solidFill>
              <a:srgbClr val="DB70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F47"/>
          </a:solidFill>
          <a:ln w="12700">
            <a:solidFill>
              <a:srgbClr val="856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192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6"/>
          </a:solidFill>
          <a:ln w="12700">
            <a:solidFill>
              <a:srgbClr val="D864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47D1"/>
          </a:solidFill>
          <a:ln w="12700">
            <a:solidFill>
              <a:srgbClr val="B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14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D64"/>
          </a:solidFill>
          <a:ln w="12700">
            <a:solidFill>
              <a:srgbClr val="2B3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3479"/>
          </a:solidFill>
          <a:ln w="12700">
            <a:solidFill>
              <a:srgbClr val="4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443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13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FED5E"/>
          </a:solidFill>
          <a:ln w="12700">
            <a:solidFill>
              <a:srgbClr val="A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857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152E0"/>
          </a:solidFill>
          <a:ln w="12700">
            <a:solidFill>
              <a:srgbClr val="A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5DB70"/>
          </a:solidFill>
          <a:ln w="12700">
            <a:solidFill>
              <a:srgbClr val="D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F"/>
          </a:solidFill>
          <a:ln w="12700">
            <a:solidFill>
              <a:srgbClr val="4785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271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D64"/>
          </a:solidFill>
          <a:ln w="12700">
            <a:solidFill>
              <a:srgbClr val="D8B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A47"/>
          </a:solidFill>
          <a:ln w="12700">
            <a:solidFill>
              <a:srgbClr val="D19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45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</a:t>
            </a:r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B"/>
          </a:solidFill>
          <a:ln w="12700">
            <a:solidFill>
              <a:srgbClr val="642B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9"/>
          </a:solidFill>
          <a:ln w="12700">
            <a:solidFill>
              <a:srgbClr val="7934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40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pPr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78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</a:t>
            </a:r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3ED"/>
          </a:solidFill>
          <a:ln w="12700">
            <a:solidFill>
              <a:srgbClr val="5ED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80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pPr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E52"/>
          </a:solidFill>
          <a:ln w="12700">
            <a:solidFill>
              <a:srgbClr val="E07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7"/>
          </a:solidFill>
          <a:ln w="12700">
            <a:solidFill>
              <a:srgbClr val="70DBC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4785"/>
          </a:solidFill>
          <a:ln w="12700">
            <a:solidFill>
              <a:srgbClr val="5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955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</a:t>
            </a:r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0"/>
          </a:solidFill>
          <a:ln w="12700">
            <a:solidFill>
              <a:srgbClr val="64D8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8"/>
          </a:solidFill>
          <a:ln w="12700">
            <a:solidFill>
              <a:srgbClr val="47D17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73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7934"/>
          </a:solidFill>
          <a:ln w="12700">
            <a:solidFill>
              <a:srgbClr val="4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45EED"/>
          </a:solidFill>
          <a:ln w="12700">
            <a:solidFill>
              <a:srgbClr val="E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02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A"/>
          </a:solidFill>
          <a:ln w="12700">
            <a:solidFill>
              <a:srgbClr val="52E05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C70DB"/>
          </a:solidFill>
          <a:ln w="12700">
            <a:solidFill>
              <a:srgbClr val="A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E"/>
          </a:solidFill>
          <a:ln w="12700">
            <a:solidFill>
              <a:srgbClr val="8547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64D8"/>
          </a:solidFill>
          <a:ln w="12700">
            <a:solidFill>
              <a:srgbClr val="8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547D1"/>
          </a:solidFill>
          <a:ln w="12700">
            <a:solidFill>
              <a:srgbClr val="5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0"/>
          </a:solidFill>
          <a:ln w="12700">
            <a:solidFill>
              <a:srgbClr val="2B64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B79"/>
          </a:solidFill>
          <a:ln w="12700">
            <a:solidFill>
              <a:srgbClr val="345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05E"/>
          </a:solidFill>
          <a:ln w="12700">
            <a:solidFill>
              <a:srgbClr val="EDC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DE0"/>
          </a:solidFill>
          <a:ln w="12700">
            <a:solidFill>
              <a:srgbClr val="526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170"/>
          </a:solidFill>
          <a:ln w="12700">
            <a:solidFill>
              <a:srgbClr val="DB9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8547"/>
          </a:solidFill>
          <a:ln w="12700">
            <a:solidFill>
              <a:srgbClr val="5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99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664"/>
          </a:solidFill>
          <a:ln w="12700">
            <a:solidFill>
              <a:srgbClr val="D86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C"/>
          </a:solidFill>
          <a:ln w="12700">
            <a:solidFill>
              <a:srgbClr val="D1475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79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6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2B64"/>
          </a:solidFill>
          <a:ln w="12700">
            <a:solidFill>
              <a:srgbClr val="5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C"/>
          </a:solidFill>
          <a:ln w="12700">
            <a:solidFill>
              <a:srgbClr val="79346C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036604" y="896112"/>
            <a:ext cx="16741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9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036604" y="896112"/>
            <a:ext cx="16741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هٰذَا</a:t>
            </a:r>
            <a:endParaRPr lang="ar-SA" sz="5800" dirty="0"/>
          </a:p>
        </p:txBody>
      </p:sp>
      <p:sp>
        <p:nvSpPr>
          <p:cNvPr id="14" name="C2 W2 pill"/>
          <p:cNvSpPr/>
          <p:nvPr/>
        </p:nvSpPr>
        <p:spPr>
          <a:xfrm>
            <a:off x="2433283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9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33283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89289" y="2834640"/>
            <a:ext cx="35654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89289" y="2834640"/>
            <a:ext cx="35654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هٰذَا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9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ذٰلِكَ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9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ذٰلِكَ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D"/>
          </a:solidFill>
          <a:ln w="12700">
            <a:solidFill>
              <a:srgbClr val="5EED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34754" y="896112"/>
            <a:ext cx="1360413" cy="1371600"/>
          </a:xfrm>
          <a:prstGeom prst="roundRect">
            <a:avLst>
              <a:gd name="adj" fmla="val 26886"/>
            </a:avLst>
          </a:prstGeom>
          <a:solidFill>
            <a:srgbClr val="FFFFFF"/>
          </a:solidFill>
          <a:ln w="76200">
            <a:solidFill>
              <a:srgbClr val="3697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34754" y="896112"/>
            <a:ext cx="13604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إِلٰهٌ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2848833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7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848833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191006" y="2834640"/>
            <a:ext cx="27619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191006" y="2834640"/>
            <a:ext cx="27619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إِلٰهٌ وَاحِدٌ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0"/>
          </a:solidFill>
          <a:ln w="12700">
            <a:solidFill>
              <a:srgbClr val="E0529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7"/>
          </a:solidFill>
          <a:ln w="12700">
            <a:solidFill>
              <a:srgbClr val="70DB7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C85"/>
          </a:solidFill>
          <a:ln w="12700">
            <a:solidFill>
              <a:srgbClr val="476C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489122" y="896112"/>
            <a:ext cx="27429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5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489122" y="896112"/>
            <a:ext cx="27429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الرَّحۡمٰنِ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1911948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5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1911948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207569" y="2834640"/>
            <a:ext cx="47288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207569" y="2834640"/>
            <a:ext cx="47288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الرَّحۡمٰنِ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08-sad-dad</dc:title>
  <dc:subject>PptxGenJS Presentation</dc:subject>
  <dc:creator>PptxGenJS</dc:creator>
  <cp:lastModifiedBy>PptxGenJS</cp:lastModifiedBy>
  <cp:revision>1</cp:revision>
  <dcterms:created xsi:type="dcterms:W3CDTF">2026-10-21T18:02:24Z</dcterms:created>
  <dcterms:modified xsi:type="dcterms:W3CDTF">2026-10-21T18:02:24Z</dcterms:modified>
</cp:coreProperties>
</file>