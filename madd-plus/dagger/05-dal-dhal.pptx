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3D8"/>
          </a:solidFill>
          <a:ln w="12700">
            <a:solidFill>
              <a:srgbClr val="648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3D1"/>
          </a:solidFill>
          <a:ln w="12700">
            <a:solidFill>
              <a:srgbClr val="478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71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6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971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152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5824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7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2"/>
          </a:solidFill>
          <a:ln w="12700">
            <a:solidFill>
              <a:srgbClr val="3479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8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99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45E"/>
          </a:solidFill>
          <a:ln w="12700">
            <a:solidFill>
              <a:srgbClr val="ED7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9E0"/>
          </a:solidFill>
          <a:ln w="12700">
            <a:solidFill>
              <a:srgbClr val="52B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8"/>
          </a:solidFill>
          <a:ln w="12700">
            <a:solidFill>
              <a:srgbClr val="DB708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8547"/>
          </a:solidFill>
          <a:ln w="12700">
            <a:solidFill>
              <a:srgbClr val="7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0"/>
          </a:solidFill>
          <a:ln w="12700">
            <a:solidFill>
              <a:srgbClr val="D864A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5"/>
          </a:solidFill>
          <a:ln w="12700">
            <a:solidFill>
              <a:srgbClr val="D147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13479"/>
          </a:solidFill>
          <a:ln w="12700">
            <a:solidFill>
              <a:srgbClr val="6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51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CED5E"/>
          </a:solidFill>
          <a:ln w="12700">
            <a:solidFill>
              <a:srgbClr val="6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029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D"/>
          </a:solidFill>
          <a:ln w="12700">
            <a:solidFill>
              <a:srgbClr val="E052D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DB70"/>
          </a:solidFill>
          <a:ln w="12700">
            <a:solidFill>
              <a:srgbClr val="A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DD864"/>
          </a:solidFill>
          <a:ln w="12700">
            <a:solidFill>
              <a:srgbClr val="B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D147"/>
          </a:solidFill>
          <a:ln w="12700">
            <a:solidFill>
              <a:srgbClr val="C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0ED"/>
          </a:solidFill>
          <a:ln w="12700">
            <a:solidFill>
              <a:srgbClr val="5E9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152"/>
          </a:solidFill>
          <a:ln w="12700">
            <a:solidFill>
              <a:srgbClr val="E0C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EDB"/>
          </a:solidFill>
          <a:ln w="12700">
            <a:solidFill>
              <a:srgbClr val="70B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7"/>
          </a:solidFill>
          <a:ln w="12700">
            <a:solidFill>
              <a:srgbClr val="64D8D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8"/>
          </a:solidFill>
          <a:ln w="12700">
            <a:solidFill>
              <a:srgbClr val="47D1B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642B"/>
          </a:solidFill>
          <a:ln w="12700">
            <a:solidFill>
              <a:srgbClr val="3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64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4"/>
          </a:solidFill>
          <a:ln w="12700">
            <a:solidFill>
              <a:srgbClr val="ED5EB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80686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6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80686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129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70186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7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D"/>
          </a:solidFill>
          <a:ln w="12700">
            <a:solidFill>
              <a:srgbClr val="52E09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8"/>
          </a:solidFill>
          <a:ln w="12700">
            <a:solidFill>
              <a:srgbClr val="DB70D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64D8"/>
          </a:solidFill>
          <a:ln w="12700">
            <a:solidFill>
              <a:srgbClr val="B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647D1"/>
          </a:solidFill>
          <a:ln w="12700">
            <a:solidFill>
              <a:srgbClr val="9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54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5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07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D64"/>
          </a:solidFill>
          <a:ln w="12700">
            <a:solidFill>
              <a:srgbClr val="2B4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B79"/>
          </a:solidFill>
          <a:ln w="12700">
            <a:solidFill>
              <a:srgbClr val="343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07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75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4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7ED5E"/>
          </a:solidFill>
          <a:ln w="12700">
            <a:solidFill>
              <a:srgbClr val="D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75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4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952E0"/>
          </a:solidFill>
          <a:ln w="12700">
            <a:solidFill>
              <a:srgbClr val="7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470"/>
          </a:solidFill>
          <a:ln w="12700">
            <a:solidFill>
              <a:srgbClr val="DBC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E"/>
          </a:solidFill>
          <a:ln w="12700">
            <a:solidFill>
              <a:srgbClr val="4785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75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4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D64"/>
          </a:solidFill>
          <a:ln w="12700">
            <a:solidFill>
              <a:srgbClr val="D89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447"/>
          </a:solidFill>
          <a:ln w="12700">
            <a:solidFill>
              <a:srgbClr val="D17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C"/>
          </a:solidFill>
          <a:ln w="12700">
            <a:solidFill>
              <a:srgbClr val="79344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37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41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0"/>
          </a:solidFill>
          <a:ln w="12700">
            <a:solidFill>
              <a:srgbClr val="5EEDE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652"/>
          </a:solidFill>
          <a:ln w="12700">
            <a:solidFill>
              <a:srgbClr val="E05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9"/>
          </a:solidFill>
          <a:ln w="12700">
            <a:solidFill>
              <a:srgbClr val="70DBA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085"/>
          </a:solidFill>
          <a:ln w="12700">
            <a:solidFill>
              <a:srgbClr val="475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97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</a:t>
            </a:r>
            <a:pPr algn="ctr" indent="0" marL="0">
              <a:buNone/>
            </a:pPr>
            <a:r>
              <a:rPr lang="ar-SA" altLang="en-US" sz="4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0"/>
          </a:solidFill>
          <a:ln w="12700">
            <a:solidFill>
              <a:srgbClr val="64D88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1"/>
          </a:solidFill>
          <a:ln w="12700">
            <a:solidFill>
              <a:srgbClr val="47D15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97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</a:t>
            </a:r>
            <a:pPr algn="ctr" indent="0" marL="0">
              <a:buNone/>
            </a:pPr>
            <a:r>
              <a:rPr lang="ar-SA" altLang="en-US" sz="4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432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F2B"/>
          </a:solidFill>
          <a:ln w="12700">
            <a:solidFill>
              <a:srgbClr val="645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7934"/>
          </a:solidFill>
          <a:ln w="12700">
            <a:solidFill>
              <a:srgbClr val="5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C5EED"/>
          </a:solidFill>
          <a:ln w="12700">
            <a:solidFill>
              <a:srgbClr val="B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61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1E052"/>
          </a:solidFill>
          <a:ln w="12700">
            <a:solidFill>
              <a:srgbClr val="7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E70DB"/>
          </a:solidFill>
          <a:ln w="12700">
            <a:solidFill>
              <a:srgbClr val="8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F"/>
          </a:solidFill>
          <a:ln w="12700">
            <a:solidFill>
              <a:srgbClr val="8547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5D8"/>
          </a:solidFill>
          <a:ln w="12700">
            <a:solidFill>
              <a:srgbClr val="646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0D1"/>
          </a:solidFill>
          <a:ln w="12700">
            <a:solidFill>
              <a:srgbClr val="476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91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0"/>
          </a:solidFill>
          <a:ln w="12700">
            <a:solidFill>
              <a:srgbClr val="2B64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F79"/>
          </a:solidFill>
          <a:ln w="12700">
            <a:solidFill>
              <a:srgbClr val="346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85E"/>
          </a:solidFill>
          <a:ln w="12700">
            <a:solidFill>
              <a:srgbClr val="ED9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5E0"/>
          </a:solidFill>
          <a:ln w="12700">
            <a:solidFill>
              <a:srgbClr val="529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470"/>
          </a:solidFill>
          <a:ln w="12700">
            <a:solidFill>
              <a:srgbClr val="DB7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8547"/>
          </a:solidFill>
          <a:ln w="12700">
            <a:solidFill>
              <a:srgbClr val="6E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A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7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A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2"/>
          </a:solidFill>
          <a:ln w="12700">
            <a:solidFill>
              <a:srgbClr val="D8648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2"/>
          </a:solidFill>
          <a:ln w="12700">
            <a:solidFill>
              <a:srgbClr val="D1478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8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3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8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35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36E267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7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2B64"/>
          </a:solidFill>
          <a:ln w="12700">
            <a:solidFill>
              <a:srgbClr val="4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3479"/>
          </a:solidFill>
          <a:ln w="12700">
            <a:solidFill>
              <a:srgbClr val="73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9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05-dal-dhal</dc:title>
  <dc:subject>PptxGenJS Presentation</dc:subject>
  <dc:creator>PptxGenJS</dc:creator>
  <cp:lastModifiedBy>PptxGenJS</cp:lastModifiedBy>
  <cp:revision>1</cp:revision>
  <dcterms:created xsi:type="dcterms:W3CDTF">2026-10-21T20:03:12Z</dcterms:created>
  <dcterms:modified xsi:type="dcterms:W3CDTF">2026-10-21T20:03:12Z</dcterms:modified>
</cp:coreProperties>
</file>