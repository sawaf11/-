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6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69712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2097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7155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10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07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8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5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5"/>
          </a:solidFill>
          <a:ln w="12700">
            <a:solidFill>
              <a:srgbClr val="D147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05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662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CED5E"/>
          </a:solidFill>
          <a:ln w="12700">
            <a:solidFill>
              <a:srgbClr val="6C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512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10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695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004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796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152"/>
          </a:solidFill>
          <a:ln w="12700">
            <a:solidFill>
              <a:srgbClr val="E0C1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7"/>
          </a:solidFill>
          <a:ln w="12700">
            <a:solidFill>
              <a:srgbClr val="64D8D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0023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90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228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جَدَ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13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خَدَ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80686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792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9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80815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9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8"/>
          </a:solidFill>
          <a:ln w="12700">
            <a:solidFill>
              <a:srgbClr val="DB70D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A64D8"/>
          </a:solidFill>
          <a:ln w="12700">
            <a:solidFill>
              <a:srgbClr val="B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68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638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6385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7ED5E"/>
          </a:solidFill>
          <a:ln w="12700">
            <a:solidFill>
              <a:srgbClr val="D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470"/>
          </a:solidFill>
          <a:ln w="12700">
            <a:solidFill>
              <a:srgbClr val="DBC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695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D64"/>
          </a:solidFill>
          <a:ln w="12700">
            <a:solidFill>
              <a:srgbClr val="D89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447"/>
          </a:solidFill>
          <a:ln w="12700">
            <a:solidFill>
              <a:srgbClr val="D17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2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4377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280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0"/>
          </a:solidFill>
          <a:ln w="12700">
            <a:solidFill>
              <a:srgbClr val="5EEDE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7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0"/>
          </a:solidFill>
          <a:ln w="12700">
            <a:solidFill>
              <a:srgbClr val="64D88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796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r>
              <a:rPr lang="ar-SA" altLang="en-US" sz="5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90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52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352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83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75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5D8"/>
          </a:solidFill>
          <a:ln w="12700">
            <a:solidFill>
              <a:srgbClr val="646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4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98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جَذَ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57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7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008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56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17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دَذَ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A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A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2"/>
          </a:solidFill>
          <a:ln w="12700">
            <a:solidFill>
              <a:srgbClr val="D147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8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7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7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9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9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05-dal-dhal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