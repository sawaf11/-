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09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7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pPr algn="ctr" indent="0" marL="0">
              <a:buNone/>
            </a:pPr>
            <a:r>
              <a:rPr lang="ar-SA" altLang="en-US" sz="6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51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2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5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79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186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8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4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ED5E"/>
          </a:solidFill>
          <a:ln w="12700">
            <a:solidFill>
              <a:srgbClr val="D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75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5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41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54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0"/>
          </a:solidFill>
          <a:ln w="12700">
            <a:solidFill>
              <a:srgbClr val="5EED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49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0"/>
          </a:solidFill>
          <a:ln w="12700">
            <a:solidFill>
              <a:srgbClr val="64D8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97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50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32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6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5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pPr algn="ctr" indent="0" marL="0">
              <a:buNone/>
            </a:pPr>
            <a:r>
              <a:rPr lang="ar-SA" altLang="en-US" sz="6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61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pPr algn="ctr" indent="0" marL="0">
              <a:buNone/>
            </a:pPr>
            <a:r>
              <a:rPr lang="ar-SA" altLang="en-US" sz="67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5D8"/>
          </a:solidFill>
          <a:ln w="12700">
            <a:solidFill>
              <a:srgbClr val="646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91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pPr algn="ctr" indent="0" marL="0">
              <a:buNone/>
            </a:pPr>
            <a:r>
              <a:rPr lang="ar-SA" altLang="en-US" sz="68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pPr algn="ctr" indent="0" marL="0">
              <a:buNone/>
            </a:pPr>
            <a:r>
              <a:rPr lang="ar-SA" altLang="en-US" sz="72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46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2"/>
          </a:solidFill>
          <a:ln w="12700">
            <a:solidFill>
              <a:srgbClr val="D147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43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5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3600" baseline="12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05-dal-dhal</dc:title>
  <dc:subject>PptxGenJS Presentation</dc:subject>
  <dc:creator>PptxGenJS</dc:creator>
  <cp:lastModifiedBy>PptxGenJS</cp:lastModifiedBy>
  <cp:revision>1</cp:revision>
  <dcterms:created xsi:type="dcterms:W3CDTF">2026-10-21T20:04:05Z</dcterms:created>
  <dcterms:modified xsi:type="dcterms:W3CDTF">2026-10-21T20:04:05Z</dcterms:modified>
</cp:coreProperties>
</file>