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3D8"/>
          </a:solidFill>
          <a:ln w="12700">
            <a:solidFill>
              <a:srgbClr val="648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3D1"/>
          </a:solidFill>
          <a:ln w="12700">
            <a:solidFill>
              <a:srgbClr val="478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712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6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69712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7922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8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8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71551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10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pPr algn="ctr" indent="0" marL="0">
              <a:buNone/>
            </a:pPr>
            <a:r>
              <a:rPr lang="ar-SA" altLang="en-US" sz="10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107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579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3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695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pPr algn="ctr" indent="0" marL="0">
              <a:buNone/>
            </a:pP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2"/>
          </a:solidFill>
          <a:ln w="12700">
            <a:solidFill>
              <a:srgbClr val="2B644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2"/>
          </a:solidFill>
          <a:ln w="12700">
            <a:solidFill>
              <a:srgbClr val="34797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579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3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685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pPr algn="ctr" indent="0" marL="0">
              <a:buNone/>
            </a:pPr>
            <a:r>
              <a:rPr lang="ar-SA" altLang="en-US" sz="8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59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756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45E"/>
          </a:solidFill>
          <a:ln w="12700">
            <a:solidFill>
              <a:srgbClr val="ED7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02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002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0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756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4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9E0"/>
          </a:solidFill>
          <a:ln w="12700">
            <a:solidFill>
              <a:srgbClr val="52B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8"/>
          </a:solidFill>
          <a:ln w="12700">
            <a:solidFill>
              <a:srgbClr val="DB708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E8547"/>
          </a:solidFill>
          <a:ln w="12700">
            <a:solidFill>
              <a:srgbClr val="7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55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1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805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0"/>
          </a:solidFill>
          <a:ln w="12700">
            <a:solidFill>
              <a:srgbClr val="D864A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5"/>
          </a:solidFill>
          <a:ln w="12700">
            <a:solidFill>
              <a:srgbClr val="D147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55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05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5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805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32B64"/>
          </a:solidFill>
          <a:ln w="12700">
            <a:solidFill>
              <a:srgbClr val="3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13479"/>
          </a:solidFill>
          <a:ln w="12700">
            <a:solidFill>
              <a:srgbClr val="61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20093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6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أَدَ</a:t>
            </a:r>
            <a:pPr algn="ctr" indent="0" marL="0">
              <a:buNone/>
            </a:pPr>
            <a:r>
              <a:rPr lang="ar-SA" altLang="en-US" sz="6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20093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6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6662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CED5E"/>
          </a:solidFill>
          <a:ln w="12700">
            <a:solidFill>
              <a:srgbClr val="6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4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5123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تَدَ</a:t>
            </a:r>
            <a:pPr algn="ctr" indent="0" marL="0">
              <a:buNone/>
            </a:pPr>
            <a:r>
              <a:rPr lang="ar-SA" altLang="en-US" sz="7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D"/>
          </a:solidFill>
          <a:ln w="12700">
            <a:solidFill>
              <a:srgbClr val="E052D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3DB70"/>
          </a:solidFill>
          <a:ln w="12700">
            <a:solidFill>
              <a:srgbClr val="A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C"/>
          </a:solidFill>
          <a:ln w="12700">
            <a:solidFill>
              <a:srgbClr val="47857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4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ثَدَ</a:t>
            </a:r>
            <a:pPr algn="ctr" indent="0" marL="0">
              <a:buNone/>
            </a:pP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DD864"/>
          </a:solidFill>
          <a:ln w="12700">
            <a:solidFill>
              <a:srgbClr val="B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8D147"/>
          </a:solidFill>
          <a:ln w="12700">
            <a:solidFill>
              <a:srgbClr val="C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4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810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جَدَ</a:t>
            </a:r>
            <a:pPr algn="ctr" indent="0" marL="0">
              <a:buNone/>
            </a:pPr>
            <a:r>
              <a:rPr lang="ar-SA" altLang="en-US" sz="6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2001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3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39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810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حَدَ</a:t>
            </a:r>
            <a:pPr algn="ctr" indent="0" marL="0">
              <a:buNone/>
            </a:pPr>
            <a:r>
              <a:rPr lang="ar-SA" altLang="en-US" sz="6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3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0"/>
          </a:solidFill>
          <a:ln w="12700">
            <a:solidFill>
              <a:srgbClr val="642B3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034"/>
          </a:solidFill>
          <a:ln w="12700">
            <a:solidFill>
              <a:srgbClr val="795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2001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3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39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9309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خَدَ</a:t>
            </a:r>
            <a:pPr algn="ctr" indent="0" marL="0">
              <a:buNone/>
            </a:pPr>
            <a:r>
              <a:rPr lang="ar-SA" altLang="en-US" sz="7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579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3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695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أَدَ</a:t>
            </a:r>
            <a:pPr algn="ctr" indent="0" marL="0">
              <a:buNone/>
            </a:pP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0ED"/>
          </a:solidFill>
          <a:ln w="12700">
            <a:solidFill>
              <a:srgbClr val="5E9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3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579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3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796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بَدَ</a:t>
            </a:r>
            <a:pPr algn="ctr" indent="0" marL="0">
              <a:buNone/>
            </a:pP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32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152"/>
          </a:solidFill>
          <a:ln w="12700">
            <a:solidFill>
              <a:srgbClr val="E0C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EDB"/>
          </a:solidFill>
          <a:ln w="12700">
            <a:solidFill>
              <a:srgbClr val="70BE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D4785"/>
          </a:solidFill>
          <a:ln w="12700">
            <a:solidFill>
              <a:srgbClr val="6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59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813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تَدَ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7"/>
          </a:solidFill>
          <a:ln w="12700">
            <a:solidFill>
              <a:srgbClr val="64D8D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8"/>
          </a:solidFill>
          <a:ln w="12700">
            <a:solidFill>
              <a:srgbClr val="47D1B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02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002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0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99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ثَدَ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55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822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جَدَ</a:t>
            </a:r>
            <a:pPr algn="ctr" indent="0" marL="0">
              <a:buNone/>
            </a:pP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F642B"/>
          </a:solidFill>
          <a:ln w="12700">
            <a:solidFill>
              <a:srgbClr val="3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F"/>
          </a:solidFill>
          <a:ln w="12700">
            <a:solidFill>
              <a:srgbClr val="34793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55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813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حَدَ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813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خَدَ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4"/>
          </a:solidFill>
          <a:ln w="12700">
            <a:solidFill>
              <a:srgbClr val="ED5EB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80686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600" dirty="0"/>
          </a:p>
        </p:txBody>
      </p:sp>
      <p:sp>
        <p:nvSpPr>
          <p:cNvPr id="22" name="C2 V1 vowel"/>
          <p:cNvSpPr txBox="1"/>
          <p:nvPr/>
        </p:nvSpPr>
        <p:spPr>
          <a:xfrm>
            <a:off x="6720840" y="180686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M2 madd"/>
          <p:cNvSpPr txBox="1"/>
          <p:nvPr/>
        </p:nvSpPr>
        <p:spPr>
          <a:xfrm>
            <a:off x="4343400" y="178993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8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600" dirty="0"/>
          </a:p>
        </p:txBody>
      </p:sp>
      <p:sp>
        <p:nvSpPr>
          <p:cNvPr id="25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6 R result"/>
          <p:cNvSpPr txBox="1"/>
          <p:nvPr/>
        </p:nvSpPr>
        <p:spPr>
          <a:xfrm>
            <a:off x="685800" y="180815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pPr algn="ctr" indent="0" marL="0">
              <a:buNone/>
            </a:pPr>
            <a:r>
              <a:rPr lang="ar-SA" altLang="en-US" sz="9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4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D"/>
          </a:solidFill>
          <a:ln w="12700">
            <a:solidFill>
              <a:srgbClr val="52E09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8"/>
          </a:solidFill>
          <a:ln w="12700">
            <a:solidFill>
              <a:srgbClr val="DB70D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E47"/>
          </a:solidFill>
          <a:ln w="12700">
            <a:solidFill>
              <a:srgbClr val="855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8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8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579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3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8717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pPr algn="ctr" indent="0" marL="0">
              <a:buNone/>
            </a:pPr>
            <a:r>
              <a:rPr lang="ar-SA" altLang="en-US" sz="8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A64D8"/>
          </a:solidFill>
          <a:ln w="12700">
            <a:solidFill>
              <a:srgbClr val="B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647D1"/>
          </a:solidFill>
          <a:ln w="12700">
            <a:solidFill>
              <a:srgbClr val="9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8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8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579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568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pPr algn="ctr" indent="0" marL="0">
              <a:buNone/>
            </a:pPr>
            <a:r>
              <a:rPr lang="ar-SA" altLang="en-US" sz="7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9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9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59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638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pPr algn="ctr" indent="0" marL="0">
              <a:buNone/>
            </a:pPr>
            <a:r>
              <a:rPr lang="ar-SA" altLang="en-US" sz="8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4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D64"/>
          </a:solidFill>
          <a:ln w="12700">
            <a:solidFill>
              <a:srgbClr val="2B4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B79"/>
          </a:solidFill>
          <a:ln w="12700">
            <a:solidFill>
              <a:srgbClr val="343B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0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8638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pPr algn="ctr" indent="0" marL="0">
              <a:buNone/>
            </a:pPr>
            <a:r>
              <a:rPr lang="ar-SA" altLang="en-US" sz="8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5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5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55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95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pPr algn="ctr" indent="0" marL="0">
              <a:buNone/>
            </a:pPr>
            <a:r>
              <a:rPr lang="ar-SA" altLang="en-US" sz="6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7ED5E"/>
          </a:solidFill>
          <a:ln w="12700">
            <a:solidFill>
              <a:srgbClr val="D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5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5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55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695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pPr algn="ctr" indent="0" marL="0">
              <a:buNone/>
            </a:pPr>
            <a:r>
              <a:rPr lang="ar-SA" altLang="en-US" sz="6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1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952E0"/>
          </a:solidFill>
          <a:ln w="12700">
            <a:solidFill>
              <a:srgbClr val="7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470"/>
          </a:solidFill>
          <a:ln w="12700">
            <a:solidFill>
              <a:srgbClr val="DBC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E"/>
          </a:solidFill>
          <a:ln w="12700">
            <a:solidFill>
              <a:srgbClr val="47854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5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95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pPr algn="ctr" indent="0" marL="0">
              <a:buNone/>
            </a:pPr>
            <a:r>
              <a:rPr lang="ar-SA" altLang="en-US" sz="6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D64"/>
          </a:solidFill>
          <a:ln w="12700">
            <a:solidFill>
              <a:srgbClr val="D89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447"/>
          </a:solidFill>
          <a:ln w="12700">
            <a:solidFill>
              <a:srgbClr val="D17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6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60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8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8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717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pPr algn="ctr" indent="0" marL="0">
              <a:buNone/>
            </a:pPr>
            <a:r>
              <a:rPr lang="ar-SA" altLang="en-US" sz="8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20093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6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3421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أَذَ</a:t>
            </a:r>
            <a:pPr algn="ctr" indent="0" marL="0">
              <a:buNone/>
            </a:pPr>
            <a:r>
              <a:rPr lang="ar-SA" altLang="en-US" sz="6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3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B"/>
          </a:solidFill>
          <a:ln w="12700">
            <a:solidFill>
              <a:srgbClr val="642B5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C"/>
          </a:solidFill>
          <a:ln w="12700">
            <a:solidFill>
              <a:srgbClr val="79344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20093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6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437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بَذَ</a:t>
            </a:r>
            <a:pPr algn="ctr" indent="0" marL="0">
              <a:buNone/>
            </a:pPr>
            <a:r>
              <a:rPr lang="ar-SA" altLang="en-US" sz="6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5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15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4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9280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تَذَ</a:t>
            </a:r>
            <a:pPr algn="ctr" indent="0" marL="0">
              <a:buNone/>
            </a:pP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0"/>
          </a:solidFill>
          <a:ln w="12700">
            <a:solidFill>
              <a:srgbClr val="5EEDE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15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15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4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579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ثَذَ</a:t>
            </a:r>
            <a:pPr algn="ctr" indent="0" marL="0">
              <a:buNone/>
            </a:pPr>
            <a:r>
              <a:rPr lang="ar-SA" altLang="en-US" sz="5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43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652"/>
          </a:solidFill>
          <a:ln w="12700">
            <a:solidFill>
              <a:srgbClr val="E05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9"/>
          </a:solidFill>
          <a:ln w="12700">
            <a:solidFill>
              <a:srgbClr val="70DBA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085"/>
          </a:solidFill>
          <a:ln w="12700">
            <a:solidFill>
              <a:srgbClr val="475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15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15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4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579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جَذَ</a:t>
            </a:r>
            <a:pPr algn="ctr" indent="0" marL="0">
              <a:buNone/>
            </a:pPr>
            <a:r>
              <a:rPr lang="ar-SA" altLang="en-US" sz="5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0"/>
          </a:solidFill>
          <a:ln w="12700">
            <a:solidFill>
              <a:srgbClr val="64D88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1"/>
          </a:solidFill>
          <a:ln w="12700">
            <a:solidFill>
              <a:srgbClr val="47D15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2001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3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3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579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حَذَ</a:t>
            </a:r>
            <a:pPr algn="ctr" indent="0" marL="0">
              <a:buNone/>
            </a:pPr>
            <a:r>
              <a:rPr lang="ar-SA" altLang="en-US" sz="5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2001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3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39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9352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خَذَ</a:t>
            </a:r>
            <a:pPr algn="ctr" indent="0" marL="0">
              <a:buNone/>
            </a:pPr>
            <a:r>
              <a:rPr lang="ar-SA" altLang="en-US" sz="7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432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F2B"/>
          </a:solidFill>
          <a:ln w="12700">
            <a:solidFill>
              <a:srgbClr val="645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D7934"/>
          </a:solidFill>
          <a:ln w="12700">
            <a:solidFill>
              <a:srgbClr val="5D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20093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6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9352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دَذَ</a:t>
            </a:r>
            <a:pPr algn="ctr" indent="0" marL="0">
              <a:buNone/>
            </a:pPr>
            <a:r>
              <a:rPr lang="ar-SA" altLang="en-US" sz="7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68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68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579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3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717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أَذَ</a:t>
            </a:r>
            <a:pPr algn="ctr" indent="0" marL="0">
              <a:buNone/>
            </a:pPr>
            <a:r>
              <a:rPr lang="ar-SA" altLang="en-US" sz="8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C5EED"/>
          </a:solidFill>
          <a:ln w="12700">
            <a:solidFill>
              <a:srgbClr val="B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68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3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68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579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3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675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بَذَ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3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1E052"/>
          </a:solidFill>
          <a:ln w="12700">
            <a:solidFill>
              <a:srgbClr val="71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E70DB"/>
          </a:solidFill>
          <a:ln w="12700">
            <a:solidFill>
              <a:srgbClr val="8E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F"/>
          </a:solidFill>
          <a:ln w="12700">
            <a:solidFill>
              <a:srgbClr val="85475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69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69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59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8717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تَذَ</a:t>
            </a:r>
            <a:pPr algn="ctr" indent="0" marL="0">
              <a:buNone/>
            </a:pPr>
            <a:r>
              <a:rPr lang="ar-SA" altLang="en-US" sz="8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5D8"/>
          </a:solidFill>
          <a:ln w="12700">
            <a:solidFill>
              <a:srgbClr val="646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0D1"/>
          </a:solidFill>
          <a:ln w="12700">
            <a:solidFill>
              <a:srgbClr val="476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6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6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0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717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ثَذَ</a:t>
            </a:r>
            <a:pPr algn="ctr" indent="0" marL="0">
              <a:buNone/>
            </a:pPr>
            <a:r>
              <a:rPr lang="ar-SA" altLang="en-US" sz="8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65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65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55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698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جَذَ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4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0"/>
          </a:solidFill>
          <a:ln w="12700">
            <a:solidFill>
              <a:srgbClr val="2B645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F79"/>
          </a:solidFill>
          <a:ln w="12700">
            <a:solidFill>
              <a:srgbClr val="346F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65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65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55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8717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حَذَ</a:t>
            </a:r>
            <a:pPr algn="ctr" indent="0" marL="0">
              <a:buNone/>
            </a:pPr>
            <a:r>
              <a:rPr lang="ar-SA" altLang="en-US" sz="8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717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خَذَ</a:t>
            </a:r>
            <a:pPr algn="ctr" indent="0" marL="0">
              <a:buNone/>
            </a:pPr>
            <a:r>
              <a:rPr lang="ar-SA" altLang="en-US" sz="8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85E"/>
          </a:solidFill>
          <a:ln w="12700">
            <a:solidFill>
              <a:srgbClr val="ED9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08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008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6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60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8717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دَذَ</a:t>
            </a:r>
            <a:pPr algn="ctr" indent="0" marL="0">
              <a:buNone/>
            </a:pPr>
            <a:r>
              <a:rPr lang="ar-SA" altLang="en-US" sz="8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44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5E0"/>
          </a:solidFill>
          <a:ln w="12700">
            <a:solidFill>
              <a:srgbClr val="529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470"/>
          </a:solidFill>
          <a:ln w="12700">
            <a:solidFill>
              <a:srgbClr val="DB7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E8547"/>
          </a:solidFill>
          <a:ln w="12700">
            <a:solidFill>
              <a:srgbClr val="6E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036604" y="896112"/>
            <a:ext cx="167411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6A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036604" y="896112"/>
            <a:ext cx="167411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pPr algn="ctr" indent="0" marL="0">
              <a:buNone/>
            </a:pPr>
            <a:r>
              <a:rPr lang="ar-SA" altLang="en-US" sz="5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</a:t>
            </a:r>
            <a:endParaRPr lang="ar-SA" sz="5800" dirty="0"/>
          </a:p>
        </p:txBody>
      </p:sp>
      <p:sp>
        <p:nvSpPr>
          <p:cNvPr id="17" name="C2 W2 pill"/>
          <p:cNvSpPr/>
          <p:nvPr/>
        </p:nvSpPr>
        <p:spPr>
          <a:xfrm>
            <a:off x="2433283" y="896112"/>
            <a:ext cx="22832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6A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33283" y="896112"/>
            <a:ext cx="22832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كِتَابٌ</a:t>
            </a:r>
            <a:endParaRPr lang="ar-SA" sz="58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8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789289" y="2834640"/>
            <a:ext cx="35654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789289" y="2834640"/>
            <a:ext cx="35654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pPr algn="ctr" indent="0" marL="0">
              <a:buNone/>
            </a:pPr>
            <a:r>
              <a:rPr lang="ar-SA" altLang="en-US" sz="5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 كِتَابٌ</a:t>
            </a:r>
            <a:endParaRPr lang="ar-SA" sz="5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2"/>
          </a:solidFill>
          <a:ln w="12700">
            <a:solidFill>
              <a:srgbClr val="D8648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2"/>
          </a:solidFill>
          <a:ln w="12700">
            <a:solidFill>
              <a:srgbClr val="D1478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90308" y="896112"/>
            <a:ext cx="18598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38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90308" y="896112"/>
            <a:ext cx="18598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لِكَ</a:t>
            </a:r>
            <a:endParaRPr lang="ar-SA" sz="5400" dirty="0"/>
          </a:p>
        </p:txBody>
      </p:sp>
      <p:sp>
        <p:nvSpPr>
          <p:cNvPr id="12" name="C2 W2 pill"/>
          <p:cNvSpPr/>
          <p:nvPr/>
        </p:nvSpPr>
        <p:spPr>
          <a:xfrm>
            <a:off x="2393804" y="896112"/>
            <a:ext cx="21764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8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93804" y="896112"/>
            <a:ext cx="21764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خَيۡرٌ</a:t>
            </a:r>
            <a:endParaRPr lang="ar-SA" sz="5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51049" y="2834640"/>
            <a:ext cx="364190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51049" y="2834640"/>
            <a:ext cx="364190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لِكَ خَيۡرٌ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934754" y="896112"/>
            <a:ext cx="1360413" cy="1371600"/>
          </a:xfrm>
          <a:prstGeom prst="roundRect">
            <a:avLst>
              <a:gd name="adj" fmla="val 26886"/>
            </a:avLst>
          </a:prstGeom>
          <a:solidFill>
            <a:srgbClr val="FFFFFF"/>
          </a:solidFill>
          <a:ln w="76200">
            <a:solidFill>
              <a:srgbClr val="36E267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934754" y="896112"/>
            <a:ext cx="136041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4400" dirty="0"/>
          </a:p>
        </p:txBody>
      </p:sp>
      <p:sp>
        <p:nvSpPr>
          <p:cNvPr id="13" name="C2 W2 pill"/>
          <p:cNvSpPr/>
          <p:nvPr/>
        </p:nvSpPr>
        <p:spPr>
          <a:xfrm>
            <a:off x="2848833" y="896112"/>
            <a:ext cx="17658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736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848833" y="896112"/>
            <a:ext cx="17658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وَاحِدٌ</a:t>
            </a:r>
            <a:endParaRPr lang="ar-SA" sz="44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3191006" y="2834640"/>
            <a:ext cx="276198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3191006" y="2834640"/>
            <a:ext cx="276198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 وَاحِدٌ</a:t>
            </a:r>
            <a:endParaRPr lang="ar-SA" sz="4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41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22B64"/>
          </a:solidFill>
          <a:ln w="12700">
            <a:solidFill>
              <a:srgbClr val="4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33479"/>
          </a:solidFill>
          <a:ln w="12700">
            <a:solidFill>
              <a:srgbClr val="73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489122" y="896112"/>
            <a:ext cx="27429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936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489122" y="896112"/>
            <a:ext cx="27429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الرَّحۡم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400" dirty="0"/>
          </a:p>
        </p:txBody>
      </p:sp>
      <p:sp>
        <p:nvSpPr>
          <p:cNvPr id="14" name="C2 W2 pill"/>
          <p:cNvSpPr/>
          <p:nvPr/>
        </p:nvSpPr>
        <p:spPr>
          <a:xfrm>
            <a:off x="1911948" y="896112"/>
            <a:ext cx="22571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9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1911948" y="896112"/>
            <a:ext cx="22571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الرَّحِيمِ</a:t>
            </a:r>
            <a:endParaRPr lang="ar-SA" sz="44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207569" y="2834640"/>
            <a:ext cx="472886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207569" y="2834640"/>
            <a:ext cx="472886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الرَّحۡم</a:t>
            </a:r>
            <a:pPr algn="ctr" indent="0" marL="0">
              <a:buNone/>
            </a:pPr>
            <a:r>
              <a:rPr lang="ar-SA" altLang="en-US" sz="45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 الرَّحِيمِ</a:t>
            </a:r>
            <a:endParaRPr lang="ar-SA" sz="4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Dagger alif 05-dal-dhal</dc:title>
  <dc:subject>PptxGenJS Presentation</dc:subject>
  <dc:creator>PptxGenJS</dc:creator>
  <cp:lastModifiedBy>PptxGenJS</cp:lastModifiedBy>
  <cp:revision>1</cp:revision>
  <dcterms:created xsi:type="dcterms:W3CDTF">2026-10-21T19:56:16Z</dcterms:created>
  <dcterms:modified xsi:type="dcterms:W3CDTF">2026-10-21T19:56:16Z</dcterms:modified>
</cp:coreProperties>
</file>