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و«الرَّحْمٰنِ» (الرَّحْمَانِ).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010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8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010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34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290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4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7"/>
          </a:solidFill>
          <a:ln w="12700">
            <a:solidFill>
              <a:srgbClr val="DB70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4"/>
          </a:solidFill>
          <a:ln w="12700">
            <a:solidFill>
              <a:srgbClr val="D147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ED5E"/>
          </a:solidFill>
          <a:ln w="12700">
            <a:solidFill>
              <a:srgbClr val="6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B"/>
          </a:solidFill>
          <a:ln w="12700">
            <a:solidFill>
              <a:srgbClr val="E052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69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28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2"/>
          </a:solidFill>
          <a:ln w="12700">
            <a:solidFill>
              <a:srgbClr val="ED5E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7"/>
          </a:solidFill>
          <a:ln w="12700">
            <a:solidFill>
              <a:srgbClr val="DB70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64D8"/>
          </a:solidFill>
          <a:ln w="12700">
            <a:solidFill>
              <a:srgbClr val="B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24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05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7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52E0"/>
          </a:solidFill>
          <a:ln w="12700">
            <a:solidFill>
              <a:srgbClr val="7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570"/>
          </a:solidFill>
          <a:ln w="12700">
            <a:solidFill>
              <a:srgbClr val="DBC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E64"/>
          </a:solidFill>
          <a:ln w="12700">
            <a:solidFill>
              <a:srgbClr val="D89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547"/>
          </a:solidFill>
          <a:ln w="12700">
            <a:solidFill>
              <a:srgbClr val="D17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6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6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752"/>
          </a:solidFill>
          <a:ln w="12700">
            <a:solidFill>
              <a:srgbClr val="E05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2"/>
          </a:solidFill>
          <a:ln w="12700">
            <a:solidFill>
              <a:srgbClr val="47D15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29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7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pPr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56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pPr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D5EED"/>
          </a:solidFill>
          <a:ln w="12700">
            <a:solidFill>
              <a:srgbClr val="B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8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E052"/>
          </a:solidFill>
          <a:ln w="12700">
            <a:solidFill>
              <a:srgbClr val="7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70DB"/>
          </a:solidFill>
          <a:ln w="12700">
            <a:solidFill>
              <a:srgbClr val="8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pPr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4D8"/>
          </a:solidFill>
          <a:ln w="12700">
            <a:solidFill>
              <a:srgbClr val="6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FD1"/>
          </a:solidFill>
          <a:ln w="12700">
            <a:solidFill>
              <a:srgbClr val="475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E79"/>
          </a:solidFill>
          <a:ln w="12700">
            <a:solidFill>
              <a:srgbClr val="346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A5E"/>
          </a:solidFill>
          <a:ln w="12700">
            <a:solidFill>
              <a:srgbClr val="ED9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3E0"/>
          </a:solidFill>
          <a:ln w="12700">
            <a:solidFill>
              <a:srgbClr val="529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470"/>
          </a:solidFill>
          <a:ln w="12700">
            <a:solidFill>
              <a:srgbClr val="DB7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1"/>
          </a:solidFill>
          <a:ln w="12700">
            <a:solidFill>
              <a:srgbClr val="D864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1"/>
          </a:solidFill>
          <a:ln w="12700">
            <a:solidFill>
              <a:srgbClr val="D1478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9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34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4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6"/>
          </a:solidFill>
          <a:ln w="12700">
            <a:solidFill>
              <a:srgbClr val="5EED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7"/>
          </a:solidFill>
          <a:ln w="12700">
            <a:solidFill>
              <a:srgbClr val="E052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DB70"/>
          </a:solidFill>
          <a:ln w="12700">
            <a:solidFill>
              <a:srgbClr val="8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5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D864"/>
          </a:solidFill>
          <a:ln w="12700">
            <a:solidFill>
              <a:srgbClr val="9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D147"/>
          </a:solidFill>
          <a:ln w="12700">
            <a:solidFill>
              <a:srgbClr val="A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AED"/>
          </a:solidFill>
          <a:ln w="12700">
            <a:solidFill>
              <a:srgbClr val="5E6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E052"/>
          </a:solidFill>
          <a:ln w="12700">
            <a:solidFill>
              <a:srgbClr val="D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1DB"/>
          </a:solidFill>
          <a:ln w="12700">
            <a:solidFill>
              <a:srgbClr val="70A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BD8"/>
          </a:solidFill>
          <a:ln w="12700">
            <a:solidFill>
              <a:srgbClr val="64B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6D1"/>
          </a:solidFill>
          <a:ln w="12700">
            <a:solidFill>
              <a:srgbClr val="47C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1"/>
          </a:solidFill>
          <a:ln w="12700">
            <a:solidFill>
              <a:srgbClr val="3479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E"/>
          </a:solidFill>
          <a:ln w="12700">
            <a:solidFill>
              <a:srgbClr val="ED5E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3"/>
          </a:solidFill>
          <a:ln w="12700">
            <a:solidFill>
              <a:srgbClr val="52E0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C"/>
          </a:solidFill>
          <a:ln w="12700">
            <a:solidFill>
              <a:srgbClr val="DB70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2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A47D1"/>
          </a:solidFill>
          <a:ln w="12700">
            <a:solidFill>
              <a:srgbClr val="B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5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2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ED5E"/>
          </a:solidFill>
          <a:ln w="12700">
            <a:solidFill>
              <a:srgbClr val="B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0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52E0"/>
          </a:solidFill>
          <a:ln w="12700">
            <a:solidFill>
              <a:srgbClr val="9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DB70"/>
          </a:solidFill>
          <a:ln w="12700">
            <a:solidFill>
              <a:srgbClr val="D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B64"/>
          </a:solidFill>
          <a:ln w="12700">
            <a:solidFill>
              <a:srgbClr val="D8B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847"/>
          </a:solidFill>
          <a:ln w="12700">
            <a:solidFill>
              <a:srgbClr val="D19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5ED"/>
          </a:solidFill>
          <a:ln w="12700">
            <a:solidFill>
              <a:srgbClr val="5ED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C52"/>
          </a:solidFill>
          <a:ln w="12700">
            <a:solidFill>
              <a:srgbClr val="E07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5"/>
          </a:solidFill>
          <a:ln w="12700">
            <a:solidFill>
              <a:srgbClr val="70DB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4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E"/>
          </a:solidFill>
          <a:ln w="12700">
            <a:solidFill>
              <a:srgbClr val="64D8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6"/>
          </a:solidFill>
          <a:ln w="12700">
            <a:solidFill>
              <a:srgbClr val="47D1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8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84534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B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84534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599577" y="896112"/>
            <a:ext cx="17649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99577" y="896112"/>
            <a:ext cx="17649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خَيْرٌ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56823" y="2834640"/>
            <a:ext cx="32303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56823" y="2834640"/>
            <a:ext cx="32303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خَيْرٌ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642B"/>
          </a:solidFill>
          <a:ln w="12700">
            <a:solidFill>
              <a:srgbClr val="5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A9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9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56789" y="896112"/>
            <a:ext cx="24075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56789" y="896112"/>
            <a:ext cx="24075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079615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79615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79047" y="2834640"/>
            <a:ext cx="43859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79047" y="2834640"/>
            <a:ext cx="43859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الرَّحْمٰنِ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16-waw</dc:title>
  <dc:subject>PptxGenJS Presentation</dc:subject>
  <dc:creator>PptxGenJS</dc:creator>
  <cp:lastModifiedBy>PptxGenJS</cp:lastModifiedBy>
  <cp:revision>1</cp:revision>
  <dcterms:created xsi:type="dcterms:W3CDTF">2026-10-21T17:58:07Z</dcterms:created>
  <dcterms:modified xsi:type="dcterms:W3CDTF">2026-10-21T17:58:07Z</dcterms:modified>
</cp:coreProperties>
</file>