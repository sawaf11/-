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</p:sldIdLst>
  <p:notesMasterIdLst>
    <p:notesMasterId r:id="rId8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notesMaster" Target="notesMasters/notesMaster1.xml"/><Relationship Id="rId86" Type="http://schemas.openxmlformats.org/officeDocument/2006/relationships/presProps" Target="presProps.xml"/><Relationship Id="rId87" Type="http://schemas.openxmlformats.org/officeDocument/2006/relationships/viewProps" Target="viewProps.xml"/><Relationship Id="rId88" Type="http://schemas.openxmlformats.org/officeDocument/2006/relationships/theme" Target="theme/theme1.xml"/><Relationship Id="rId8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4E052"/>
          </a:solidFill>
          <a:ln w="12700">
            <a:solidFill>
              <a:srgbClr val="94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0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470DB"/>
          </a:solidFill>
          <a:ln w="12700">
            <a:solidFill>
              <a:srgbClr val="7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E"/>
          </a:solidFill>
          <a:ln w="12700">
            <a:solidFill>
              <a:srgbClr val="85476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8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108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33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29004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0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6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04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2D8"/>
          </a:solidFill>
          <a:ln w="12700">
            <a:solidFill>
              <a:srgbClr val="6482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2D1"/>
          </a:solidFill>
          <a:ln w="12700">
            <a:solidFill>
              <a:srgbClr val="478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3"/>
          </a:solidFill>
          <a:ln w="12700">
            <a:solidFill>
              <a:srgbClr val="347973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441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96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55E"/>
          </a:solidFill>
          <a:ln w="12700">
            <a:solidFill>
              <a:srgbClr val="ED75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8E0"/>
          </a:solidFill>
          <a:ln w="12700">
            <a:solidFill>
              <a:srgbClr val="52B8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2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7"/>
          </a:solidFill>
          <a:ln w="12700">
            <a:solidFill>
              <a:srgbClr val="DB708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8547"/>
          </a:solidFill>
          <a:ln w="12700">
            <a:solidFill>
              <a:srgbClr val="7D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F"/>
          </a:solidFill>
          <a:ln w="12700">
            <a:solidFill>
              <a:srgbClr val="D8649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4"/>
          </a:solidFill>
          <a:ln w="12700">
            <a:solidFill>
              <a:srgbClr val="D147A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42B64"/>
          </a:solidFill>
          <a:ln w="12700">
            <a:solidFill>
              <a:srgbClr val="3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23479"/>
          </a:solidFill>
          <a:ln w="12700">
            <a:solidFill>
              <a:srgbClr val="6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BED5E"/>
          </a:solidFill>
          <a:ln w="12700">
            <a:solidFill>
              <a:srgbClr val="6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B"/>
          </a:solidFill>
          <a:ln w="12700">
            <a:solidFill>
              <a:srgbClr val="E052D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2DB70"/>
          </a:solidFill>
          <a:ln w="12700">
            <a:solidFill>
              <a:srgbClr val="A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D"/>
          </a:solidFill>
          <a:ln w="12700">
            <a:solidFill>
              <a:srgbClr val="4785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3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CD864"/>
          </a:solidFill>
          <a:ln w="12700">
            <a:solidFill>
              <a:srgbClr val="BC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7D147"/>
          </a:solidFill>
          <a:ln w="12700">
            <a:solidFill>
              <a:srgbClr val="C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69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0"/>
          </a:solidFill>
          <a:ln w="12700">
            <a:solidFill>
              <a:srgbClr val="642B3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28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FED"/>
          </a:solidFill>
          <a:ln w="12700">
            <a:solidFill>
              <a:srgbClr val="5E8F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252"/>
          </a:solidFill>
          <a:ln w="12700">
            <a:solidFill>
              <a:srgbClr val="E0C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DDB"/>
          </a:solidFill>
          <a:ln w="12700">
            <a:solidFill>
              <a:srgbClr val="70BD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766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8"/>
          </a:solidFill>
          <a:ln w="12700">
            <a:solidFill>
              <a:srgbClr val="64D8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9"/>
          </a:solidFill>
          <a:ln w="12700">
            <a:solidFill>
              <a:srgbClr val="47D1B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866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E642B"/>
          </a:solidFill>
          <a:ln w="12700">
            <a:solidFill>
              <a:srgbClr val="3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F"/>
          </a:solidFill>
          <a:ln w="12700">
            <a:solidFill>
              <a:srgbClr val="34793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544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2"/>
          </a:solidFill>
          <a:ln w="12700">
            <a:solidFill>
              <a:srgbClr val="ED5EB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E"/>
          </a:solidFill>
          <a:ln w="12700">
            <a:solidFill>
              <a:srgbClr val="52E09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7"/>
          </a:solidFill>
          <a:ln w="12700">
            <a:solidFill>
              <a:srgbClr val="DB70D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E47"/>
          </a:solidFill>
          <a:ln w="12700">
            <a:solidFill>
              <a:srgbClr val="855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82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B64D8"/>
          </a:solidFill>
          <a:ln w="12700">
            <a:solidFill>
              <a:srgbClr val="BB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747D1"/>
          </a:solidFill>
          <a:ln w="12700">
            <a:solidFill>
              <a:srgbClr val="9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24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E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C64"/>
          </a:solidFill>
          <a:ln w="12700">
            <a:solidFill>
              <a:srgbClr val="2B4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A79"/>
          </a:solidFill>
          <a:ln w="12700">
            <a:solidFill>
              <a:srgbClr val="343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0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D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6ED5E"/>
          </a:solidFill>
          <a:ln w="12700">
            <a:solidFill>
              <a:srgbClr val="D6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79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B52E0"/>
          </a:solidFill>
          <a:ln w="12700">
            <a:solidFill>
              <a:srgbClr val="7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D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570"/>
          </a:solidFill>
          <a:ln w="12700">
            <a:solidFill>
              <a:srgbClr val="DBC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F"/>
          </a:solidFill>
          <a:ln w="12700">
            <a:solidFill>
              <a:srgbClr val="47854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E64"/>
          </a:solidFill>
          <a:ln w="12700">
            <a:solidFill>
              <a:srgbClr val="D89E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547"/>
          </a:solidFill>
          <a:ln w="12700">
            <a:solidFill>
              <a:srgbClr val="D175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15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407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B"/>
          </a:solidFill>
          <a:ln w="12700">
            <a:solidFill>
              <a:srgbClr val="79344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236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3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775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2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E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1"/>
          </a:solidFill>
          <a:ln w="12700">
            <a:solidFill>
              <a:srgbClr val="5EEDE1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264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42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884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752"/>
          </a:solidFill>
          <a:ln w="12700">
            <a:solidFill>
              <a:srgbClr val="E05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A"/>
          </a:solidFill>
          <a:ln w="12700">
            <a:solidFill>
              <a:srgbClr val="70DBA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F85"/>
          </a:solidFill>
          <a:ln w="12700">
            <a:solidFill>
              <a:srgbClr val="474F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7703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4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1"/>
          </a:solidFill>
          <a:ln w="12700">
            <a:solidFill>
              <a:srgbClr val="64D8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2"/>
          </a:solidFill>
          <a:ln w="12700">
            <a:solidFill>
              <a:srgbClr val="47D15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29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3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F2B"/>
          </a:solidFill>
          <a:ln w="12700">
            <a:solidFill>
              <a:srgbClr val="645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886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3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56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3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D5EED"/>
          </a:solidFill>
          <a:ln w="12700">
            <a:solidFill>
              <a:srgbClr val="B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810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55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989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0E052"/>
          </a:solidFill>
          <a:ln w="12700">
            <a:solidFill>
              <a:srgbClr val="7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F70DB"/>
          </a:solidFill>
          <a:ln w="12700">
            <a:solidFill>
              <a:srgbClr val="8F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976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4D8"/>
          </a:solidFill>
          <a:ln w="12700">
            <a:solidFill>
              <a:srgbClr val="64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FD1"/>
          </a:solidFill>
          <a:ln w="12700">
            <a:solidFill>
              <a:srgbClr val="475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42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73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1"/>
          </a:solidFill>
          <a:ln w="12700">
            <a:solidFill>
              <a:srgbClr val="2B645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E79"/>
          </a:solidFill>
          <a:ln w="12700">
            <a:solidFill>
              <a:srgbClr val="346E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7669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59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4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4704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A5E"/>
          </a:solidFill>
          <a:ln w="12700">
            <a:solidFill>
              <a:srgbClr val="ED9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63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5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4815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3E0"/>
          </a:solidFill>
          <a:ln w="12700">
            <a:solidFill>
              <a:srgbClr val="529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470"/>
          </a:solidFill>
          <a:ln w="12700">
            <a:solidFill>
              <a:srgbClr val="DB74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8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290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4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1"/>
          </a:solidFill>
          <a:ln w="12700">
            <a:solidFill>
              <a:srgbClr val="D86481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1"/>
          </a:solidFill>
          <a:ln w="12700">
            <a:solidFill>
              <a:srgbClr val="D1478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680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1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34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32B64"/>
          </a:solidFill>
          <a:ln w="12700">
            <a:solidFill>
              <a:srgbClr val="4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55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398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4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65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1461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40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6"/>
          </a:solidFill>
          <a:ln w="12700">
            <a:solidFill>
              <a:srgbClr val="5EED7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457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أَوَ</a:t>
            </a:r>
            <a:pPr algn="ctr" indent="0" marL="0">
              <a:buNone/>
            </a:pPr>
            <a:r>
              <a:rPr lang="ar-SA" altLang="en-US" sz="4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7"/>
          </a:solidFill>
          <a:ln w="12700">
            <a:solidFill>
              <a:srgbClr val="E052B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7DB70"/>
          </a:solidFill>
          <a:ln w="12700">
            <a:solidFill>
              <a:srgbClr val="8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D85"/>
          </a:solidFill>
          <a:ln w="12700">
            <a:solidFill>
              <a:srgbClr val="477D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826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ED864"/>
          </a:solidFill>
          <a:ln w="12700">
            <a:solidFill>
              <a:srgbClr val="9E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3D147"/>
          </a:solidFill>
          <a:ln w="12700">
            <a:solidFill>
              <a:srgbClr val="A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تَوَ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911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6474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234"/>
          </a:solidFill>
          <a:ln w="12700">
            <a:solidFill>
              <a:srgbClr val="7962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69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AED"/>
          </a:solidFill>
          <a:ln w="12700">
            <a:solidFill>
              <a:srgbClr val="5E6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999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خَوَ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AE052"/>
          </a:solidFill>
          <a:ln w="12700">
            <a:solidFill>
              <a:srgbClr val="D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1DB"/>
          </a:solidFill>
          <a:ln w="12700">
            <a:solidFill>
              <a:srgbClr val="70A1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D4785"/>
          </a:solidFill>
          <a:ln w="12700">
            <a:solidFill>
              <a:srgbClr val="7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8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BD8"/>
          </a:solidFill>
          <a:ln w="12700">
            <a:solidFill>
              <a:srgbClr val="64BB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6D1"/>
          </a:solidFill>
          <a:ln w="12700">
            <a:solidFill>
              <a:srgbClr val="47C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7777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614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727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0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745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1"/>
          </a:solidFill>
          <a:ln w="12700">
            <a:solidFill>
              <a:srgbClr val="34795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زَوَ</a:t>
            </a:r>
            <a:pPr algn="ctr" indent="0" marL="0">
              <a:buNone/>
            </a:pPr>
            <a:r>
              <a:rPr lang="ar-SA" altLang="en-US" sz="57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E"/>
          </a:solidFill>
          <a:ln w="12700">
            <a:solidFill>
              <a:srgbClr val="ED5E8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3"/>
          </a:solidFill>
          <a:ln w="12700">
            <a:solidFill>
              <a:srgbClr val="52E0C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C"/>
          </a:solidFill>
          <a:ln w="12700">
            <a:solidFill>
              <a:srgbClr val="DB70B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E47"/>
          </a:solidFill>
          <a:ln w="12700">
            <a:solidFill>
              <a:srgbClr val="856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02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4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2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8"/>
          </a:solidFill>
          <a:ln w="12700">
            <a:solidFill>
              <a:srgbClr val="D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A47D1"/>
          </a:solidFill>
          <a:ln w="12700">
            <a:solidFill>
              <a:srgbClr val="B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086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76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7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ضَوَ</a:t>
            </a:r>
            <a:pPr algn="ctr" indent="0" marL="0">
              <a:buNone/>
            </a:pPr>
            <a:r>
              <a:rPr lang="ar-SA" altLang="en-US" sz="56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F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03479"/>
          </a:solidFill>
          <a:ln w="12700">
            <a:solidFill>
              <a:srgbClr val="4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84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354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D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1ED5E"/>
          </a:solidFill>
          <a:ln w="12700">
            <a:solidFill>
              <a:srgbClr val="B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3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042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04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26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غَوَ</a:t>
            </a:r>
            <a:pPr algn="ctr" indent="0" marL="0">
              <a:buNone/>
            </a:pPr>
            <a:r>
              <a:rPr lang="ar-SA" altLang="en-US" sz="53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1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F52E0"/>
          </a:solidFill>
          <a:ln w="12700">
            <a:solidFill>
              <a:srgbClr val="9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7DB70"/>
          </a:solidFill>
          <a:ln w="12700">
            <a:solidFill>
              <a:srgbClr val="D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934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B64"/>
          </a:solidFill>
          <a:ln w="12700">
            <a:solidFill>
              <a:srgbClr val="D8B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847"/>
          </a:solidFill>
          <a:ln w="12700">
            <a:solidFill>
              <a:srgbClr val="D19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9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9127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5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83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32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كَوَ</a:t>
            </a:r>
            <a:pPr algn="ctr" indent="0" marL="0">
              <a:buNone/>
            </a:pPr>
            <a:r>
              <a:rPr lang="ar-SA" altLang="en-US" sz="54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C"/>
          </a:solidFill>
          <a:ln w="12700">
            <a:solidFill>
              <a:srgbClr val="642B4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956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19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37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لَوَ</a:t>
            </a:r>
            <a:pPr algn="ctr" indent="0" marL="0">
              <a:buNone/>
            </a:pPr>
            <a:r>
              <a:rPr lang="ar-SA" altLang="en-US" sz="51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5ED"/>
          </a:solidFill>
          <a:ln w="12700">
            <a:solidFill>
              <a:srgbClr val="5ED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804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0751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نَوَ</a:t>
            </a:r>
            <a:pPr algn="ctr" indent="0" marL="0">
              <a:buNone/>
            </a:pPr>
            <a:r>
              <a:rPr lang="ar-SA" altLang="en-US" sz="5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4314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C52"/>
          </a:solidFill>
          <a:ln w="12700">
            <a:solidFill>
              <a:srgbClr val="E07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5"/>
          </a:solidFill>
          <a:ln w="12700">
            <a:solidFill>
              <a:srgbClr val="70DBC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6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699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6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6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52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6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373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هَوَ</a:t>
            </a:r>
            <a:pPr algn="ctr" indent="0" marL="0">
              <a:buNone/>
            </a:pPr>
            <a:r>
              <a:rPr lang="ar-SA" altLang="en-US" sz="5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E"/>
          </a:solidFill>
          <a:ln w="12700">
            <a:solidFill>
              <a:srgbClr val="64D89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6"/>
          </a:solidFill>
          <a:ln w="12700">
            <a:solidFill>
              <a:srgbClr val="47D17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B8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8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38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D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B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13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B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35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A642B"/>
          </a:solidFill>
          <a:ln w="12700">
            <a:solidFill>
              <a:srgbClr val="5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B7934"/>
          </a:solidFill>
          <a:ln w="12700">
            <a:solidFill>
              <a:srgbClr val="4B79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A9E236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9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2900" baseline="150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83</Slides>
  <Notes>83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8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16-waw</dc:title>
  <dc:subject>PptxGenJS Presentation</dc:subject>
  <dc:creator>PptxGenJS</dc:creator>
  <cp:lastModifiedBy>PptxGenJS</cp:lastModifiedBy>
  <cp:revision>1</cp:revision>
  <dcterms:created xsi:type="dcterms:W3CDTF">2026-10-21T20:03:13Z</dcterms:created>
  <dcterms:modified xsi:type="dcterms:W3CDTF">2026-10-21T20:03:13Z</dcterms:modified>
</cp:coreProperties>
</file>