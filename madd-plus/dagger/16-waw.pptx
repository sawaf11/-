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83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8416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9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4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3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28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14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50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3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16-waw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