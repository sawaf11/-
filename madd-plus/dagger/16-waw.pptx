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92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8416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9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02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33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58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4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33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28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14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50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3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5EED"/>
          </a:solidFill>
          <a:ln w="12700">
            <a:solidFill>
              <a:srgbClr val="B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E052"/>
          </a:solidFill>
          <a:ln w="12700">
            <a:solidFill>
              <a:srgbClr val="7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7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FD1"/>
          </a:solidFill>
          <a:ln w="12700">
            <a:solidFill>
              <a:srgbClr val="475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10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33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10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7"/>
          </a:solidFill>
          <a:ln w="12700">
            <a:solidFill>
              <a:srgbClr val="E052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DB70"/>
          </a:solidFill>
          <a:ln w="12700">
            <a:solidFill>
              <a:srgbClr val="8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6D1"/>
          </a:solidFill>
          <a:ln w="12700">
            <a:solidFill>
              <a:srgbClr val="47C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3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E"/>
          </a:solidFill>
          <a:ln w="12700">
            <a:solidFill>
              <a:srgbClr val="ED5E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47D1"/>
          </a:solidFill>
          <a:ln w="12700">
            <a:solidFill>
              <a:srgbClr val="B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E"/>
          </a:solidFill>
          <a:ln w="12700">
            <a:solidFill>
              <a:srgbClr val="64D8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B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A9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16-waw</dc:title>
  <dc:subject>PptxGenJS Presentation</dc:subject>
  <dc:creator>PptxGenJS</dc:creator>
  <cp:lastModifiedBy>PptxGenJS</cp:lastModifiedBy>
  <cp:revision>1</cp:revision>
  <dcterms:created xsi:type="dcterms:W3CDTF">2026-10-21T19:56:17Z</dcterms:created>
  <dcterms:modified xsi:type="dcterms:W3CDTF">2026-10-21T19:56:17Z</dcterms:modified>
</cp:coreProperties>
</file>