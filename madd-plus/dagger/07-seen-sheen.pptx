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422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8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5422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084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91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352"/>
          </a:solidFill>
          <a:ln w="12700">
            <a:solidFill>
              <a:srgbClr val="E09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7"/>
          </a:solidFill>
          <a:ln w="12700">
            <a:solidFill>
              <a:srgbClr val="70DB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69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2"/>
          </a:solidFill>
          <a:ln w="12700">
            <a:solidFill>
              <a:srgbClr val="64D8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21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1"/>
          </a:solidFill>
          <a:ln w="12700">
            <a:solidFill>
              <a:srgbClr val="ED5E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0"/>
          </a:solidFill>
          <a:ln w="12700">
            <a:solidFill>
              <a:srgbClr val="52E0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70DB"/>
          </a:solidFill>
          <a:ln w="12700">
            <a:solidFill>
              <a:srgbClr val="B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64D8"/>
          </a:solidFill>
          <a:ln w="12700">
            <a:solidFill>
              <a:srgbClr val="9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A47D1"/>
          </a:solidFill>
          <a:ln w="12700">
            <a:solidFill>
              <a:srgbClr val="6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179"/>
          </a:solidFill>
          <a:ln w="12700">
            <a:solidFill>
              <a:srgbClr val="345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5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65E"/>
          </a:solidFill>
          <a:ln w="12700">
            <a:solidFill>
              <a:srgbClr val="EDD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923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7E0"/>
          </a:solidFill>
          <a:ln w="12700">
            <a:solidFill>
              <a:srgbClr val="525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270"/>
          </a:solidFill>
          <a:ln w="12700">
            <a:solidFill>
              <a:srgbClr val="DBA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864"/>
          </a:solidFill>
          <a:ln w="12700">
            <a:solidFill>
              <a:srgbClr val="D87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847"/>
          </a:solidFill>
          <a:ln w="12700">
            <a:solidFill>
              <a:srgbClr val="D14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78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7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11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24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2"/>
          </a:solidFill>
          <a:ln w="12700">
            <a:solidFill>
              <a:srgbClr val="5EED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B"/>
          </a:solidFill>
          <a:ln w="12700">
            <a:solidFill>
              <a:srgbClr val="E0527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7"/>
          </a:solidFill>
          <a:ln w="12700">
            <a:solidFill>
              <a:srgbClr val="70DB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73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D864"/>
          </a:solidFill>
          <a:ln w="12700">
            <a:solidFill>
              <a:srgbClr val="6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D147"/>
          </a:solidFill>
          <a:ln w="12700">
            <a:solidFill>
              <a:srgbClr val="6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5EED"/>
          </a:solidFill>
          <a:ln w="12700">
            <a:solidFill>
              <a:srgbClr val="8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E052"/>
          </a:solidFill>
          <a:ln w="12700">
            <a:solidFill>
              <a:srgbClr val="9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4DB"/>
          </a:solidFill>
          <a:ln w="12700">
            <a:solidFill>
              <a:srgbClr val="707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AD8"/>
          </a:solidFill>
          <a:ln w="12700">
            <a:solidFill>
              <a:srgbClr val="648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CD1"/>
          </a:solidFill>
          <a:ln w="12700">
            <a:solidFill>
              <a:srgbClr val="478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B5E"/>
          </a:solidFill>
          <a:ln w="12700">
            <a:solidFill>
              <a:srgbClr val="ED6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2E0"/>
          </a:solidFill>
          <a:ln w="12700">
            <a:solidFill>
              <a:srgbClr val="52C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F"/>
          </a:solidFill>
          <a:ln w="12700">
            <a:solidFill>
              <a:srgbClr val="DB70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8547"/>
          </a:solidFill>
          <a:ln w="12700">
            <a:solidFill>
              <a:srgbClr val="8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7"/>
          </a:solidFill>
          <a:ln w="12700">
            <a:solidFill>
              <a:srgbClr val="D864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E"/>
          </a:solidFill>
          <a:ln w="12700">
            <a:solidFill>
              <a:srgbClr val="D147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789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789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062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913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74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ED5E"/>
          </a:solidFill>
          <a:ln w="12700">
            <a:solidFill>
              <a:srgbClr val="7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B52E0"/>
          </a:solidFill>
          <a:ln w="12700">
            <a:solidFill>
              <a:srgbClr val="D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DB70"/>
          </a:solidFill>
          <a:ln w="12700">
            <a:solidFill>
              <a:srgbClr val="A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8"/>
          </a:solidFill>
          <a:ln w="12700">
            <a:solidFill>
              <a:srgbClr val="4785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D864"/>
          </a:solidFill>
          <a:ln w="12700">
            <a:solidFill>
              <a:srgbClr val="C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D147"/>
          </a:solidFill>
          <a:ln w="12700">
            <a:solidFill>
              <a:srgbClr val="D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9ED"/>
          </a:solidFill>
          <a:ln w="12700">
            <a:solidFill>
              <a:srgbClr val="5E9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852"/>
          </a:solidFill>
          <a:ln w="12700">
            <a:solidFill>
              <a:srgbClr val="E0B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4DB"/>
          </a:solidFill>
          <a:ln w="12700">
            <a:solidFill>
              <a:srgbClr val="70C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F"/>
          </a:solidFill>
          <a:ln w="12700">
            <a:solidFill>
              <a:srgbClr val="64D8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0"/>
          </a:solidFill>
          <a:ln w="12700">
            <a:solidFill>
              <a:srgbClr val="47D1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0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5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A"/>
          </a:solidFill>
          <a:ln w="12700">
            <a:solidFill>
              <a:srgbClr val="3479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56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4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D"/>
          </a:solidFill>
          <a:ln w="12700">
            <a:solidFill>
              <a:srgbClr val="ED5EB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4"/>
          </a:solidFill>
          <a:ln w="12700">
            <a:solidFill>
              <a:srgbClr val="52E0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70DB"/>
          </a:solidFill>
          <a:ln w="12700">
            <a:solidFill>
              <a:srgbClr val="D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72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64D8"/>
          </a:solidFill>
          <a:ln w="12700">
            <a:solidFill>
              <a:srgbClr val="B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47D1"/>
          </a:solidFill>
          <a:ln w="12700">
            <a:solidFill>
              <a:srgbClr val="8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72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82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24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ED5E"/>
          </a:solidFill>
          <a:ln w="12700">
            <a:solidFill>
              <a:srgbClr val="E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37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52E0"/>
          </a:solidFill>
          <a:ln w="12700">
            <a:solidFill>
              <a:srgbClr val="7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D70"/>
          </a:solidFill>
          <a:ln w="12700">
            <a:solidFill>
              <a:srgbClr val="DBB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</a:t>
            </a:r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564"/>
          </a:solidFill>
          <a:ln w="12700">
            <a:solidFill>
              <a:srgbClr val="D89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B47"/>
          </a:solidFill>
          <a:ln w="12700">
            <a:solidFill>
              <a:srgbClr val="D16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009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</a:t>
            </a:r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F"/>
          </a:solidFill>
          <a:ln w="12700">
            <a:solidFill>
              <a:srgbClr val="642B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7"/>
          </a:solidFill>
          <a:ln w="12700">
            <a:solidFill>
              <a:srgbClr val="5EED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6"/>
          </a:solidFill>
          <a:ln w="12700">
            <a:solidFill>
              <a:srgbClr val="E052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2"/>
          </a:solidFill>
          <a:ln w="12700">
            <a:solidFill>
              <a:srgbClr val="70DB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12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8"/>
          </a:solidFill>
          <a:ln w="12700">
            <a:solidFill>
              <a:srgbClr val="64D8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9"/>
          </a:solidFill>
          <a:ln w="12700">
            <a:solidFill>
              <a:srgbClr val="47D1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B2B"/>
          </a:solidFill>
          <a:ln w="12700">
            <a:solidFill>
              <a:srgbClr val="645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7934"/>
          </a:solidFill>
          <a:ln w="12700">
            <a:solidFill>
              <a:srgbClr val="6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35EED"/>
          </a:solidFill>
          <a:ln w="12700">
            <a:solidFill>
              <a:srgbClr val="B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E052"/>
          </a:solidFill>
          <a:ln w="12700">
            <a:solidFill>
              <a:srgbClr val="7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70DB"/>
          </a:solidFill>
          <a:ln w="12700">
            <a:solidFill>
              <a:srgbClr val="8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3"/>
          </a:solidFill>
          <a:ln w="12700">
            <a:solidFill>
              <a:srgbClr val="8547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DD8"/>
          </a:solidFill>
          <a:ln w="12700">
            <a:solidFill>
              <a:srgbClr val="646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9D1"/>
          </a:solidFill>
          <a:ln w="12700">
            <a:solidFill>
              <a:srgbClr val="476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04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7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3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7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379"/>
          </a:solidFill>
          <a:ln w="12700">
            <a:solidFill>
              <a:srgbClr val="3473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9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9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36D9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9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F5E"/>
          </a:solidFill>
          <a:ln w="12700">
            <a:solidFill>
              <a:srgbClr val="ED8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07-seen-sheen</dc:title>
  <dc:subject>PptxGenJS Presentation</dc:subject>
  <dc:creator>PptxGenJS</dc:creator>
  <cp:lastModifiedBy>PptxGenJS</cp:lastModifiedBy>
  <cp:revision>1</cp:revision>
  <dcterms:created xsi:type="dcterms:W3CDTF">2026-10-21T18:02:24Z</dcterms:created>
  <dcterms:modified xsi:type="dcterms:W3CDTF">2026-10-21T18:02:24Z</dcterms:modified>
</cp:coreProperties>
</file>