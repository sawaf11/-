
<file path=[Content_Types].xml><?xml version="1.0" encoding="utf-8"?>
<Types xmlns="http://schemas.openxmlformats.org/package/2006/content-types">
  <Default Extension="wav" ContentType="audio/wav"/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slideMasters/slideMaster15.xml" ContentType="application/vnd.openxmlformats-officedocument.presentationml.slideMaster+xml"/>
  <Override PartName="/ppt/slides/slide15.xml" ContentType="application/vnd.openxmlformats-officedocument.presentationml.slide+xml"/>
  <Override PartName="/ppt/slideMasters/slideMaster16.xml" ContentType="application/vnd.openxmlformats-officedocument.presentationml.slideMaster+xml"/>
  <Override PartName="/ppt/slides/slide16.xml" ContentType="application/vnd.openxmlformats-officedocument.presentationml.slide+xml"/>
  <Override PartName="/ppt/slideMasters/slideMaster17.xml" ContentType="application/vnd.openxmlformats-officedocument.presentationml.slideMaster+xml"/>
  <Override PartName="/ppt/slides/slide17.xml" ContentType="application/vnd.openxmlformats-officedocument.presentationml.slide+xml"/>
  <Override PartName="/ppt/slideMasters/slideMaster18.xml" ContentType="application/vnd.openxmlformats-officedocument.presentationml.slideMaster+xml"/>
  <Override PartName="/ppt/slides/slide18.xml" ContentType="application/vnd.openxmlformats-officedocument.presentationml.slide+xml"/>
  <Override PartName="/ppt/slideMasters/slideMaster19.xml" ContentType="application/vnd.openxmlformats-officedocument.presentationml.slideMaster+xml"/>
  <Override PartName="/ppt/slides/slide19.xml" ContentType="application/vnd.openxmlformats-officedocument.presentationml.slide+xml"/>
  <Override PartName="/ppt/slideMasters/slideMaster20.xml" ContentType="application/vnd.openxmlformats-officedocument.presentationml.slideMaster+xml"/>
  <Override PartName="/ppt/slides/slide20.xml" ContentType="application/vnd.openxmlformats-officedocument.presentationml.slide+xml"/>
  <Override PartName="/ppt/slideMasters/slideMaster21.xml" ContentType="application/vnd.openxmlformats-officedocument.presentationml.slideMaster+xml"/>
  <Override PartName="/ppt/slides/slide21.xml" ContentType="application/vnd.openxmlformats-officedocument.presentationml.slide+xml"/>
  <Override PartName="/ppt/slideMasters/slideMaster22.xml" ContentType="application/vnd.openxmlformats-officedocument.presentationml.slideMaster+xml"/>
  <Override PartName="/ppt/slides/slide22.xml" ContentType="application/vnd.openxmlformats-officedocument.presentationml.slide+xml"/>
  <Override PartName="/ppt/slideMasters/slideMaster23.xml" ContentType="application/vnd.openxmlformats-officedocument.presentationml.slideMaster+xml"/>
  <Override PartName="/ppt/slides/slide23.xml" ContentType="application/vnd.openxmlformats-officedocument.presentationml.slide+xml"/>
  <Override PartName="/ppt/slideMasters/slideMaster24.xml" ContentType="application/vnd.openxmlformats-officedocument.presentationml.slideMaster+xml"/>
  <Override PartName="/ppt/slides/slide24.xml" ContentType="application/vnd.openxmlformats-officedocument.presentationml.slide+xml"/>
  <Override PartName="/ppt/slideMasters/slideMaster25.xml" ContentType="application/vnd.openxmlformats-officedocument.presentationml.slideMaster+xml"/>
  <Override PartName="/ppt/slides/slide25.xml" ContentType="application/vnd.openxmlformats-officedocument.presentationml.slide+xml"/>
  <Override PartName="/ppt/slideMasters/slideMaster26.xml" ContentType="application/vnd.openxmlformats-officedocument.presentationml.slideMaster+xml"/>
  <Override PartName="/ppt/slides/slide26.xml" ContentType="application/vnd.openxmlformats-officedocument.presentationml.slide+xml"/>
  <Override PartName="/ppt/slideMasters/slideMaster27.xml" ContentType="application/vnd.openxmlformats-officedocument.presentationml.slideMaster+xml"/>
  <Override PartName="/ppt/slides/slide27.xml" ContentType="application/vnd.openxmlformats-officedocument.presentationml.slide+xml"/>
  <Override PartName="/ppt/slideMasters/slideMaster28.xml" ContentType="application/vnd.openxmlformats-officedocument.presentationml.slideMaster+xml"/>
  <Override PartName="/ppt/slides/slide28.xml" ContentType="application/vnd.openxmlformats-officedocument.presentationml.slide+xml"/>
  <Override PartName="/ppt/slideMasters/slideMaster29.xml" ContentType="application/vnd.openxmlformats-officedocument.presentationml.slideMaster+xml"/>
  <Override PartName="/ppt/slides/slide29.xml" ContentType="application/vnd.openxmlformats-officedocument.presentationml.slide+xml"/>
  <Override PartName="/ppt/slideMasters/slideMaster30.xml" ContentType="application/vnd.openxmlformats-officedocument.presentationml.slideMaster+xml"/>
  <Override PartName="/ppt/slides/slide30.xml" ContentType="application/vnd.openxmlformats-officedocument.presentationml.slide+xml"/>
  <Override PartName="/ppt/slideMasters/slideMaster31.xml" ContentType="application/vnd.openxmlformats-officedocument.presentationml.slideMaster+xml"/>
  <Override PartName="/ppt/slides/slide31.xml" ContentType="application/vnd.openxmlformats-officedocument.presentationml.slide+xml"/>
  <Override PartName="/ppt/slideMasters/slideMaster32.xml" ContentType="application/vnd.openxmlformats-officedocument.presentationml.slideMaster+xml"/>
  <Override PartName="/ppt/slides/slide32.xml" ContentType="application/vnd.openxmlformats-officedocument.presentationml.slide+xml"/>
  <Override PartName="/ppt/slideMasters/slideMaster33.xml" ContentType="application/vnd.openxmlformats-officedocument.presentationml.slideMaster+xml"/>
  <Override PartName="/ppt/slides/slide33.xml" ContentType="application/vnd.openxmlformats-officedocument.presentationml.slide+xml"/>
  <Override PartName="/ppt/slideMasters/slideMaster34.xml" ContentType="application/vnd.openxmlformats-officedocument.presentationml.slideMaster+xml"/>
  <Override PartName="/ppt/slides/slide34.xml" ContentType="application/vnd.openxmlformats-officedocument.presentationml.slide+xml"/>
  <Override PartName="/ppt/slideMasters/slideMaster35.xml" ContentType="application/vnd.openxmlformats-officedocument.presentationml.slideMaster+xml"/>
  <Override PartName="/ppt/slides/slide35.xml" ContentType="application/vnd.openxmlformats-officedocument.presentationml.slide+xml"/>
  <Override PartName="/ppt/slideMasters/slideMaster36.xml" ContentType="application/vnd.openxmlformats-officedocument.presentationml.slideMaster+xml"/>
  <Override PartName="/ppt/slides/slide36.xml" ContentType="application/vnd.openxmlformats-officedocument.presentationml.slide+xml"/>
  <Override PartName="/ppt/slideMasters/slideMaster37.xml" ContentType="application/vnd.openxmlformats-officedocument.presentationml.slideMaster+xml"/>
  <Override PartName="/ppt/slides/slide37.xml" ContentType="application/vnd.openxmlformats-officedocument.presentationml.slide+xml"/>
  <Override PartName="/ppt/slideMasters/slideMaster38.xml" ContentType="application/vnd.openxmlformats-officedocument.presentationml.slideMaster+xml"/>
  <Override PartName="/ppt/slides/slide38.xml" ContentType="application/vnd.openxmlformats-officedocument.presentationml.slide+xml"/>
  <Override PartName="/ppt/slideMasters/slideMaster39.xml" ContentType="application/vnd.openxmlformats-officedocument.presentationml.slideMaster+xml"/>
  <Override PartName="/ppt/slides/slide39.xml" ContentType="application/vnd.openxmlformats-officedocument.presentationml.slide+xml"/>
  <Override PartName="/ppt/slideMasters/slideMaster40.xml" ContentType="application/vnd.openxmlformats-officedocument.presentationml.slideMaster+xml"/>
  <Override PartName="/ppt/slides/slide40.xml" ContentType="application/vnd.openxmlformats-officedocument.presentationml.slide+xml"/>
  <Override PartName="/ppt/slideMasters/slideMaster41.xml" ContentType="application/vnd.openxmlformats-officedocument.presentationml.slideMaster+xml"/>
  <Override PartName="/ppt/slides/slide41.xml" ContentType="application/vnd.openxmlformats-officedocument.presentationml.slide+xml"/>
  <Override PartName="/ppt/slideMasters/slideMaster42.xml" ContentType="application/vnd.openxmlformats-officedocument.presentationml.slideMaster+xml"/>
  <Override PartName="/ppt/slides/slide42.xml" ContentType="application/vnd.openxmlformats-officedocument.presentationml.slide+xml"/>
  <Override PartName="/ppt/slideMasters/slideMaster43.xml" ContentType="application/vnd.openxmlformats-officedocument.presentationml.slideMaster+xml"/>
  <Override PartName="/ppt/slides/slide43.xml" ContentType="application/vnd.openxmlformats-officedocument.presentationml.slide+xml"/>
  <Override PartName="/ppt/slideMasters/slideMaster44.xml" ContentType="application/vnd.openxmlformats-officedocument.presentationml.slideMaster+xml"/>
  <Override PartName="/ppt/slides/slide44.xml" ContentType="application/vnd.openxmlformats-officedocument.presentationml.slide+xml"/>
  <Override PartName="/ppt/slideMasters/slideMaster45.xml" ContentType="application/vnd.openxmlformats-officedocument.presentationml.slideMaster+xml"/>
  <Override PartName="/ppt/slides/slide45.xml" ContentType="application/vnd.openxmlformats-officedocument.presentationml.slide+xml"/>
  <Override PartName="/ppt/slideMasters/slideMaster46.xml" ContentType="application/vnd.openxmlformats-officedocument.presentationml.slideMaster+xml"/>
  <Override PartName="/ppt/slides/slide46.xml" ContentType="application/vnd.openxmlformats-officedocument.presentationml.slide+xml"/>
  <Override PartName="/ppt/slideMasters/slideMaster47.xml" ContentType="application/vnd.openxmlformats-officedocument.presentationml.slideMaster+xml"/>
  <Override PartName="/ppt/slides/slide47.xml" ContentType="application/vnd.openxmlformats-officedocument.presentationml.slide+xml"/>
  <Override PartName="/ppt/slideMasters/slideMaster48.xml" ContentType="application/vnd.openxmlformats-officedocument.presentationml.slideMaster+xml"/>
  <Override PartName="/ppt/slides/slide48.xml" ContentType="application/vnd.openxmlformats-officedocument.presentationml.slide+xml"/>
  <Override PartName="/ppt/slideMasters/slideMaster49.xml" ContentType="application/vnd.openxmlformats-officedocument.presentationml.slideMaster+xml"/>
  <Override PartName="/ppt/slides/slide49.xml" ContentType="application/vnd.openxmlformats-officedocument.presentationml.slide+xml"/>
  <Override PartName="/ppt/slideMasters/slideMaster50.xml" ContentType="application/vnd.openxmlformats-officedocument.presentationml.slideMaster+xml"/>
  <Override PartName="/ppt/slides/slide50.xml" ContentType="application/vnd.openxmlformats-officedocument.presentationml.slide+xml"/>
  <Override PartName="/ppt/slideMasters/slideMaster51.xml" ContentType="application/vnd.openxmlformats-officedocument.presentationml.slideMaster+xml"/>
  <Override PartName="/ppt/slides/slide51.xml" ContentType="application/vnd.openxmlformats-officedocument.presentationml.slide+xml"/>
  <Override PartName="/ppt/slideMasters/slideMaster52.xml" ContentType="application/vnd.openxmlformats-officedocument.presentationml.slideMaster+xml"/>
  <Override PartName="/ppt/slides/slide52.xml" ContentType="application/vnd.openxmlformats-officedocument.presentationml.slide+xml"/>
  <Override PartName="/ppt/slideMasters/slideMaster53.xml" ContentType="application/vnd.openxmlformats-officedocument.presentationml.slideMaster+xml"/>
  <Override PartName="/ppt/slides/slide53.xml" ContentType="application/vnd.openxmlformats-officedocument.presentationml.slide+xml"/>
  <Override PartName="/ppt/slideMasters/slideMaster54.xml" ContentType="application/vnd.openxmlformats-officedocument.presentationml.slideMaster+xml"/>
  <Override PartName="/ppt/slides/slide54.xml" ContentType="application/vnd.openxmlformats-officedocument.presentationml.slide+xml"/>
  <Override PartName="/ppt/slideMasters/slideMaster55.xml" ContentType="application/vnd.openxmlformats-officedocument.presentationml.slideMaster+xml"/>
  <Override PartName="/ppt/slides/slide55.xml" ContentType="application/vnd.openxmlformats-officedocument.presentationml.slide+xml"/>
  <Override PartName="/ppt/slideMasters/slideMaster56.xml" ContentType="application/vnd.openxmlformats-officedocument.presentationml.slideMaster+xml"/>
  <Override PartName="/ppt/slides/slide56.xml" ContentType="application/vnd.openxmlformats-officedocument.presentationml.slide+xml"/>
  <Override PartName="/ppt/slideMasters/slideMaster57.xml" ContentType="application/vnd.openxmlformats-officedocument.presentationml.slideMaster+xml"/>
  <Override PartName="/ppt/slides/slide57.xml" ContentType="application/vnd.openxmlformats-officedocument.presentationml.slide+xml"/>
  <Override PartName="/ppt/slideMasters/slideMaster58.xml" ContentType="application/vnd.openxmlformats-officedocument.presentationml.slideMaster+xml"/>
  <Override PartName="/ppt/slides/slide58.xml" ContentType="application/vnd.openxmlformats-officedocument.presentationml.slide+xml"/>
  <Override PartName="/ppt/slideMasters/slideMaster59.xml" ContentType="application/vnd.openxmlformats-officedocument.presentationml.slideMaster+xml"/>
  <Override PartName="/ppt/slides/slide59.xml" ContentType="application/vnd.openxmlformats-officedocument.presentationml.slide+xml"/>
  <Override PartName="/ppt/slideMasters/slideMaster60.xml" ContentType="application/vnd.openxmlformats-officedocument.presentationml.slideMaster+xml"/>
  <Override PartName="/ppt/slides/slide60.xml" ContentType="application/vnd.openxmlformats-officedocument.presentationml.slide+xml"/>
  <Override PartName="/ppt/slideMasters/slideMaster61.xml" ContentType="application/vnd.openxmlformats-officedocument.presentationml.slideMaster+xml"/>
  <Override PartName="/ppt/slides/slide61.xml" ContentType="application/vnd.openxmlformats-officedocument.presentationml.slide+xml"/>
  <Override PartName="/ppt/slideMasters/slideMaster62.xml" ContentType="application/vnd.openxmlformats-officedocument.presentationml.slideMaster+xml"/>
  <Override PartName="/ppt/slides/slide62.xml" ContentType="application/vnd.openxmlformats-officedocument.presentationml.slide+xml"/>
  <Override PartName="/ppt/slideMasters/slideMaster63.xml" ContentType="application/vnd.openxmlformats-officedocument.presentationml.slideMaster+xml"/>
  <Override PartName="/ppt/slides/slide63.xml" ContentType="application/vnd.openxmlformats-officedocument.presentationml.slide+xml"/>
  <Override PartName="/ppt/slideMasters/slideMaster64.xml" ContentType="application/vnd.openxmlformats-officedocument.presentationml.slideMaster+xml"/>
  <Override PartName="/ppt/slides/slide64.xml" ContentType="application/vnd.openxmlformats-officedocument.presentationml.slide+xml"/>
  <Override PartName="/ppt/slideMasters/slideMaster65.xml" ContentType="application/vnd.openxmlformats-officedocument.presentationml.slideMaster+xml"/>
  <Override PartName="/ppt/slides/slide65.xml" ContentType="application/vnd.openxmlformats-officedocument.presentationml.slide+xml"/>
  <Override PartName="/ppt/slideMasters/slideMaster66.xml" ContentType="application/vnd.openxmlformats-officedocument.presentationml.slideMaster+xml"/>
  <Override PartName="/ppt/slides/slide66.xml" ContentType="application/vnd.openxmlformats-officedocument.presentationml.slide+xml"/>
  <Override PartName="/ppt/slideMasters/slideMaster67.xml" ContentType="application/vnd.openxmlformats-officedocument.presentationml.slideMaster+xml"/>
  <Override PartName="/ppt/slides/slide67.xml" ContentType="application/vnd.openxmlformats-officedocument.presentationml.slide+xml"/>
  <Override PartName="/ppt/slideMasters/slideMaster68.xml" ContentType="application/vnd.openxmlformats-officedocument.presentationml.slideMaster+xml"/>
  <Override PartName="/ppt/slides/slide68.xml" ContentType="application/vnd.openxmlformats-officedocument.presentationml.slide+xml"/>
  <Override PartName="/ppt/slideMasters/slideMaster69.xml" ContentType="application/vnd.openxmlformats-officedocument.presentationml.slideMaster+xml"/>
  <Override PartName="/ppt/slides/slide69.xml" ContentType="application/vnd.openxmlformats-officedocument.presentationml.slide+xml"/>
  <Override PartName="/ppt/slideMasters/slideMaster70.xml" ContentType="application/vnd.openxmlformats-officedocument.presentationml.slideMaster+xml"/>
  <Override PartName="/ppt/slides/slide70.xml" ContentType="application/vnd.openxmlformats-officedocument.presentationml.slide+xml"/>
  <Override PartName="/ppt/slideMasters/slideMaster71.xml" ContentType="application/vnd.openxmlformats-officedocument.presentationml.slideMaster+xml"/>
  <Override PartName="/ppt/slides/slide71.xml" ContentType="application/vnd.openxmlformats-officedocument.presentationml.slide+xml"/>
  <Override PartName="/ppt/slideMasters/slideMaster72.xml" ContentType="application/vnd.openxmlformats-officedocument.presentationml.slideMaster+xml"/>
  <Override PartName="/ppt/slides/slide72.xml" ContentType="application/vnd.openxmlformats-officedocument.presentationml.slide+xml"/>
  <Override PartName="/ppt/slideMasters/slideMaster73.xml" ContentType="application/vnd.openxmlformats-officedocument.presentationml.slideMaster+xml"/>
  <Override PartName="/ppt/slides/slide73.xml" ContentType="application/vnd.openxmlformats-officedocument.presentationml.slide+xml"/>
  <Override PartName="/ppt/slideMasters/slideMaster74.xml" ContentType="application/vnd.openxmlformats-officedocument.presentationml.slideMaster+xml"/>
  <Override PartName="/ppt/slides/slide74.xml" ContentType="application/vnd.openxmlformats-officedocument.presentationml.slide+xml"/>
  <Override PartName="/ppt/slideMasters/slideMaster75.xml" ContentType="application/vnd.openxmlformats-officedocument.presentationml.slideMaster+xml"/>
  <Override PartName="/ppt/slides/slide75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ppt/notesSlides/notesSlide24.xml" ContentType="application/vnd.openxmlformats-officedocument.presentationml.notesSlide+xml"/>
  <Override PartName="/ppt/notesSlides/notesSlide25.xml" ContentType="application/vnd.openxmlformats-officedocument.presentationml.notesSlide+xml"/>
  <Override PartName="/ppt/notesSlides/notesSlide26.xml" ContentType="application/vnd.openxmlformats-officedocument.presentationml.notesSlide+xml"/>
  <Override PartName="/ppt/notesSlides/notesSlide27.xml" ContentType="application/vnd.openxmlformats-officedocument.presentationml.notesSlide+xml"/>
  <Override PartName="/ppt/notesSlides/notesSlide28.xml" ContentType="application/vnd.openxmlformats-officedocument.presentationml.notesSlide+xml"/>
  <Override PartName="/ppt/notesSlides/notesSlide29.xml" ContentType="application/vnd.openxmlformats-officedocument.presentationml.notesSlide+xml"/>
  <Override PartName="/ppt/notesSlides/notesSlide30.xml" ContentType="application/vnd.openxmlformats-officedocument.presentationml.notesSlide+xml"/>
  <Override PartName="/ppt/notesSlides/notesSlide31.xml" ContentType="application/vnd.openxmlformats-officedocument.presentationml.notesSlide+xml"/>
  <Override PartName="/ppt/notesSlides/notesSlide32.xml" ContentType="application/vnd.openxmlformats-officedocument.presentationml.notesSlide+xml"/>
  <Override PartName="/ppt/notesSlides/notesSlide33.xml" ContentType="application/vnd.openxmlformats-officedocument.presentationml.notesSlide+xml"/>
  <Override PartName="/ppt/notesSlides/notesSlide34.xml" ContentType="application/vnd.openxmlformats-officedocument.presentationml.notesSlide+xml"/>
  <Override PartName="/ppt/notesSlides/notesSlide35.xml" ContentType="application/vnd.openxmlformats-officedocument.presentationml.notesSlide+xml"/>
  <Override PartName="/ppt/notesSlides/notesSlide36.xml" ContentType="application/vnd.openxmlformats-officedocument.presentationml.notesSlide+xml"/>
  <Override PartName="/ppt/notesSlides/notesSlide37.xml" ContentType="application/vnd.openxmlformats-officedocument.presentationml.notesSlide+xml"/>
  <Override PartName="/ppt/notesSlides/notesSlide38.xml" ContentType="application/vnd.openxmlformats-officedocument.presentationml.notesSlide+xml"/>
  <Override PartName="/ppt/notesSlides/notesSlide39.xml" ContentType="application/vnd.openxmlformats-officedocument.presentationml.notesSlide+xml"/>
  <Override PartName="/ppt/notesSlides/notesSlide40.xml" ContentType="application/vnd.openxmlformats-officedocument.presentationml.notesSlide+xml"/>
  <Override PartName="/ppt/notesSlides/notesSlide41.xml" ContentType="application/vnd.openxmlformats-officedocument.presentationml.notesSlide+xml"/>
  <Override PartName="/ppt/notesSlides/notesSlide42.xml" ContentType="application/vnd.openxmlformats-officedocument.presentationml.notesSlide+xml"/>
  <Override PartName="/ppt/notesSlides/notesSlide43.xml" ContentType="application/vnd.openxmlformats-officedocument.presentationml.notesSlide+xml"/>
  <Override PartName="/ppt/notesSlides/notesSlide44.xml" ContentType="application/vnd.openxmlformats-officedocument.presentationml.notesSlide+xml"/>
  <Override PartName="/ppt/notesSlides/notesSlide45.xml" ContentType="application/vnd.openxmlformats-officedocument.presentationml.notesSlide+xml"/>
  <Override PartName="/ppt/notesSlides/notesSlide46.xml" ContentType="application/vnd.openxmlformats-officedocument.presentationml.notesSlide+xml"/>
  <Override PartName="/ppt/notesSlides/notesSlide47.xml" ContentType="application/vnd.openxmlformats-officedocument.presentationml.notesSlide+xml"/>
  <Override PartName="/ppt/notesSlides/notesSlide48.xml" ContentType="application/vnd.openxmlformats-officedocument.presentationml.notesSlide+xml"/>
  <Override PartName="/ppt/notesSlides/notesSlide49.xml" ContentType="application/vnd.openxmlformats-officedocument.presentationml.notesSlide+xml"/>
  <Override PartName="/ppt/notesSlides/notesSlide50.xml" ContentType="application/vnd.openxmlformats-officedocument.presentationml.notesSlide+xml"/>
  <Override PartName="/ppt/notesSlides/notesSlide51.xml" ContentType="application/vnd.openxmlformats-officedocument.presentationml.notesSlide+xml"/>
  <Override PartName="/ppt/notesSlides/notesSlide52.xml" ContentType="application/vnd.openxmlformats-officedocument.presentationml.notesSlide+xml"/>
  <Override PartName="/ppt/notesSlides/notesSlide53.xml" ContentType="application/vnd.openxmlformats-officedocument.presentationml.notesSlide+xml"/>
  <Override PartName="/ppt/notesSlides/notesSlide54.xml" ContentType="application/vnd.openxmlformats-officedocument.presentationml.notesSlide+xml"/>
  <Override PartName="/ppt/notesSlides/notesSlide55.xml" ContentType="application/vnd.openxmlformats-officedocument.presentationml.notesSlide+xml"/>
  <Override PartName="/ppt/notesSlides/notesSlide56.xml" ContentType="application/vnd.openxmlformats-officedocument.presentationml.notesSlide+xml"/>
  <Override PartName="/ppt/notesSlides/notesSlide57.xml" ContentType="application/vnd.openxmlformats-officedocument.presentationml.notesSlide+xml"/>
  <Override PartName="/ppt/notesSlides/notesSlide58.xml" ContentType="application/vnd.openxmlformats-officedocument.presentationml.notesSlide+xml"/>
  <Override PartName="/ppt/notesSlides/notesSlide59.xml" ContentType="application/vnd.openxmlformats-officedocument.presentationml.notesSlide+xml"/>
  <Override PartName="/ppt/notesSlides/notesSlide60.xml" ContentType="application/vnd.openxmlformats-officedocument.presentationml.notesSlide+xml"/>
  <Override PartName="/ppt/notesSlides/notesSlide61.xml" ContentType="application/vnd.openxmlformats-officedocument.presentationml.notesSlide+xml"/>
  <Override PartName="/ppt/notesSlides/notesSlide62.xml" ContentType="application/vnd.openxmlformats-officedocument.presentationml.notesSlide+xml"/>
  <Override PartName="/ppt/notesSlides/notesSlide63.xml" ContentType="application/vnd.openxmlformats-officedocument.presentationml.notesSlide+xml"/>
  <Override PartName="/ppt/notesSlides/notesSlide64.xml" ContentType="application/vnd.openxmlformats-officedocument.presentationml.notesSlide+xml"/>
  <Override PartName="/ppt/notesSlides/notesSlide65.xml" ContentType="application/vnd.openxmlformats-officedocument.presentationml.notesSlide+xml"/>
  <Override PartName="/ppt/notesSlides/notesSlide66.xml" ContentType="application/vnd.openxmlformats-officedocument.presentationml.notesSlide+xml"/>
  <Override PartName="/ppt/notesSlides/notesSlide67.xml" ContentType="application/vnd.openxmlformats-officedocument.presentationml.notesSlide+xml"/>
  <Override PartName="/ppt/notesSlides/notesSlide68.xml" ContentType="application/vnd.openxmlformats-officedocument.presentationml.notesSlide+xml"/>
  <Override PartName="/ppt/notesSlides/notesSlide69.xml" ContentType="application/vnd.openxmlformats-officedocument.presentationml.notesSlide+xml"/>
  <Override PartName="/ppt/notesSlides/notesSlide70.xml" ContentType="application/vnd.openxmlformats-officedocument.presentationml.notesSlide+xml"/>
  <Override PartName="/ppt/notesSlides/notesSlide71.xml" ContentType="application/vnd.openxmlformats-officedocument.presentationml.notesSlide+xml"/>
  <Override PartName="/ppt/notesSlides/notesSlide72.xml" ContentType="application/vnd.openxmlformats-officedocument.presentationml.notesSlide+xml"/>
  <Override PartName="/ppt/notesSlides/notesSlide73.xml" ContentType="application/vnd.openxmlformats-officedocument.presentationml.notesSlide+xml"/>
  <Override PartName="/ppt/notesSlides/notesSlide74.xml" ContentType="application/vnd.openxmlformats-officedocument.presentationml.notesSlide+xml"/>
  <Override PartName="/ppt/notesSlides/notesSlide75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  <p:sldId id="276" r:id="rId22"/>
    <p:sldId id="277" r:id="rId23"/>
    <p:sldId id="278" r:id="rId24"/>
    <p:sldId id="279" r:id="rId25"/>
    <p:sldId id="280" r:id="rId26"/>
    <p:sldId id="281" r:id="rId27"/>
    <p:sldId id="282" r:id="rId28"/>
    <p:sldId id="283" r:id="rId29"/>
    <p:sldId id="284" r:id="rId30"/>
    <p:sldId id="285" r:id="rId31"/>
    <p:sldId id="286" r:id="rId32"/>
    <p:sldId id="287" r:id="rId33"/>
    <p:sldId id="288" r:id="rId34"/>
    <p:sldId id="289" r:id="rId35"/>
    <p:sldId id="290" r:id="rId36"/>
    <p:sldId id="291" r:id="rId37"/>
    <p:sldId id="292" r:id="rId38"/>
    <p:sldId id="293" r:id="rId39"/>
    <p:sldId id="294" r:id="rId40"/>
    <p:sldId id="295" r:id="rId41"/>
    <p:sldId id="296" r:id="rId42"/>
    <p:sldId id="297" r:id="rId43"/>
    <p:sldId id="298" r:id="rId44"/>
    <p:sldId id="299" r:id="rId45"/>
    <p:sldId id="300" r:id="rId46"/>
    <p:sldId id="301" r:id="rId47"/>
    <p:sldId id="302" r:id="rId48"/>
    <p:sldId id="303" r:id="rId49"/>
    <p:sldId id="304" r:id="rId50"/>
    <p:sldId id="305" r:id="rId51"/>
    <p:sldId id="306" r:id="rId52"/>
    <p:sldId id="307" r:id="rId53"/>
    <p:sldId id="308" r:id="rId54"/>
    <p:sldId id="309" r:id="rId55"/>
    <p:sldId id="310" r:id="rId56"/>
    <p:sldId id="311" r:id="rId57"/>
    <p:sldId id="312" r:id="rId58"/>
    <p:sldId id="313" r:id="rId59"/>
    <p:sldId id="314" r:id="rId60"/>
    <p:sldId id="315" r:id="rId61"/>
    <p:sldId id="316" r:id="rId62"/>
    <p:sldId id="317" r:id="rId63"/>
    <p:sldId id="318" r:id="rId64"/>
    <p:sldId id="319" r:id="rId65"/>
    <p:sldId id="320" r:id="rId66"/>
    <p:sldId id="321" r:id="rId67"/>
    <p:sldId id="322" r:id="rId68"/>
    <p:sldId id="323" r:id="rId69"/>
    <p:sldId id="324" r:id="rId70"/>
    <p:sldId id="325" r:id="rId71"/>
    <p:sldId id="326" r:id="rId72"/>
    <p:sldId id="327" r:id="rId73"/>
    <p:sldId id="328" r:id="rId74"/>
    <p:sldId id="329" r:id="rId75"/>
    <p:sldId id="330" r:id="rId76"/>
  </p:sldIdLst>
  <p:notesMasterIdLst>
    <p:notesMasterId r:id="rId77"/>
  </p:notesMasterIdLst>
  <p:sldSz cx="9144000" cy="5143500"/>
  <p:notesSz cx="5143500" cy="9144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slide" Target="slides/slide16.xml"/><Relationship Id="rId18" Type="http://schemas.openxmlformats.org/officeDocument/2006/relationships/slide" Target="slides/slide17.xml"/><Relationship Id="rId19" Type="http://schemas.openxmlformats.org/officeDocument/2006/relationships/slide" Target="slides/slide18.xml"/><Relationship Id="rId20" Type="http://schemas.openxmlformats.org/officeDocument/2006/relationships/slide" Target="slides/slide19.xml"/><Relationship Id="rId21" Type="http://schemas.openxmlformats.org/officeDocument/2006/relationships/slide" Target="slides/slide20.xml"/><Relationship Id="rId22" Type="http://schemas.openxmlformats.org/officeDocument/2006/relationships/slide" Target="slides/slide21.xml"/><Relationship Id="rId23" Type="http://schemas.openxmlformats.org/officeDocument/2006/relationships/slide" Target="slides/slide22.xml"/><Relationship Id="rId24" Type="http://schemas.openxmlformats.org/officeDocument/2006/relationships/slide" Target="slides/slide23.xml"/><Relationship Id="rId25" Type="http://schemas.openxmlformats.org/officeDocument/2006/relationships/slide" Target="slides/slide24.xml"/><Relationship Id="rId26" Type="http://schemas.openxmlformats.org/officeDocument/2006/relationships/slide" Target="slides/slide25.xml"/><Relationship Id="rId27" Type="http://schemas.openxmlformats.org/officeDocument/2006/relationships/slide" Target="slides/slide26.xml"/><Relationship Id="rId28" Type="http://schemas.openxmlformats.org/officeDocument/2006/relationships/slide" Target="slides/slide27.xml"/><Relationship Id="rId29" Type="http://schemas.openxmlformats.org/officeDocument/2006/relationships/slide" Target="slides/slide28.xml"/><Relationship Id="rId30" Type="http://schemas.openxmlformats.org/officeDocument/2006/relationships/slide" Target="slides/slide29.xml"/><Relationship Id="rId31" Type="http://schemas.openxmlformats.org/officeDocument/2006/relationships/slide" Target="slides/slide30.xml"/><Relationship Id="rId32" Type="http://schemas.openxmlformats.org/officeDocument/2006/relationships/slide" Target="slides/slide31.xml"/><Relationship Id="rId33" Type="http://schemas.openxmlformats.org/officeDocument/2006/relationships/slide" Target="slides/slide32.xml"/><Relationship Id="rId34" Type="http://schemas.openxmlformats.org/officeDocument/2006/relationships/slide" Target="slides/slide33.xml"/><Relationship Id="rId35" Type="http://schemas.openxmlformats.org/officeDocument/2006/relationships/slide" Target="slides/slide34.xml"/><Relationship Id="rId36" Type="http://schemas.openxmlformats.org/officeDocument/2006/relationships/slide" Target="slides/slide35.xml"/><Relationship Id="rId37" Type="http://schemas.openxmlformats.org/officeDocument/2006/relationships/slide" Target="slides/slide36.xml"/><Relationship Id="rId38" Type="http://schemas.openxmlformats.org/officeDocument/2006/relationships/slide" Target="slides/slide37.xml"/><Relationship Id="rId39" Type="http://schemas.openxmlformats.org/officeDocument/2006/relationships/slide" Target="slides/slide38.xml"/><Relationship Id="rId40" Type="http://schemas.openxmlformats.org/officeDocument/2006/relationships/slide" Target="slides/slide39.xml"/><Relationship Id="rId41" Type="http://schemas.openxmlformats.org/officeDocument/2006/relationships/slide" Target="slides/slide40.xml"/><Relationship Id="rId42" Type="http://schemas.openxmlformats.org/officeDocument/2006/relationships/slide" Target="slides/slide41.xml"/><Relationship Id="rId43" Type="http://schemas.openxmlformats.org/officeDocument/2006/relationships/slide" Target="slides/slide42.xml"/><Relationship Id="rId44" Type="http://schemas.openxmlformats.org/officeDocument/2006/relationships/slide" Target="slides/slide43.xml"/><Relationship Id="rId45" Type="http://schemas.openxmlformats.org/officeDocument/2006/relationships/slide" Target="slides/slide44.xml"/><Relationship Id="rId46" Type="http://schemas.openxmlformats.org/officeDocument/2006/relationships/slide" Target="slides/slide45.xml"/><Relationship Id="rId47" Type="http://schemas.openxmlformats.org/officeDocument/2006/relationships/slide" Target="slides/slide46.xml"/><Relationship Id="rId48" Type="http://schemas.openxmlformats.org/officeDocument/2006/relationships/slide" Target="slides/slide47.xml"/><Relationship Id="rId49" Type="http://schemas.openxmlformats.org/officeDocument/2006/relationships/slide" Target="slides/slide48.xml"/><Relationship Id="rId50" Type="http://schemas.openxmlformats.org/officeDocument/2006/relationships/slide" Target="slides/slide49.xml"/><Relationship Id="rId51" Type="http://schemas.openxmlformats.org/officeDocument/2006/relationships/slide" Target="slides/slide50.xml"/><Relationship Id="rId52" Type="http://schemas.openxmlformats.org/officeDocument/2006/relationships/slide" Target="slides/slide51.xml"/><Relationship Id="rId53" Type="http://schemas.openxmlformats.org/officeDocument/2006/relationships/slide" Target="slides/slide52.xml"/><Relationship Id="rId54" Type="http://schemas.openxmlformats.org/officeDocument/2006/relationships/slide" Target="slides/slide53.xml"/><Relationship Id="rId55" Type="http://schemas.openxmlformats.org/officeDocument/2006/relationships/slide" Target="slides/slide54.xml"/><Relationship Id="rId56" Type="http://schemas.openxmlformats.org/officeDocument/2006/relationships/slide" Target="slides/slide55.xml"/><Relationship Id="rId57" Type="http://schemas.openxmlformats.org/officeDocument/2006/relationships/slide" Target="slides/slide56.xml"/><Relationship Id="rId58" Type="http://schemas.openxmlformats.org/officeDocument/2006/relationships/slide" Target="slides/slide57.xml"/><Relationship Id="rId59" Type="http://schemas.openxmlformats.org/officeDocument/2006/relationships/slide" Target="slides/slide58.xml"/><Relationship Id="rId60" Type="http://schemas.openxmlformats.org/officeDocument/2006/relationships/slide" Target="slides/slide59.xml"/><Relationship Id="rId61" Type="http://schemas.openxmlformats.org/officeDocument/2006/relationships/slide" Target="slides/slide60.xml"/><Relationship Id="rId62" Type="http://schemas.openxmlformats.org/officeDocument/2006/relationships/slide" Target="slides/slide61.xml"/><Relationship Id="rId63" Type="http://schemas.openxmlformats.org/officeDocument/2006/relationships/slide" Target="slides/slide62.xml"/><Relationship Id="rId64" Type="http://schemas.openxmlformats.org/officeDocument/2006/relationships/slide" Target="slides/slide63.xml"/><Relationship Id="rId65" Type="http://schemas.openxmlformats.org/officeDocument/2006/relationships/slide" Target="slides/slide64.xml"/><Relationship Id="rId66" Type="http://schemas.openxmlformats.org/officeDocument/2006/relationships/slide" Target="slides/slide65.xml"/><Relationship Id="rId67" Type="http://schemas.openxmlformats.org/officeDocument/2006/relationships/slide" Target="slides/slide66.xml"/><Relationship Id="rId68" Type="http://schemas.openxmlformats.org/officeDocument/2006/relationships/slide" Target="slides/slide67.xml"/><Relationship Id="rId69" Type="http://schemas.openxmlformats.org/officeDocument/2006/relationships/slide" Target="slides/slide68.xml"/><Relationship Id="rId70" Type="http://schemas.openxmlformats.org/officeDocument/2006/relationships/slide" Target="slides/slide69.xml"/><Relationship Id="rId71" Type="http://schemas.openxmlformats.org/officeDocument/2006/relationships/slide" Target="slides/slide70.xml"/><Relationship Id="rId72" Type="http://schemas.openxmlformats.org/officeDocument/2006/relationships/slide" Target="slides/slide71.xml"/><Relationship Id="rId73" Type="http://schemas.openxmlformats.org/officeDocument/2006/relationships/slide" Target="slides/slide72.xml"/><Relationship Id="rId74" Type="http://schemas.openxmlformats.org/officeDocument/2006/relationships/slide" Target="slides/slide73.xml"/><Relationship Id="rId75" Type="http://schemas.openxmlformats.org/officeDocument/2006/relationships/slide" Target="slides/slide74.xml"/><Relationship Id="rId76" Type="http://schemas.openxmlformats.org/officeDocument/2006/relationships/slide" Target="slides/slide75.xml"/><Relationship Id="rId77" Type="http://schemas.openxmlformats.org/officeDocument/2006/relationships/notesMaster" Target="notesMasters/notesMaster1.xml"/><Relationship Id="rId78" Type="http://schemas.openxmlformats.org/officeDocument/2006/relationships/presProps" Target="presProps.xml"/><Relationship Id="rId79" Type="http://schemas.openxmlformats.org/officeDocument/2006/relationships/viewProps" Target="viewProps.xml"/><Relationship Id="rId80" Type="http://schemas.openxmlformats.org/officeDocument/2006/relationships/theme" Target="theme/theme1.xml"/><Relationship Id="rId81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_rels/notesSlide1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.xml"/>
		</Relationships>
</file>

<file path=ppt/notesSlides/_rels/notesSlide1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6.xml"/>
		</Relationships>
</file>

<file path=ppt/notesSlides/_rels/notesSlide1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7.xml"/>
		</Relationships>
</file>

<file path=ppt/notesSlides/_rels/notesSlide1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8.xml"/>
		</Relationships>
</file>

<file path=ppt/notesSlides/_rels/notesSlide1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9.xml"/>
		</Relationships>
</file>

<file path=ppt/notesSlides/_rels/notesSlide2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0.xml"/>
		</Relationships>
</file>

<file path=ppt/notesSlides/_rels/notesSlide2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1.xml"/>
		</Relationships>
</file>

<file path=ppt/notesSlides/_rels/notesSlide2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2.xml"/>
		</Relationships>
</file>

<file path=ppt/notesSlides/_rels/notesSlide2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3.xml"/>
		</Relationships>
</file>

<file path=ppt/notesSlides/_rels/notesSlide2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4.xml"/>
		</Relationships>
</file>

<file path=ppt/notesSlides/_rels/notesSlide2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5.xml"/>
		</Relationships>
</file>

<file path=ppt/notesSlides/_rels/notesSlide2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6.xml"/>
		</Relationships>
</file>

<file path=ppt/notesSlides/_rels/notesSlide2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7.xml"/>
		</Relationships>
</file>

<file path=ppt/notesSlides/_rels/notesSlide2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8.xml"/>
		</Relationships>
</file>

<file path=ppt/notesSlides/_rels/notesSlide2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9.xml"/>
		</Relationships>
</file>

<file path=ppt/notesSlides/_rels/notesSlide3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0.xml"/>
		</Relationships>
</file>

<file path=ppt/notesSlides/_rels/notesSlide3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1.xml"/>
		</Relationships>
</file>

<file path=ppt/notesSlides/_rels/notesSlide3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2.xml"/>
		</Relationships>
</file>

<file path=ppt/notesSlides/_rels/notesSlide3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3.xml"/>
		</Relationships>
</file>

<file path=ppt/notesSlides/_rels/notesSlide3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4.xml"/>
		</Relationships>
</file>

<file path=ppt/notesSlides/_rels/notesSlide3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5.xml"/>
		</Relationships>
</file>

<file path=ppt/notesSlides/_rels/notesSlide3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6.xml"/>
		</Relationships>
</file>

<file path=ppt/notesSlides/_rels/notesSlide3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7.xml"/>
		</Relationships>
</file>

<file path=ppt/notesSlides/_rels/notesSlide3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8.xml"/>
		</Relationships>
</file>

<file path=ppt/notesSlides/_rels/notesSlide3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9.xml"/>
		</Relationships>
</file>

<file path=ppt/notesSlides/_rels/notesSlide4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0.xml"/>
		</Relationships>
</file>

<file path=ppt/notesSlides/_rels/notesSlide4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1.xml"/>
		</Relationships>
</file>

<file path=ppt/notesSlides/_rels/notesSlide4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2.xml"/>
		</Relationships>
</file>

<file path=ppt/notesSlides/_rels/notesSlide4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3.xml"/>
		</Relationships>
</file>

<file path=ppt/notesSlides/_rels/notesSlide4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4.xml"/>
		</Relationships>
</file>

<file path=ppt/notesSlides/_rels/notesSlide4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5.xml"/>
		</Relationships>
</file>

<file path=ppt/notesSlides/_rels/notesSlide4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6.xml"/>
		</Relationships>
</file>

<file path=ppt/notesSlides/_rels/notesSlide4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7.xml"/>
		</Relationships>
</file>

<file path=ppt/notesSlides/_rels/notesSlide4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8.xml"/>
		</Relationships>
</file>

<file path=ppt/notesSlides/_rels/notesSlide4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9.xml"/>
		</Relationships>
</file>

<file path=ppt/notesSlides/_rels/notesSlide5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0.xml"/>
		</Relationships>
</file>

<file path=ppt/notesSlides/_rels/notesSlide5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1.xml"/>
		</Relationships>
</file>

<file path=ppt/notesSlides/_rels/notesSlide5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2.xml"/>
		</Relationships>
</file>

<file path=ppt/notesSlides/_rels/notesSlide5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3.xml"/>
		</Relationships>
</file>

<file path=ppt/notesSlides/_rels/notesSlide5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4.xml"/>
		</Relationships>
</file>

<file path=ppt/notesSlides/_rels/notesSlide5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5.xml"/>
		</Relationships>
</file>

<file path=ppt/notesSlides/_rels/notesSlide5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6.xml"/>
		</Relationships>
</file>

<file path=ppt/notesSlides/_rels/notesSlide5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7.xml"/>
		</Relationships>
</file>

<file path=ppt/notesSlides/_rels/notesSlide5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8.xml"/>
		</Relationships>
</file>

<file path=ppt/notesSlides/_rels/notesSlide5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9.xml"/>
		</Relationships>
</file>

<file path=ppt/notesSlides/_rels/notesSlide6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0.xml"/>
		</Relationships>
</file>

<file path=ppt/notesSlides/_rels/notesSlide6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1.xml"/>
		</Relationships>
</file>

<file path=ppt/notesSlides/_rels/notesSlide6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2.xml"/>
		</Relationships>
</file>

<file path=ppt/notesSlides/_rels/notesSlide6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3.xml"/>
		</Relationships>
</file>

<file path=ppt/notesSlides/_rels/notesSlide6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4.xml"/>
		</Relationships>
</file>

<file path=ppt/notesSlides/_rels/notesSlide6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5.xml"/>
		</Relationships>
</file>

<file path=ppt/notesSlides/_rels/notesSlide6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6.xml"/>
		</Relationships>
</file>

<file path=ppt/notesSlides/_rels/notesSlide6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7.xml"/>
		</Relationships>
</file>

<file path=ppt/notesSlides/_rels/notesSlide6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8.xml"/>
		</Relationships>
</file>

<file path=ppt/notesSlides/_rels/notesSlide6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9.xml"/>
		</Relationships>
</file>

<file path=ppt/notesSlides/_rels/notesSlide7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0.xml"/>
		</Relationships>
</file>

<file path=ppt/notesSlides/_rels/notesSlide7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1.xml"/>
		</Relationships>
</file>

<file path=ppt/notesSlides/_rels/notesSlide7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2.xml"/>
		</Relationships>
</file>

<file path=ppt/notesSlides/_rels/notesSlide7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3.xml"/>
		</Relationships>
</file>

<file path=ppt/notesSlides/_rels/notesSlide7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4.xml"/>
		</Relationships>
</file>

<file path=ppt/notesSlides/_rels/notesSlide7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5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الألف الخنجرية (الألف الصغيرة): تُلفظ ولا تُكتب ألفاً كبيرة، ولها حكم الألف الكبيرة نفسه: نمدّ بمقدار حركتين، نحو «هٰذَا» (هَاذَا) و«الرَّحۡمٰنِ» (الرَّحۡمَانِ). كُتبت صغيرة بجانب الحرف.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الألف الخنجرية (الألف الصغيرة): تُلفظ ولا تُكتب ألفاً كبيرة، ولها حكم الألف الكبيرة نفسه: نمدّ بمقدار حركتين، نحو «هٰذَا» (هَاذَا) و«الرَّحۡمٰنِ» (الرَّحۡمَانِ). كُتبت صغيرة بجانب الحرف.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الألف الخنجرية (الألف الصغيرة): تُلفظ ولا تُكتب ألفاً كبيرة، ولها حكم الألف الكبيرة نفسه: نمدّ بمقدار حركتين، نحو «هٰذَا» (هَاذَا) و«الرَّحۡمٰنِ» (الرَّحۡمَانِ). كُتبت صغيرة بجانب الحرف.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الألف الخنجرية (الألف الصغيرة): تُلفظ ولا تُكتب ألفاً كبيرة، ولها حكم الألف الكبيرة نفسه: نمدّ بمقدار حركتين، نحو «هٰذَا» (هَاذَا) و«الرَّحۡمٰنِ» (الرَّحۡمَانِ). كُتبت صغيرة بجانب الحرف.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الألف الخنجرية (الألف الصغيرة): تُلفظ ولا تُكتب ألفاً كبيرة، ولها حكم الألف الكبيرة نفسه: نمدّ بمقدار حركتين، نحو «هٰذَا» (هَاذَا) و«الرَّحۡمٰنِ» (الرَّحۡمَانِ). كُتبت صغيرة بجانب الحرف.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الألف الخنجرية (الألف الصغيرة): تُلفظ ولا تُكتب ألفاً كبيرة، ولها حكم الألف الكبيرة نفسه: نمدّ بمقدار حركتين، نحو «هٰذَا» (هَاذَا) و«الرَّحۡمٰنِ» (الرَّحۡمَانِ). كُتبت صغيرة بجانب الحرف.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الألف الخنجرية (الألف الصغيرة): تُلفظ ولا تُكتب ألفاً كبيرة، ولها حكم الألف الكبيرة نفسه: نمدّ بمقدار حركتين، نحو «هٰذَا» (هَاذَا) و«الرَّحۡمٰنِ» (الرَّحۡمَانِ). كُتبت صغيرة بجانب الحرف.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الألف الخنجرية (الألف الصغيرة): تُلفظ ولا تُكتب ألفاً كبيرة، ولها حكم الألف الكبيرة نفسه: نمدّ بمقدار حركتين، نحو «هٰذَا» (هَاذَا) و«الرَّحۡمٰنِ» (الرَّحۡمَانِ). كُتبت صغيرة بجانب الحرف.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الألف الخنجرية (الألف الصغيرة): تُلفظ ولا تُكتب ألفاً كبيرة، ولها حكم الألف الكبيرة نفسه: نمدّ بمقدار حركتين، نحو «هٰذَا» (هَاذَا) و«الرَّحۡمٰنِ» (الرَّحۡمَانِ). كُتبت صغيرة بجانب الحرف.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الألف الخنجرية (الألف الصغيرة): تُلفظ ولا تُكتب ألفاً كبيرة، ولها حكم الألف الكبيرة نفسه: نمدّ بمقدار حركتين، نحو «هٰذَا» (هَاذَا) و«الرَّحۡمٰنِ» (الرَّحۡمَانِ). كُتبت صغيرة بجانب الحرف.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الألف الخنجرية (الألف الصغيرة): تُلفظ ولا تُكتب ألفاً كبيرة، ولها حكم الألف الكبيرة نفسه: نمدّ بمقدار حركتين، نحو «هٰذَا» (هَاذَا) و«الرَّحۡمٰنِ» (الرَّحۡمَانِ). كُتبت صغيرة بجانب الحرف.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الألف الخنجرية (الألف الصغيرة): تُلفظ ولا تُكتب ألفاً كبيرة، ولها حكم الألف الكبيرة نفسه: نمدّ بمقدار حركتين، نحو «هٰذَا» (هَاذَا) و«الرَّحۡمٰنِ» (الرَّحۡمَانِ). كُتبت صغيرة بجانب الحرف.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الألف الخنجرية (الألف الصغيرة): تُلفظ ولا تُكتب ألفاً كبيرة، ولها حكم الألف الكبيرة نفسه: نمدّ بمقدار حركتين، نحو «هٰذَا» (هَاذَا) و«الرَّحۡمٰنِ» (الرَّحۡمَانِ). كُتبت صغيرة بجانب الحرف.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الألف الخنجرية (الألف الصغيرة): تُلفظ ولا تُكتب ألفاً كبيرة، ولها حكم الألف الكبيرة نفسه: نمدّ بمقدار حركتين، نحو «هٰذَا» (هَاذَا) و«الرَّحۡمٰنِ» (الرَّحۡمَانِ). كُتبت صغيرة بجانب الحرف.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الألف الخنجرية (الألف الصغيرة): تُلفظ ولا تُكتب ألفاً كبيرة، ولها حكم الألف الكبيرة نفسه: نمدّ بمقدار حركتين، نحو «هٰذَا» (هَاذَا) و«الرَّحۡمٰنِ» (الرَّحۡمَانِ). كُتبت صغيرة بجانب الحرف.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الألف الخنجرية (الألف الصغيرة): تُلفظ ولا تُكتب ألفاً كبيرة، ولها حكم الألف الكبيرة نفسه: نمدّ بمقدار حركتين، نحو «هٰذَا» (هَاذَا) و«الرَّحۡمٰنِ» (الرَّحۡمَانِ). كُتبت صغيرة بجانب الحرف.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الألف الخنجرية (الألف الصغيرة): تُلفظ ولا تُكتب ألفاً كبيرة، ولها حكم الألف الكبيرة نفسه: نمدّ بمقدار حركتين، نحو «هٰذَا» (هَاذَا) و«الرَّحۡمٰنِ» (الرَّحۡمَانِ). كُتبت صغيرة بجانب الحرف.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الألف الخنجرية (الألف الصغيرة): تُلفظ ولا تُكتب ألفاً كبيرة، ولها حكم الألف الكبيرة نفسه: نمدّ بمقدار حركتين، نحو «هٰذَا» (هَاذَا) و«الرَّحۡمٰنِ» (الرَّحۡمَانِ). كُتبت صغيرة بجانب الحرف.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الألف الخنجرية (الألف الصغيرة): تُلفظ ولا تُكتب ألفاً كبيرة، ولها حكم الألف الكبيرة نفسه: نمدّ بمقدار حركتين، نحو «هٰذَا» (هَاذَا) و«الرَّحۡمٰنِ» (الرَّحۡمَانِ). كُتبت صغيرة بجانب الحرف.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الألف الخنجرية (الألف الصغيرة): تُلفظ ولا تُكتب ألفاً كبيرة، ولها حكم الألف الكبيرة نفسه: نمدّ بمقدار حركتين، نحو «هٰذَا» (هَاذَا) و«الرَّحۡمٰنِ» (الرَّحۡمَانِ). كُتبت صغيرة بجانب الحرف.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الألف الخنجرية (الألف الصغيرة): تُلفظ ولا تُكتب ألفاً كبيرة، ولها حكم الألف الكبيرة نفسه: نمدّ بمقدار حركتين، نحو «هٰذَا» (هَاذَا) و«الرَّحۡمٰنِ» (الرَّحۡمَانِ). كُتبت صغيرة بجانب الحرف.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الألف الخنجرية (الألف الصغيرة): تُلفظ ولا تُكتب ألفاً كبيرة، ولها حكم الألف الكبيرة نفسه: نمدّ بمقدار حركتين، نحو «هٰذَا» (هَاذَا) و«الرَّحۡمٰنِ» (الرَّحۡمَانِ). كُتبت صغيرة بجانب الحرف.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الألف الخنجرية (الألف الصغيرة): تُلفظ ولا تُكتب ألفاً كبيرة، ولها حكم الألف الكبيرة نفسه: نمدّ بمقدار حركتين، نحو «هٰذَا» (هَاذَا) و«الرَّحۡمٰنِ» (الرَّحۡمَانِ). كُتبت صغيرة بجانب الحرف.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الألف الخنجرية (الألف الصغيرة): تُلفظ ولا تُكتب ألفاً كبيرة، ولها حكم الألف الكبيرة نفسه: نمدّ بمقدار حركتين، نحو «هٰذَا» (هَاذَا) و«الرَّحۡمٰنِ» (الرَّحۡمَانِ). كُتبت صغيرة بجانب الحرف.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الألف الخنجرية (الألف الصغيرة): تُلفظ ولا تُكتب ألفاً كبيرة، ولها حكم الألف الكبيرة نفسه: نمدّ بمقدار حركتين، نحو «هٰذَا» (هَاذَا) و«الرَّحۡمٰنِ» (الرَّحۡمَانِ). كُتبت صغيرة بجانب الحرف.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الألف الخنجرية (الألف الصغيرة): تُلفظ ولا تُكتب ألفاً كبيرة، ولها حكم الألف الكبيرة نفسه: نمدّ بمقدار حركتين، نحو «هٰذَا» (هَاذَا) و«الرَّحۡمٰنِ» (الرَّحۡمَانِ). كُتبت صغيرة بجانب الحرف.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الألف الخنجرية (الألف الصغيرة): تُلفظ ولا تُكتب ألفاً كبيرة، ولها حكم الألف الكبيرة نفسه: نمدّ بمقدار حركتين، نحو «هٰذَا» (هَاذَا) و«الرَّحۡمٰنِ» (الرَّحۡمَانِ). كُتبت صغيرة بجانب الحرف.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الألف الخنجرية (الألف الصغيرة): تُلفظ ولا تُكتب ألفاً كبيرة، ولها حكم الألف الكبيرة نفسه: نمدّ بمقدار حركتين، نحو «هٰذَا» (هَاذَا) و«الرَّحۡمٰنِ» (الرَّحۡمَانِ). كُتبت صغيرة بجانب الحرف.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الألف الخنجرية (الألف الصغيرة): تُلفظ ولا تُكتب ألفاً كبيرة، ولها حكم الألف الكبيرة نفسه: نمدّ بمقدار حركتين، نحو «هٰذَا» (هَاذَا) و«الرَّحۡمٰنِ» (الرَّحۡمَانِ). كُتبت صغيرة بجانب الحرف.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الألف الخنجرية (الألف الصغيرة): تُلفظ ولا تُكتب ألفاً كبيرة، ولها حكم الألف الكبيرة نفسه: نمدّ بمقدار حركتين، نحو «هٰذَا» (هَاذَا) و«الرَّحۡمٰنِ» (الرَّحۡمَانِ). كُتبت صغيرة بجانب الحرف.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الألف الخنجرية (الألف الصغيرة): تُلفظ ولا تُكتب ألفاً كبيرة، ولها حكم الألف الكبيرة نفسه: نمدّ بمقدار حركتين، نحو «هٰذَا» (هَاذَا) و«الرَّحۡمٰنِ» (الرَّحۡمَانِ). كُتبت صغيرة بجانب الحرف.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الألف الخنجرية (الألف الصغيرة): تُلفظ ولا تُكتب ألفاً كبيرة، ولها حكم الألف الكبيرة نفسه: نمدّ بمقدار حركتين، نحو «هٰذَا» (هَاذَا) و«الرَّحۡمٰنِ» (الرَّحۡمَانِ). كُتبت صغيرة بجانب الحرف.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الألف الخنجرية (الألف الصغيرة): تُلفظ ولا تُكتب ألفاً كبيرة، ولها حكم الألف الكبيرة نفسه: نمدّ بمقدار حركتين، نحو «هٰذَا» (هَاذَا) و«الرَّحۡمٰنِ» (الرَّحۡمَانِ). كُتبت صغيرة بجانب الحرف.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الألف الخنجرية (الألف الصغيرة): تُلفظ ولا تُكتب ألفاً كبيرة، ولها حكم الألف الكبيرة نفسه: نمدّ بمقدار حركتين، نحو «هٰذَا» (هَاذَا) و«الرَّحۡمٰنِ» (الرَّحۡمَانِ). كُتبت صغيرة بجانب الحرف.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الألف الخنجرية (الألف الصغيرة): تُلفظ ولا تُكتب ألفاً كبيرة، ولها حكم الألف الكبيرة نفسه: نمدّ بمقدار حركتين، نحو «هٰذَا» (هَاذَا) و«الرَّحۡمٰنِ» (الرَّحۡمَانِ). كُتبت صغيرة بجانب الحرف.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الألف الخنجرية (الألف الصغيرة): تُلفظ ولا تُكتب ألفاً كبيرة، ولها حكم الألف الكبيرة نفسه: نمدّ بمقدار حركتين، نحو «هٰذَا» (هَاذَا) و«الرَّحۡمٰنِ» (الرَّحۡمَانِ). كُتبت صغيرة بجانب الحرف.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الألف الخنجرية (الألف الصغيرة): تُلفظ ولا تُكتب ألفاً كبيرة، ولها حكم الألف الكبيرة نفسه: نمدّ بمقدار حركتين، نحو «هٰذَا» (هَاذَا) و«الرَّحۡمٰنِ» (الرَّحۡمَانِ). كُتبت صغيرة بجانب الحرف.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الألف الخنجرية (الألف الصغيرة): تُلفظ ولا تُكتب ألفاً كبيرة، ولها حكم الألف الكبيرة نفسه: نمدّ بمقدار حركتين، نحو «هٰذَا» (هَاذَا) و«الرَّحۡمٰنِ» (الرَّحۡمَانِ). كُتبت صغيرة بجانب الحرف.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الألف الخنجرية (الألف الصغيرة): تُلفظ ولا تُكتب ألفاً كبيرة، ولها حكم الألف الكبيرة نفسه: نمدّ بمقدار حركتين، نحو «هٰذَا» (هَاذَا) و«الرَّحۡمٰنِ» (الرَّحۡمَانِ). كُتبت صغيرة بجانب الحرف.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الألف الخنجرية (الألف الصغيرة): تُلفظ ولا تُكتب ألفاً كبيرة، ولها حكم الألف الكبيرة نفسه: نمدّ بمقدار حركتين، نحو «هٰذَا» (هَاذَا) و«الرَّحۡمٰنِ» (الرَّحۡمَانِ). كُتبت صغيرة بجانب الحرف.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الألف الخنجرية (الألف الصغيرة): تُلفظ ولا تُكتب ألفاً كبيرة، ولها حكم الألف الكبيرة نفسه: نمدّ بمقدار حركتين، نحو «هٰذَا» (هَاذَا) و«الرَّحۡمٰنِ» (الرَّحۡمَانِ). كُتبت صغيرة بجانب الحرف.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الألف الخنجرية (الألف الصغيرة): تُلفظ ولا تُكتب ألفاً كبيرة، ولها حكم الألف الكبيرة نفسه: نمدّ بمقدار حركتين، نحو «هٰذَا» (هَاذَا) و«الرَّحۡمٰنِ» (الرَّحۡمَانِ). كُتبت صغيرة بجانب الحرف.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الألف الخنجرية (الألف الصغيرة): تُلفظ ولا تُكتب ألفاً كبيرة، ولها حكم الألف الكبيرة نفسه: نمدّ بمقدار حركتين، نحو «هٰذَا» (هَاذَا) و«الرَّحۡمٰنِ» (الرَّحۡمَانِ). كُتبت صغيرة بجانب الحرف.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الألف الخنجرية (الألف الصغيرة): تُلفظ ولا تُكتب ألفاً كبيرة، ولها حكم الألف الكبيرة نفسه: نمدّ بمقدار حركتين، نحو «هٰذَا» (هَاذَا) و«الرَّحۡمٰنِ» (الرَّحۡمَانِ). كُتبت صغيرة بجانب الحرف.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الألف الخنجرية (الألف الصغيرة): تُلفظ ولا تُكتب ألفاً كبيرة، ولها حكم الألف الكبيرة نفسه: نمدّ بمقدار حركتين، نحو «هٰذَا» (هَاذَا) و«الرَّحۡمٰنِ» (الرَّحۡمَانِ). كُتبت صغيرة بجانب الحرف.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الألف الخنجرية (الألف الصغيرة): تُلفظ ولا تُكتب ألفاً كبيرة، ولها حكم الألف الكبيرة نفسه: نمدّ بمقدار حركتين، نحو «هٰذَا» (هَاذَا) و«الرَّحۡمٰنِ» (الرَّحۡمَانِ). كُتبت صغيرة بجانب الحرف.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الألف الخنجرية (الألف الصغيرة): تُلفظ ولا تُكتب ألفاً كبيرة، ولها حكم الألف الكبيرة نفسه: نمدّ بمقدار حركتين، نحو «هٰذَا» (هَاذَا) و«الرَّحۡمٰنِ» (الرَّحۡمَانِ). كُتبت صغيرة بجانب الحرف.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الألف الخنجرية (الألف الصغيرة): تُلفظ ولا تُكتب ألفاً كبيرة، ولها حكم الألف الكبيرة نفسه: نمدّ بمقدار حركتين، نحو «هٰذَا» (هَاذَا) و«الرَّحۡمٰنِ» (الرَّحۡمَانِ). كُتبت صغيرة بجانب الحرف.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الألف الخنجرية (الألف الصغيرة): تُلفظ ولا تُكتب ألفاً كبيرة، ولها حكم الألف الكبيرة نفسه: نمدّ بمقدار حركتين، نحو «هٰذَا» (هَاذَا) و«الرَّحۡمٰنِ» (الرَّحۡمَانِ). كُتبت صغيرة بجانب الحرف.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الألف الخنجرية (الألف الصغيرة): تُلفظ ولا تُكتب ألفاً كبيرة، ولها حكم الألف الكبيرة نفسه: نمدّ بمقدار حركتين، نحو «هٰذَا» (هَاذَا) و«الرَّحۡمٰنِ» (الرَّحۡمَانِ). كُتبت صغيرة بجانب الحرف.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الألف الخنجرية (الألف الصغيرة): تُلفظ ولا تُكتب ألفاً كبيرة، ولها حكم الألف الكبيرة نفسه: نمدّ بمقدار حركتين، نحو «هٰذَا» (هَاذَا) و«الرَّحۡمٰنِ» (الرَّحۡمَانِ). كُتبت صغيرة بجانب الحرف.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الألف الخنجرية (الألف الصغيرة): تُلفظ ولا تُكتب ألفاً كبيرة، ولها حكم الألف الكبيرة نفسه: نمدّ بمقدار حركتين، نحو «هٰذَا» (هَاذَا) و«الرَّحۡمٰنِ» (الرَّحۡمَانِ). كُتبت صغيرة بجانب الحرف.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الألف الخنجرية (الألف الصغيرة): تُلفظ ولا تُكتب ألفاً كبيرة، ولها حكم الألف الكبيرة نفسه: نمدّ بمقدار حركتين، نحو «هٰذَا» (هَاذَا) و«الرَّحۡمٰنِ» (الرَّحۡمَانِ). كُتبت صغيرة بجانب الحرف.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الألف الخنجرية (الألف الصغيرة): تُلفظ ولا تُكتب ألفاً كبيرة، ولها حكم الألف الكبيرة نفسه: نمدّ بمقدار حركتين، نحو «هٰذَا» (هَاذَا) و«الرَّحۡمٰنِ» (الرَّحۡمَانِ). كُتبت صغيرة بجانب الحرف.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الألف الخنجرية (الألف الصغيرة): تُلفظ ولا تُكتب ألفاً كبيرة، ولها حكم الألف الكبيرة نفسه: نمدّ بمقدار حركتين، نحو «هٰذَا» (هَاذَا) و«الرَّحۡمٰنِ» (الرَّحۡمَانِ). كُتبت صغيرة بجانب الحرف.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الألف الخنجرية (الألف الصغيرة): تُلفظ ولا تُكتب ألفاً كبيرة، ولها حكم الألف الكبيرة نفسه: نمدّ بمقدار حركتين، نحو «هٰذَا» (هَاذَا) و«الرَّحۡمٰنِ» (الرَّحۡمَانِ). كُتبت صغيرة بجانب الحرف.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الألف الخنجرية (الألف الصغيرة): تُلفظ ولا تُكتب ألفاً كبيرة، ولها حكم الألف الكبيرة نفسه: نمدّ بمقدار حركتين، نحو «هٰذَا» (هَاذَا) و«الرَّحۡمٰنِ» (الرَّحۡمَانِ). كُتبت صغيرة بجانب الحرف.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الألف الخنجرية (الألف الصغيرة): تُلفظ ولا تُكتب ألفاً كبيرة، ولها حكم الألف الكبيرة نفسه: نمدّ بمقدار حركتين، نحو «هٰذَا» (هَاذَا) و«الرَّحۡمٰنِ» (الرَّحۡمَانِ). كُتبت صغيرة بجانب الحرف.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الألف الخنجرية (الألف الصغيرة): تُلفظ ولا تُكتب ألفاً كبيرة، ولها حكم الألف الكبيرة نفسه: نمدّ بمقدار حركتين، نحو «هٰذَا» (هَاذَا) و«الرَّحۡمٰنِ» (الرَّحۡمَانِ). كُتبت صغيرة بجانب الحرف.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الألف الخنجرية (الألف الصغيرة): تُلفظ ولا تُكتب ألفاً كبيرة، ولها حكم الألف الكبيرة نفسه: نمدّ بمقدار حركتين، نحو «هٰذَا» (هَاذَا) و«الرَّحۡمٰنِ» (الرَّحۡمَانِ). كُتبت صغيرة بجانب الحرف.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الألف الخنجرية (الألف الصغيرة): تُلفظ ولا تُكتب ألفاً كبيرة، ولها حكم الألف الكبيرة نفسه: نمدّ بمقدار حركتين، نحو «هٰذَا» (هَاذَا) و«الرَّحۡمٰنِ» (الرَّحۡمَانِ). كُتبت صغيرة بجانب الحرف.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الألف الخنجرية (الألف الصغيرة): تُلفظ ولا تُكتب ألفاً كبيرة، ولها حكم الألف الكبيرة نفسه: نمدّ بمقدار حركتين، نحو «هٰذَا» (هَاذَا) و«الرَّحۡمٰنِ» (الرَّحۡمَانِ). كُتبت صغيرة بجانب الحرف.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الألف الخنجرية (الألف الصغيرة): تُلفظ ولا تُكتب ألفاً كبيرة، ولها حكم الألف الكبيرة نفسه: نمدّ بمقدار حركتين، نحو «هٰذَا» (هَاذَا) و«الرَّحۡمٰنِ» (الرَّحۡمَانِ). كُتبت صغيرة بجانب الحرف.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الألف الخنجرية (الألف الصغيرة): تُلفظ ولا تُكتب ألفاً كبيرة، ولها حكم الألف الكبيرة نفسه: نمدّ بمقدار حركتين، نحو «هٰذَا» (هَاذَا) و«الرَّحۡمٰنِ» (الرَّحۡمَانِ). كُتبت صغيرة بجانب الحرف.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الألف الخنجرية (الألف الصغيرة): تُلفظ ولا تُكتب ألفاً كبيرة، ولها حكم الألف الكبيرة نفسه: نمدّ بمقدار حركتين، نحو «هٰذَا» (هَاذَا) و«الرَّحۡمٰنِ» (الرَّحۡمَانِ). كُتبت صغيرة بجانب الحرف.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الألف الخنجرية (الألف الصغيرة): تُلفظ ولا تُكتب ألفاً كبيرة، ولها حكم الألف الكبيرة نفسه: نمدّ بمقدار حركتين، نحو «هٰذَا» (هَاذَا) و«الرَّحۡمٰنِ» (الرَّحۡمَانِ). كُتبت صغيرة بجانب الحرف.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الألف الخنجرية (الألف الصغيرة): تُلفظ ولا تُكتب ألفاً كبيرة، ولها حكم الألف الكبيرة نفسه: نمدّ بمقدار حركتين، نحو «هٰذَا» (هَاذَا) و«الرَّحۡمٰنِ» (الرَّحۡمَانِ). كُتبت صغيرة بجانب الحرف.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الألف الخنجرية (الألف الصغيرة): تُلفظ ولا تُكتب ألفاً كبيرة، ولها حكم الألف الكبيرة نفسه: نمدّ بمقدار حركتين، نحو «هٰذَا» (هَاذَا) و«الرَّحۡمٰنِ» (الرَّحۡمَانِ). كُتبت صغيرة بجانب الحرف.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الألف الخنجرية (الألف الصغيرة): تُلفظ ولا تُكتب ألفاً كبيرة، ولها حكم الألف الكبيرة نفسه: نمدّ بمقدار حركتين، نحو «هٰذَا» (هَاذَا) و«الرَّحۡمٰنِ» (الرَّحۡمَانِ). كُتبت صغيرة بجانب الحرف.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الألف الخنجرية (الألف الصغيرة): تُلفظ ولا تُكتب ألفاً كبيرة، ولها حكم الألف الكبيرة نفسه: نمدّ بمقدار حركتين، نحو «هٰذَا» (هَاذَا) و«الرَّحۡمٰنِ» (الرَّحۡمَانِ). كُتبت صغيرة بجانب الحرف.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الألف الخنجرية (الألف الصغيرة): تُلفظ ولا تُكتب ألفاً كبيرة، ولها حكم الألف الكبيرة نفسه: نمدّ بمقدار حركتين، نحو «هٰذَا» (هَاذَا) و«الرَّحۡمٰنِ» (الرَّحۡمَانِ). كُتبت صغيرة بجانب الحرف.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الألف الخنجرية (الألف الصغيرة): تُلفظ ولا تُكتب ألفاً كبيرة، ولها حكم الألف الكبيرة نفسه: نمدّ بمقدار حركتين، نحو «هٰذَا» (هَاذَا) و«الرَّحۡمٰنِ» (الرَّحۡمَانِ). كُتبت صغيرة بجانب الحرف.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الألف الخنجرية (الألف الصغيرة): تُلفظ ولا تُكتب ألفاً كبيرة، ولها حكم الألف الكبيرة نفسه: نمدّ بمقدار حركتين، نحو «هٰذَا» (هَاذَا) و«الرَّحۡمٰنِ» (الرَّحۡمَانِ). كُتبت صغيرة بجانب الحرف.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الألف الخنجرية (الألف الصغيرة): تُلفظ ولا تُكتب ألفاً كبيرة، ولها حكم الألف الكبيرة نفسه: نمدّ بمقدار حركتين، نحو «هٰذَا» (هَاذَا) و«الرَّحۡمٰنِ» (الرَّحۡمَانِ). كُتبت صغيرة بجانب الحرف.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الألف الخنجرية (الألف الصغيرة): تُلفظ ولا تُكتب ألفاً كبيرة، ولها حكم الألف الكبيرة نفسه: نمدّ بمقدار حركتين، نحو «هٰذَا» (هَاذَا) و«الرَّحۡمٰنِ» (الرَّحۡمَانِ). كُتبت صغيرة بجانب الحرف.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Relationship Id="rIdTrSnd" Type="http://schemas.openxmlformats.org/officeDocument/2006/relationships/audio" Target="../media/whoosh.wav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Relationship Id="rIdTrSnd" Type="http://schemas.openxmlformats.org/officeDocument/2006/relationships/audio" Target="../media/bubbles.wav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Relationship Id="rIdTrSnd" Type="http://schemas.openxmlformats.org/officeDocument/2006/relationships/audio" Target="../media/sparkle.wav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Relationship Id="rIdTrSnd" Type="http://schemas.openxmlformats.org/officeDocument/2006/relationships/audio" Target="../media/marimba.wav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Relationship Id="rIdTrSnd" Type="http://schemas.openxmlformats.org/officeDocument/2006/relationships/audio" Target="../media/harp.wav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Relationship Id="rIdTrSnd" Type="http://schemas.openxmlformats.org/officeDocument/2006/relationships/audio" Target="../media/chime.wav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Relationship Id="rIdTrSnd" Type="http://schemas.openxmlformats.org/officeDocument/2006/relationships/audio" Target="../media/whoosh.wav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Relationship Id="rIdTrSnd" Type="http://schemas.openxmlformats.org/officeDocument/2006/relationships/audio" Target="../media/bubbles.wav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Relationship Id="rIdTrSnd" Type="http://schemas.openxmlformats.org/officeDocument/2006/relationships/audio" Target="../media/sparkle.wav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.xml"/><Relationship Id="rIdTrSnd" Type="http://schemas.openxmlformats.org/officeDocument/2006/relationships/audio" Target="../media/marimba.wav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2.xml"/><Relationship Id="rIdTrSnd" Type="http://schemas.openxmlformats.org/officeDocument/2006/relationships/audio" Target="../media/harp.wav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3.xml"/><Relationship Id="rIdTrSnd" Type="http://schemas.openxmlformats.org/officeDocument/2006/relationships/audio" Target="../media/chime.wav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4.xml"/><Relationship Id="rIdTrSnd" Type="http://schemas.openxmlformats.org/officeDocument/2006/relationships/audio" Target="../media/whoosh.wav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5.xml"/><Relationship Id="rIdTrSnd" Type="http://schemas.openxmlformats.org/officeDocument/2006/relationships/audio" Target="../media/bubbles.wav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6.xml"/><Relationship Id="rIdTrSnd" Type="http://schemas.openxmlformats.org/officeDocument/2006/relationships/audio" Target="../media/sparkle.wav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7.xml"/><Relationship Id="rIdTrSnd" Type="http://schemas.openxmlformats.org/officeDocument/2006/relationships/audio" Target="../media/marimba.wav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8.xml"/><Relationship Id="rIdTrSnd" Type="http://schemas.openxmlformats.org/officeDocument/2006/relationships/audio" Target="../media/harp.wav"/></Relationships>
</file>

<file path=ppt/slides/_rels/slide1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9.xml"/><Relationship Id="rIdTrSnd" Type="http://schemas.openxmlformats.org/officeDocument/2006/relationships/audio" Target="../media/chime.wav"/></Relationships>
</file>

<file path=ppt/slides/_rels/slide2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0.xml"/><Relationship Id="rIdTrSnd" Type="http://schemas.openxmlformats.org/officeDocument/2006/relationships/audio" Target="../media/whoosh.wav"/></Relationships>
</file>

<file path=ppt/slides/_rels/slide2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1.xml"/><Relationship Id="rIdTrSnd" Type="http://schemas.openxmlformats.org/officeDocument/2006/relationships/audio" Target="../media/bubbles.wav"/></Relationships>
</file>

<file path=ppt/slides/_rels/slide2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2.xml"/><Relationship Id="rIdTrSnd" Type="http://schemas.openxmlformats.org/officeDocument/2006/relationships/audio" Target="../media/sparkle.wav"/></Relationships>
</file>

<file path=ppt/slides/_rels/slide2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3.xml"/><Relationship Id="rIdTrSnd" Type="http://schemas.openxmlformats.org/officeDocument/2006/relationships/audio" Target="../media/marimba.wav"/></Relationships>
</file>

<file path=ppt/slides/_rels/slide2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4.xml"/><Relationship Id="rIdTrSnd" Type="http://schemas.openxmlformats.org/officeDocument/2006/relationships/audio" Target="../media/harp.wav"/></Relationships>
</file>

<file path=ppt/slides/_rels/slide2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5.xml"/><Relationship Id="rIdTrSnd" Type="http://schemas.openxmlformats.org/officeDocument/2006/relationships/audio" Target="../media/chime.wav"/></Relationships>
</file>

<file path=ppt/slides/_rels/slide2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6.xml"/><Relationship Id="rIdTrSnd" Type="http://schemas.openxmlformats.org/officeDocument/2006/relationships/audio" Target="../media/whoosh.wav"/></Relationships>
</file>

<file path=ppt/slides/_rels/slide2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7.xml"/><Relationship Id="rIdTrSnd" Type="http://schemas.openxmlformats.org/officeDocument/2006/relationships/audio" Target="../media/bubbles.wav"/></Relationships>
</file>

<file path=ppt/slides/_rels/slide2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8.xml"/><Relationship Id="rIdTrSnd" Type="http://schemas.openxmlformats.org/officeDocument/2006/relationships/audio" Target="../media/sparkle.wav"/></Relationships>
</file>

<file path=ppt/slides/_rels/slide2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9.xml"/><Relationship Id="rIdTrSnd" Type="http://schemas.openxmlformats.org/officeDocument/2006/relationships/audio" Target="../media/marimba.wav"/></Relationships>
</file>

<file path=ppt/slides/_rels/slide3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0.xml"/><Relationship Id="rIdTrSnd" Type="http://schemas.openxmlformats.org/officeDocument/2006/relationships/audio" Target="../media/harp.wav"/></Relationships>
</file>

<file path=ppt/slides/_rels/slide3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1.xml"/><Relationship Id="rIdTrSnd" Type="http://schemas.openxmlformats.org/officeDocument/2006/relationships/audio" Target="../media/chime.wav"/></Relationships>
</file>

<file path=ppt/slides/_rels/slide3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2.xml"/><Relationship Id="rIdTrSnd" Type="http://schemas.openxmlformats.org/officeDocument/2006/relationships/audio" Target="../media/whoosh.wav"/></Relationships>
</file>

<file path=ppt/slides/_rels/slide3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3.xml"/><Relationship Id="rIdTrSnd" Type="http://schemas.openxmlformats.org/officeDocument/2006/relationships/audio" Target="../media/bubbles.wav"/></Relationships>
</file>

<file path=ppt/slides/_rels/slide3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4.xml"/><Relationship Id="rIdTrSnd" Type="http://schemas.openxmlformats.org/officeDocument/2006/relationships/audio" Target="../media/sparkle.wav"/></Relationships>
</file>

<file path=ppt/slides/_rels/slide3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5.xml"/><Relationship Id="rIdTrSnd" Type="http://schemas.openxmlformats.org/officeDocument/2006/relationships/audio" Target="../media/marimba.wav"/></Relationships>
</file>

<file path=ppt/slides/_rels/slide3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6.xml"/><Relationship Id="rIdTrSnd" Type="http://schemas.openxmlformats.org/officeDocument/2006/relationships/audio" Target="../media/harp.wav"/></Relationships>
</file>

<file path=ppt/slides/_rels/slide3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7.xml"/><Relationship Id="rIdTrSnd" Type="http://schemas.openxmlformats.org/officeDocument/2006/relationships/audio" Target="../media/chime.wav"/></Relationships>
</file>

<file path=ppt/slides/_rels/slide3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8.xml"/><Relationship Id="rIdTrSnd" Type="http://schemas.openxmlformats.org/officeDocument/2006/relationships/audio" Target="../media/whoosh.wav"/></Relationships>
</file>

<file path=ppt/slides/_rels/slide3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9.xml"/><Relationship Id="rIdTrSnd" Type="http://schemas.openxmlformats.org/officeDocument/2006/relationships/audio" Target="../media/bubbles.wav"/></Relationships>
</file>

<file path=ppt/slides/_rels/slide4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0.xml"/><Relationship Id="rIdTrSnd" Type="http://schemas.openxmlformats.org/officeDocument/2006/relationships/audio" Target="../media/sparkle.wav"/></Relationships>
</file>

<file path=ppt/slides/_rels/slide4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1.xml"/><Relationship Id="rIdTrSnd" Type="http://schemas.openxmlformats.org/officeDocument/2006/relationships/audio" Target="../media/marimba.wav"/></Relationships>
</file>

<file path=ppt/slides/_rels/slide4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2.xml"/><Relationship Id="rIdTrSnd" Type="http://schemas.openxmlformats.org/officeDocument/2006/relationships/audio" Target="../media/harp.wav"/></Relationships>
</file>

<file path=ppt/slides/_rels/slide4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3.xml"/><Relationship Id="rIdTrSnd" Type="http://schemas.openxmlformats.org/officeDocument/2006/relationships/audio" Target="../media/chime.wav"/></Relationships>
</file>

<file path=ppt/slides/_rels/slide4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4.xml"/><Relationship Id="rIdTrSnd" Type="http://schemas.openxmlformats.org/officeDocument/2006/relationships/audio" Target="../media/whoosh.wav"/></Relationships>
</file>

<file path=ppt/slides/_rels/slide4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5.xml"/><Relationship Id="rIdTrSnd" Type="http://schemas.openxmlformats.org/officeDocument/2006/relationships/audio" Target="../media/bubbles.wav"/></Relationships>
</file>

<file path=ppt/slides/_rels/slide4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6.xml"/><Relationship Id="rIdTrSnd" Type="http://schemas.openxmlformats.org/officeDocument/2006/relationships/audio" Target="../media/sparkle.wav"/></Relationships>
</file>

<file path=ppt/slides/_rels/slide4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7.xml"/><Relationship Id="rIdTrSnd" Type="http://schemas.openxmlformats.org/officeDocument/2006/relationships/audio" Target="../media/marimba.wav"/></Relationships>
</file>

<file path=ppt/slides/_rels/slide4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8.xml"/><Relationship Id="rIdTrSnd" Type="http://schemas.openxmlformats.org/officeDocument/2006/relationships/audio" Target="../media/harp.wav"/></Relationships>
</file>

<file path=ppt/slides/_rels/slide4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9.xml"/><Relationship Id="rIdTrSnd" Type="http://schemas.openxmlformats.org/officeDocument/2006/relationships/audio" Target="../media/chime.wav"/></Relationships>
</file>

<file path=ppt/slides/_rels/slide5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0.xml"/><Relationship Id="rIdTrSnd" Type="http://schemas.openxmlformats.org/officeDocument/2006/relationships/audio" Target="../media/whoosh.wav"/></Relationships>
</file>

<file path=ppt/slides/_rels/slide5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1.xml"/><Relationship Id="rIdTrSnd" Type="http://schemas.openxmlformats.org/officeDocument/2006/relationships/audio" Target="../media/bubbles.wav"/></Relationships>
</file>

<file path=ppt/slides/_rels/slide5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2.xml"/><Relationship Id="rIdTrSnd" Type="http://schemas.openxmlformats.org/officeDocument/2006/relationships/audio" Target="../media/sparkle.wav"/></Relationships>
</file>

<file path=ppt/slides/_rels/slide5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3.xml"/><Relationship Id="rIdTrSnd" Type="http://schemas.openxmlformats.org/officeDocument/2006/relationships/audio" Target="../media/marimba.wav"/></Relationships>
</file>

<file path=ppt/slides/_rels/slide5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4.xml"/><Relationship Id="rIdTrSnd" Type="http://schemas.openxmlformats.org/officeDocument/2006/relationships/audio" Target="../media/harp.wav"/></Relationships>
</file>

<file path=ppt/slides/_rels/slide5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5.xml"/><Relationship Id="rIdTrSnd" Type="http://schemas.openxmlformats.org/officeDocument/2006/relationships/audio" Target="../media/chime.wav"/></Relationships>
</file>

<file path=ppt/slides/_rels/slide5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6.xml"/><Relationship Id="rIdTrSnd" Type="http://schemas.openxmlformats.org/officeDocument/2006/relationships/audio" Target="../media/whoosh.wav"/></Relationships>
</file>

<file path=ppt/slides/_rels/slide5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7.xml"/><Relationship Id="rIdTrSnd" Type="http://schemas.openxmlformats.org/officeDocument/2006/relationships/audio" Target="../media/bubbles.wav"/></Relationships>
</file>

<file path=ppt/slides/_rels/slide5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8.xml"/><Relationship Id="rIdTrSnd" Type="http://schemas.openxmlformats.org/officeDocument/2006/relationships/audio" Target="../media/sparkle.wav"/></Relationships>
</file>

<file path=ppt/slides/_rels/slide5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9.xml"/><Relationship Id="rIdTrSnd" Type="http://schemas.openxmlformats.org/officeDocument/2006/relationships/audio" Target="../media/marimba.wav"/></Relationships>
</file>

<file path=ppt/slides/_rels/slide6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0.xml"/><Relationship Id="rIdTrSnd" Type="http://schemas.openxmlformats.org/officeDocument/2006/relationships/audio" Target="../media/harp.wav"/></Relationships>
</file>

<file path=ppt/slides/_rels/slide6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1.xml"/><Relationship Id="rIdTrSnd" Type="http://schemas.openxmlformats.org/officeDocument/2006/relationships/audio" Target="../media/chime.wav"/></Relationships>
</file>

<file path=ppt/slides/_rels/slide6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2.xml"/><Relationship Id="rIdTrSnd" Type="http://schemas.openxmlformats.org/officeDocument/2006/relationships/audio" Target="../media/whoosh.wav"/></Relationships>
</file>

<file path=ppt/slides/_rels/slide6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3.xml"/><Relationship Id="rIdTrSnd" Type="http://schemas.openxmlformats.org/officeDocument/2006/relationships/audio" Target="../media/bubbles.wav"/></Relationships>
</file>

<file path=ppt/slides/_rels/slide6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4.xml"/><Relationship Id="rIdTrSnd" Type="http://schemas.openxmlformats.org/officeDocument/2006/relationships/audio" Target="../media/sparkle.wav"/></Relationships>
</file>

<file path=ppt/slides/_rels/slide6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5.xml"/><Relationship Id="rIdTrSnd" Type="http://schemas.openxmlformats.org/officeDocument/2006/relationships/audio" Target="../media/marimba.wav"/></Relationships>
</file>

<file path=ppt/slides/_rels/slide6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6.xml"/><Relationship Id="rIdTrSnd" Type="http://schemas.openxmlformats.org/officeDocument/2006/relationships/audio" Target="../media/harp.wav"/></Relationships>
</file>

<file path=ppt/slides/_rels/slide6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7.xml"/><Relationship Id="rIdTrSnd" Type="http://schemas.openxmlformats.org/officeDocument/2006/relationships/audio" Target="../media/chime.wav"/></Relationships>
</file>

<file path=ppt/slides/_rels/slide6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8.xml"/><Relationship Id="rIdTrSnd" Type="http://schemas.openxmlformats.org/officeDocument/2006/relationships/audio" Target="../media/whoosh.wav"/></Relationships>
</file>

<file path=ppt/slides/_rels/slide6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9.xml"/><Relationship Id="rIdTrSnd" Type="http://schemas.openxmlformats.org/officeDocument/2006/relationships/audio" Target="../media/bubbles.wav"/></Relationships>
</file>

<file path=ppt/slides/_rels/slide7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0.xml"/><Relationship Id="rIdTrSnd" Type="http://schemas.openxmlformats.org/officeDocument/2006/relationships/audio" Target="../media/sparkle.wav"/></Relationships>
</file>

<file path=ppt/slides/_rels/slide7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1.xml"/><Relationship Id="rIdTrSnd" Type="http://schemas.openxmlformats.org/officeDocument/2006/relationships/audio" Target="../media/marimba.wav"/></Relationships>
</file>

<file path=ppt/slides/_rels/slide7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2.xml"/><Relationship Id="rIdTrSnd" Type="http://schemas.openxmlformats.org/officeDocument/2006/relationships/audio" Target="../media/harp.wav"/></Relationships>
</file>

<file path=ppt/slides/_rels/slide7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3.xml"/><Relationship Id="rIdTrSnd" Type="http://schemas.openxmlformats.org/officeDocument/2006/relationships/audio" Target="../media/chime.wav"/></Relationships>
</file>

<file path=ppt/slides/_rels/slide7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4.xml"/><Relationship Id="rIdTrSnd" Type="http://schemas.openxmlformats.org/officeDocument/2006/relationships/audio" Target="../media/whoosh.wav"/></Relationships>
</file>

<file path=ppt/slides/_rels/slide7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5.xml"/><Relationship Id="rIdTrSnd" Type="http://schemas.openxmlformats.org/officeDocument/2006/relationships/audio" Target="../media/bubbles.wav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43143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moon"/>
          <p:cNvSpPr/>
          <p:nvPr/>
        </p:nvSpPr>
        <p:spPr>
          <a:xfrm>
            <a:off x="365760" y="91440"/>
            <a:ext cx="502920" cy="731520"/>
          </a:xfrm>
          <a:prstGeom prst="moon">
            <a:avLst/>
          </a:prstGeom>
          <a:solidFill>
            <a:srgbClr val="FFE88A"/>
          </a:solidFill>
          <a:ln w="12700">
            <a:solidFill>
              <a:srgbClr val="FFE88A"/>
            </a:solidFill>
            <a:prstDash val="solid"/>
          </a:ln>
        </p:spPr>
      </p:sp>
      <p:sp>
        <p:nvSpPr>
          <p:cNvPr id="3" name="Deco star 0"/>
          <p:cNvSpPr/>
          <p:nvPr/>
        </p:nvSpPr>
        <p:spPr>
          <a:xfrm>
            <a:off x="1280160" y="18288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4" name="Deco star 1"/>
          <p:cNvSpPr/>
          <p:nvPr/>
        </p:nvSpPr>
        <p:spPr>
          <a:xfrm>
            <a:off x="2194560" y="50292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5" name="Deco star 2"/>
          <p:cNvSpPr/>
          <p:nvPr/>
        </p:nvSpPr>
        <p:spPr>
          <a:xfrm>
            <a:off x="3291840" y="137160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6" name="Deco star 3"/>
          <p:cNvSpPr/>
          <p:nvPr/>
        </p:nvSpPr>
        <p:spPr>
          <a:xfrm>
            <a:off x="5760720" y="457200"/>
            <a:ext cx="365760" cy="36576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7" name="Deco star 4"/>
          <p:cNvSpPr/>
          <p:nvPr/>
        </p:nvSpPr>
        <p:spPr>
          <a:xfrm>
            <a:off x="6766560" y="109728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8" name="Deco star 5"/>
          <p:cNvSpPr/>
          <p:nvPr/>
        </p:nvSpPr>
        <p:spPr>
          <a:xfrm>
            <a:off x="7772400" y="41148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9" name="Deco star 6"/>
          <p:cNvSpPr/>
          <p:nvPr/>
        </p:nvSpPr>
        <p:spPr>
          <a:xfrm>
            <a:off x="8503920" y="13716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10" name="Deco hill left"/>
          <p:cNvSpPr/>
          <p:nvPr/>
        </p:nvSpPr>
        <p:spPr>
          <a:xfrm>
            <a:off x="-914400" y="4480560"/>
            <a:ext cx="4937760" cy="1463040"/>
          </a:xfrm>
          <a:prstGeom prst="ellipse">
            <a:avLst/>
          </a:prstGeom>
          <a:solidFill>
            <a:srgbClr val="642B43"/>
          </a:solidFill>
          <a:ln w="12700">
            <a:solidFill>
              <a:srgbClr val="642B43"/>
            </a:solidFill>
            <a:prstDash val="solid"/>
          </a:ln>
        </p:spPr>
      </p:sp>
      <p:sp>
        <p:nvSpPr>
          <p:cNvPr id="11" name="Deco hill right"/>
          <p:cNvSpPr/>
          <p:nvPr/>
        </p:nvSpPr>
        <p:spPr>
          <a:xfrm>
            <a:off x="4206240" y="4572000"/>
            <a:ext cx="5669280" cy="1463040"/>
          </a:xfrm>
          <a:prstGeom prst="ellipse">
            <a:avLst/>
          </a:prstGeom>
          <a:solidFill>
            <a:srgbClr val="793A34"/>
          </a:solidFill>
          <a:ln w="12700">
            <a:solidFill>
              <a:srgbClr val="793A34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C1 L1 letter"/>
          <p:cNvSpPr txBox="1"/>
          <p:nvPr/>
        </p:nvSpPr>
        <p:spPr>
          <a:xfrm>
            <a:off x="6720840" y="1542237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س</a:t>
            </a:r>
            <a:endParaRPr lang="ar-SA" sz="6800" dirty="0"/>
          </a:p>
        </p:txBody>
      </p:sp>
      <p:sp>
        <p:nvSpPr>
          <p:cNvPr id="16" name="C2 V1 vowel"/>
          <p:cNvSpPr txBox="1"/>
          <p:nvPr/>
        </p:nvSpPr>
        <p:spPr>
          <a:xfrm>
            <a:off x="6720840" y="1542237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سَ</a:t>
            </a:r>
            <a:endParaRPr lang="ar-SA" sz="6800" dirty="0"/>
          </a:p>
        </p:txBody>
      </p:sp>
      <p:sp>
        <p:nvSpPr>
          <p:cNvPr id="17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26D935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8" name="C4 M2 madd"/>
          <p:cNvSpPr txBox="1"/>
          <p:nvPr/>
        </p:nvSpPr>
        <p:spPr>
          <a:xfrm>
            <a:off x="4343400" y="1712214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ar-SA" altLang="en-US" sz="5400" dirty="0">
                <a:solidFill>
                  <a:srgbClr val="E0313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5400" dirty="0"/>
          </a:p>
        </p:txBody>
      </p:sp>
      <p:sp>
        <p:nvSpPr>
          <p:cNvPr id="19" name="C4 S2 stretch"/>
          <p:cNvSpPr/>
          <p:nvPr/>
        </p:nvSpPr>
        <p:spPr>
          <a:xfrm>
            <a:off x="4919472" y="1362456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0" name="C5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2EB895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1" name="C6 R result"/>
          <p:cNvSpPr txBox="1"/>
          <p:nvPr/>
        </p:nvSpPr>
        <p:spPr>
          <a:xfrm>
            <a:off x="685800" y="1582420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ar-SA" altLang="en-US" sz="11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سَ</a:t>
            </a:r>
            <a:pPr algn="ctr" indent="0" marL="0">
              <a:buNone/>
            </a:pPr>
            <a:r>
              <a:rPr lang="ar-SA" altLang="en-US" sz="8800" baseline="12500" dirty="0">
                <a:solidFill>
                  <a:srgbClr val="E0313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11000" dirty="0"/>
          </a:p>
        </p:txBody>
      </p:sp>
    </p:spTree>
  </p:cSld>
  <p:clrMapOvr>
    <a:masterClrMapping/>
  </p:clrMapOvr>
  <p:transition spd="med">
    <p:cover dir="l"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3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5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6" fill="hold">
                      <p:stCondLst>
                        <p:cond delay="indefinite"/>
                      </p:stCondLst>
                      <p:childTnLst>
                        <p:par>
                          <p:cTn id="27" fill="hold">
                            <p:stCondLst>
                              <p:cond delay="0"/>
                            </p:stCondLst>
                            <p:childTnLst>
                              <p:par>
                                <p:cTn id="2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0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1" fill="hold">
                      <p:stCondLst>
                        <p:cond delay="indefinite"/>
                      </p:stCondLst>
                      <p:childTnLst>
                        <p:par>
                          <p:cTn id="32" fill="hold">
                            <p:stCondLst>
                              <p:cond delay="0"/>
                            </p:stCondLst>
                            <p:childTnLst>
                              <p:par>
                                <p:cTn id="3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5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</p:bldLst>
  </p:timing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E4F7C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wave back"/>
          <p:cNvSpPr/>
          <p:nvPr/>
        </p:nvSpPr>
        <p:spPr>
          <a:xfrm>
            <a:off x="-182880" y="4389120"/>
            <a:ext cx="9509760" cy="548640"/>
          </a:xfrm>
          <a:prstGeom prst="wave">
            <a:avLst/>
          </a:prstGeom>
          <a:solidFill>
            <a:srgbClr val="855CD6"/>
          </a:solidFill>
          <a:ln w="12700">
            <a:solidFill>
              <a:srgbClr val="855CD6"/>
            </a:solidFill>
            <a:prstDash val="solid"/>
          </a:ln>
        </p:spPr>
      </p:sp>
      <p:sp>
        <p:nvSpPr>
          <p:cNvPr id="3" name="Deco sea floor"/>
          <p:cNvSpPr/>
          <p:nvPr/>
        </p:nvSpPr>
        <p:spPr>
          <a:xfrm>
            <a:off x="0" y="4709160"/>
            <a:ext cx="9144000" cy="457200"/>
          </a:xfrm>
          <a:prstGeom prst="rect">
            <a:avLst/>
          </a:prstGeom>
          <a:solidFill>
            <a:srgbClr val="7333CC"/>
          </a:solidFill>
          <a:ln w="12700">
            <a:solidFill>
              <a:srgbClr val="7333CC"/>
            </a:solidFill>
            <a:prstDash val="solid"/>
          </a:ln>
        </p:spPr>
      </p:sp>
      <p:sp>
        <p:nvSpPr>
          <p:cNvPr id="4" name="Deco bubble 0"/>
          <p:cNvSpPr/>
          <p:nvPr/>
        </p:nvSpPr>
        <p:spPr>
          <a:xfrm>
            <a:off x="365760" y="182880"/>
            <a:ext cx="411480" cy="4114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5" name="Deco bubble 1"/>
          <p:cNvSpPr/>
          <p:nvPr/>
        </p:nvSpPr>
        <p:spPr>
          <a:xfrm>
            <a:off x="914400" y="502920"/>
            <a:ext cx="256032" cy="256032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6" name="Deco bubble 2"/>
          <p:cNvSpPr/>
          <p:nvPr/>
        </p:nvSpPr>
        <p:spPr>
          <a:xfrm>
            <a:off x="8138160" y="137160"/>
            <a:ext cx="457200" cy="4572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7" name="Deco bubble 3"/>
          <p:cNvSpPr/>
          <p:nvPr/>
        </p:nvSpPr>
        <p:spPr>
          <a:xfrm>
            <a:off x="7680960" y="548640"/>
            <a:ext cx="228600" cy="2286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8" name="Deco bubble 4"/>
          <p:cNvSpPr/>
          <p:nvPr/>
        </p:nvSpPr>
        <p:spPr>
          <a:xfrm>
            <a:off x="8686800" y="566928"/>
            <a:ext cx="182880" cy="1828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9" name="Deco sun"/>
          <p:cNvSpPr/>
          <p:nvPr/>
        </p:nvSpPr>
        <p:spPr>
          <a:xfrm>
            <a:off x="4206240" y="109728"/>
            <a:ext cx="685800" cy="68580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0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1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12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3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4" name="C1 L1 letter"/>
          <p:cNvSpPr txBox="1"/>
          <p:nvPr/>
        </p:nvSpPr>
        <p:spPr>
          <a:xfrm>
            <a:off x="7269480" y="1794116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س</a:t>
            </a:r>
            <a:endParaRPr lang="ar-SA" sz="4700" dirty="0"/>
          </a:p>
        </p:txBody>
      </p:sp>
      <p:sp>
        <p:nvSpPr>
          <p:cNvPr id="15" name="C2 V1 vowel"/>
          <p:cNvSpPr txBox="1"/>
          <p:nvPr/>
        </p:nvSpPr>
        <p:spPr>
          <a:xfrm>
            <a:off x="7269480" y="1794116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سَ</a:t>
            </a:r>
            <a:endParaRPr lang="ar-SA" sz="4700" dirty="0"/>
          </a:p>
        </p:txBody>
      </p:sp>
      <p:sp>
        <p:nvSpPr>
          <p:cNvPr id="16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6926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7" name="C4 M2 madd"/>
          <p:cNvSpPr txBox="1"/>
          <p:nvPr/>
        </p:nvSpPr>
        <p:spPr>
          <a:xfrm>
            <a:off x="5486400" y="1911858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ar-SA" altLang="en-US" sz="3800" dirty="0">
                <a:solidFill>
                  <a:srgbClr val="E0313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3800" dirty="0"/>
          </a:p>
        </p:txBody>
      </p:sp>
      <p:sp>
        <p:nvSpPr>
          <p:cNvPr id="18" name="C4 S2 stretch"/>
          <p:cNvSpPr/>
          <p:nvPr/>
        </p:nvSpPr>
        <p:spPr>
          <a:xfrm>
            <a:off x="5856732" y="1568196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9" name="C5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6926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0" name="C6 L3 letter"/>
          <p:cNvSpPr txBox="1"/>
          <p:nvPr/>
        </p:nvSpPr>
        <p:spPr>
          <a:xfrm>
            <a:off x="3703320" y="2031519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أ</a:t>
            </a:r>
            <a:endParaRPr lang="ar-SA" sz="4700" dirty="0"/>
          </a:p>
        </p:txBody>
      </p:sp>
      <p:sp>
        <p:nvSpPr>
          <p:cNvPr id="21" name="C7 V3 vowel"/>
          <p:cNvSpPr txBox="1"/>
          <p:nvPr/>
        </p:nvSpPr>
        <p:spPr>
          <a:xfrm>
            <a:off x="3703320" y="2031519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أَ</a:t>
            </a:r>
            <a:endParaRPr lang="ar-SA" sz="4700" dirty="0"/>
          </a:p>
        </p:txBody>
      </p:sp>
      <p:sp>
        <p:nvSpPr>
          <p:cNvPr id="22" name="C8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B82EB2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3" name="C9 R result"/>
          <p:cNvSpPr txBox="1"/>
          <p:nvPr/>
        </p:nvSpPr>
        <p:spPr>
          <a:xfrm>
            <a:off x="502920" y="1869536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ar-SA" altLang="en-US" sz="8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سَ</a:t>
            </a:r>
            <a:pPr algn="ctr" indent="0" marL="0">
              <a:buNone/>
            </a:pPr>
            <a:r>
              <a:rPr lang="ar-SA" altLang="en-US" sz="6600" baseline="12500" dirty="0">
                <a:solidFill>
                  <a:srgbClr val="E0313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pPr algn="ctr" indent="0" marL="0">
              <a:buNone/>
            </a:pPr>
            <a:r>
              <a:rPr lang="ar-SA" altLang="en-US" sz="8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أَ</a:t>
            </a:r>
            <a:endParaRPr lang="ar-SA" sz="8200" dirty="0"/>
          </a:p>
        </p:txBody>
      </p:sp>
    </p:spTree>
  </p:cSld>
  <p:clrMapOvr>
    <a:masterClrMapping/>
  </p:clrMapOvr>
  <p:transition spd="med">
    <p:zoom/>
    <p:sndAc>
      <p:stSnd>
        <p:snd r:embed="rIdTrSnd" name="whoosh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3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5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6" fill="hold">
                      <p:stCondLst>
                        <p:cond delay="indefinite"/>
                      </p:stCondLst>
                      <p:childTnLst>
                        <p:par>
                          <p:cTn id="27" fill="hold">
                            <p:stCondLst>
                              <p:cond delay="0"/>
                            </p:stCondLst>
                            <p:childTnLst>
                              <p:par>
                                <p:cTn id="2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0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1" fill="hold">
                      <p:stCondLst>
                        <p:cond delay="indefinite"/>
                      </p:stCondLst>
                      <p:childTnLst>
                        <p:par>
                          <p:cTn id="32" fill="hold">
                            <p:stCondLst>
                              <p:cond delay="0"/>
                            </p:stCondLst>
                            <p:childTnLst>
                              <p:par>
                                <p:cTn id="3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5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6" fill="hold">
                      <p:stCondLst>
                        <p:cond delay="indefinite"/>
                      </p:stCondLst>
                      <p:childTnLst>
                        <p:par>
                          <p:cTn id="37" fill="hold">
                            <p:stCondLst>
                              <p:cond delay="0"/>
                            </p:stCondLst>
                            <p:childTnLst>
                              <p:par>
                                <p:cTn id="3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4" grpId="0" animBg="1"/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</p:bldLst>
  </p:timing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C5D6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grass"/>
          <p:cNvSpPr/>
          <p:nvPr/>
        </p:nvSpPr>
        <p:spPr>
          <a:xfrm>
            <a:off x="0" y="4617720"/>
            <a:ext cx="9144000" cy="548640"/>
          </a:xfrm>
          <a:prstGeom prst="rect">
            <a:avLst/>
          </a:prstGeom>
          <a:solidFill>
            <a:srgbClr val="C653B3"/>
          </a:solidFill>
          <a:ln w="12700">
            <a:solidFill>
              <a:srgbClr val="C653B3"/>
            </a:solidFill>
            <a:prstDash val="solid"/>
          </a:ln>
        </p:spPr>
      </p:sp>
      <p:sp>
        <p:nvSpPr>
          <p:cNvPr id="3" name="Deco stem 0"/>
          <p:cNvSpPr/>
          <p:nvPr/>
        </p:nvSpPr>
        <p:spPr>
          <a:xfrm>
            <a:off x="57607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4" name="Deco flower 0"/>
          <p:cNvSpPr/>
          <p:nvPr/>
        </p:nvSpPr>
        <p:spPr>
          <a:xfrm>
            <a:off x="457200" y="4370832"/>
            <a:ext cx="274320" cy="274320"/>
          </a:xfrm>
          <a:prstGeom prst="flowChartConnector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5" name="Deco stem 1"/>
          <p:cNvSpPr/>
          <p:nvPr/>
        </p:nvSpPr>
        <p:spPr>
          <a:xfrm>
            <a:off x="13990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6" name="Deco flower 1"/>
          <p:cNvSpPr/>
          <p:nvPr/>
        </p:nvSpPr>
        <p:spPr>
          <a:xfrm>
            <a:off x="1280160" y="4370832"/>
            <a:ext cx="274320" cy="274320"/>
          </a:xfrm>
          <a:prstGeom prst="flowChartConnector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7" name="Deco stem 2"/>
          <p:cNvSpPr/>
          <p:nvPr/>
        </p:nvSpPr>
        <p:spPr>
          <a:xfrm>
            <a:off x="22219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8" name="Deco flower 2"/>
          <p:cNvSpPr/>
          <p:nvPr/>
        </p:nvSpPr>
        <p:spPr>
          <a:xfrm>
            <a:off x="2103120" y="4370832"/>
            <a:ext cx="274320" cy="274320"/>
          </a:xfrm>
          <a:prstGeom prst="flowChartConnector">
            <a:avLst/>
          </a:prstGeom>
          <a:solidFill>
            <a:srgbClr val="B892FF"/>
          </a:solidFill>
          <a:ln w="12700">
            <a:solidFill>
              <a:srgbClr val="B892FF"/>
            </a:solidFill>
            <a:prstDash val="solid"/>
          </a:ln>
        </p:spPr>
      </p:sp>
      <p:sp>
        <p:nvSpPr>
          <p:cNvPr id="9" name="Deco stem 3"/>
          <p:cNvSpPr/>
          <p:nvPr/>
        </p:nvSpPr>
        <p:spPr>
          <a:xfrm>
            <a:off x="68854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6766560" y="4370832"/>
            <a:ext cx="274320" cy="274320"/>
          </a:xfrm>
          <a:prstGeom prst="flowChartConnector">
            <a:avLst/>
          </a:prstGeom>
          <a:solidFill>
            <a:srgbClr val="FF6F91"/>
          </a:solidFill>
          <a:ln w="12700">
            <a:solidFill>
              <a:srgbClr val="FF6F91"/>
            </a:solidFill>
            <a:prstDash val="solid"/>
          </a:ln>
        </p:spPr>
      </p:sp>
      <p:sp>
        <p:nvSpPr>
          <p:cNvPr id="11" name="Deco stem 4"/>
          <p:cNvSpPr/>
          <p:nvPr/>
        </p:nvSpPr>
        <p:spPr>
          <a:xfrm>
            <a:off x="77083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2" name="Deco flower 4"/>
          <p:cNvSpPr/>
          <p:nvPr/>
        </p:nvSpPr>
        <p:spPr>
          <a:xfrm>
            <a:off x="7589520" y="4370832"/>
            <a:ext cx="274320" cy="274320"/>
          </a:xfrm>
          <a:prstGeom prst="flowChartConnector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3" name="Deco stem 5"/>
          <p:cNvSpPr/>
          <p:nvPr/>
        </p:nvSpPr>
        <p:spPr>
          <a:xfrm>
            <a:off x="843991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4" name="Deco flower 5"/>
          <p:cNvSpPr/>
          <p:nvPr/>
        </p:nvSpPr>
        <p:spPr>
          <a:xfrm>
            <a:off x="8321040" y="4370832"/>
            <a:ext cx="274320" cy="274320"/>
          </a:xfrm>
          <a:prstGeom prst="flowChartConnector">
            <a:avLst/>
          </a:prstGeom>
          <a:solidFill>
            <a:srgbClr val="7EC8FF"/>
          </a:solidFill>
          <a:ln w="12700">
            <a:solidFill>
              <a:srgbClr val="7EC8FF"/>
            </a:solidFill>
            <a:prstDash val="solid"/>
          </a:ln>
        </p:spPr>
      </p:sp>
      <p:sp>
        <p:nvSpPr>
          <p:cNvPr id="15" name="Deco heart"/>
          <p:cNvSpPr/>
          <p:nvPr/>
        </p:nvSpPr>
        <p:spPr>
          <a:xfrm>
            <a:off x="411480" y="228600"/>
            <a:ext cx="457200" cy="411480"/>
          </a:xfrm>
          <a:prstGeom prst="heart">
            <a:avLst/>
          </a:prstGeom>
          <a:solidFill>
            <a:srgbClr val="5EBEED"/>
          </a:solidFill>
          <a:ln w="12700">
            <a:solidFill>
              <a:srgbClr val="5EBEED"/>
            </a:solidFill>
            <a:prstDash val="solid"/>
          </a:ln>
        </p:spPr>
      </p:sp>
      <p:sp>
        <p:nvSpPr>
          <p:cNvPr id="16" name="Deco cloud"/>
          <p:cNvSpPr/>
          <p:nvPr/>
        </p:nvSpPr>
        <p:spPr>
          <a:xfrm>
            <a:off x="713232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7" name="Deco friend"/>
          <p:cNvSpPr/>
          <p:nvPr/>
        </p:nvSpPr>
        <p:spPr>
          <a:xfrm>
            <a:off x="6309360" y="182880"/>
            <a:ext cx="548640" cy="548640"/>
          </a:xfrm>
          <a:prstGeom prst="smileyFace">
            <a:avLst/>
          </a:prstGeom>
          <a:solidFill>
            <a:srgbClr val="FFD166"/>
          </a:solidFill>
          <a:ln w="12700">
            <a:solidFill>
              <a:srgbClr val="FFD166"/>
            </a:solidFill>
            <a:prstDash val="solid"/>
          </a:ln>
        </p:spPr>
      </p:sp>
      <p:sp>
        <p:nvSpPr>
          <p:cNvPr id="18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9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20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21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22" name="C1 L1 letter"/>
          <p:cNvSpPr txBox="1"/>
          <p:nvPr/>
        </p:nvSpPr>
        <p:spPr>
          <a:xfrm>
            <a:off x="7269480" y="1794116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س</a:t>
            </a:r>
            <a:endParaRPr lang="ar-SA" sz="4700" dirty="0"/>
          </a:p>
        </p:txBody>
      </p:sp>
      <p:sp>
        <p:nvSpPr>
          <p:cNvPr id="23" name="C2 V1 vowel"/>
          <p:cNvSpPr txBox="1"/>
          <p:nvPr/>
        </p:nvSpPr>
        <p:spPr>
          <a:xfrm>
            <a:off x="7269480" y="1794116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سَ</a:t>
            </a:r>
            <a:endParaRPr lang="ar-SA" sz="4700" dirty="0"/>
          </a:p>
        </p:txBody>
      </p:sp>
      <p:sp>
        <p:nvSpPr>
          <p:cNvPr id="24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D99D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5" name="C4 M2 madd"/>
          <p:cNvSpPr txBox="1"/>
          <p:nvPr/>
        </p:nvSpPr>
        <p:spPr>
          <a:xfrm>
            <a:off x="5486400" y="1911858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ar-SA" altLang="en-US" sz="3800" dirty="0">
                <a:solidFill>
                  <a:srgbClr val="E0313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3800" dirty="0"/>
          </a:p>
        </p:txBody>
      </p:sp>
      <p:sp>
        <p:nvSpPr>
          <p:cNvPr id="26" name="C4 S2 stretch"/>
          <p:cNvSpPr/>
          <p:nvPr/>
        </p:nvSpPr>
        <p:spPr>
          <a:xfrm>
            <a:off x="5856732" y="1568196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7" name="C5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D99D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8" name="C6 L3 letter"/>
          <p:cNvSpPr txBox="1"/>
          <p:nvPr/>
        </p:nvSpPr>
        <p:spPr>
          <a:xfrm>
            <a:off x="3703320" y="1807649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</a:t>
            </a:r>
            <a:endParaRPr lang="ar-SA" sz="4700" dirty="0"/>
          </a:p>
        </p:txBody>
      </p:sp>
      <p:sp>
        <p:nvSpPr>
          <p:cNvPr id="29" name="C7 V3 vowel"/>
          <p:cNvSpPr txBox="1"/>
          <p:nvPr/>
        </p:nvSpPr>
        <p:spPr>
          <a:xfrm>
            <a:off x="3703320" y="1807649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بَ</a:t>
            </a:r>
            <a:endParaRPr lang="ar-SA" sz="4700" dirty="0"/>
          </a:p>
        </p:txBody>
      </p:sp>
      <p:sp>
        <p:nvSpPr>
          <p:cNvPr id="30" name="C8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8AB8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1" name="C9 R result"/>
          <p:cNvSpPr txBox="1"/>
          <p:nvPr/>
        </p:nvSpPr>
        <p:spPr>
          <a:xfrm>
            <a:off x="502920" y="1569168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ar-SA" altLang="en-US" sz="7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سَ</a:t>
            </a:r>
            <a:pPr algn="ctr" indent="0" marL="0">
              <a:buNone/>
            </a:pPr>
            <a:r>
              <a:rPr lang="ar-SA" altLang="en-US" sz="6300" baseline="12500" dirty="0">
                <a:solidFill>
                  <a:srgbClr val="E0313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pPr algn="ctr" indent="0" marL="0">
              <a:buNone/>
            </a:pPr>
            <a:r>
              <a:rPr lang="ar-SA" altLang="en-US" sz="7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بَ</a:t>
            </a:r>
            <a:endParaRPr lang="ar-SA" sz="7900" dirty="0"/>
          </a:p>
        </p:txBody>
      </p:sp>
    </p:spTree>
  </p:cSld>
  <p:clrMapOvr>
    <a:masterClrMapping/>
  </p:clrMapOvr>
  <p:transition spd="med">
    <p:wheel spokes="4"/>
    <p:sndAc>
      <p:stSnd>
        <p:snd r:embed="rIdTrSnd" name="bubbles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3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5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6" fill="hold">
                      <p:stCondLst>
                        <p:cond delay="indefinite"/>
                      </p:stCondLst>
                      <p:childTnLst>
                        <p:par>
                          <p:cTn id="27" fill="hold">
                            <p:stCondLst>
                              <p:cond delay="0"/>
                            </p:stCondLst>
                            <p:childTnLst>
                              <p:par>
                                <p:cTn id="2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0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1" fill="hold">
                      <p:stCondLst>
                        <p:cond delay="indefinite"/>
                      </p:stCondLst>
                      <p:childTnLst>
                        <p:par>
                          <p:cTn id="32" fill="hold">
                            <p:stCondLst>
                              <p:cond delay="0"/>
                            </p:stCondLst>
                            <p:childTnLst>
                              <p:par>
                                <p:cTn id="3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5" dur="35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6" fill="hold">
                      <p:stCondLst>
                        <p:cond delay="indefinite"/>
                      </p:stCondLst>
                      <p:childTnLst>
                        <p:par>
                          <p:cTn id="37" fill="hold">
                            <p:stCondLst>
                              <p:cond delay="0"/>
                            </p:stCondLst>
                            <p:childTnLst>
                              <p:par>
                                <p:cTn id="3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3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3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  <p:bldP spid="28" grpId="0" animBg="1"/>
      <p:bldP spid="29" grpId="0" animBg="1"/>
      <p:bldP spid="30" grpId="0" animBg="1"/>
      <p:bldP spid="31" grpId="0" animBg="1"/>
    </p:bldLst>
  </p:timing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43141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planet"/>
          <p:cNvSpPr/>
          <p:nvPr/>
        </p:nvSpPr>
        <p:spPr>
          <a:xfrm>
            <a:off x="7680960" y="91440"/>
            <a:ext cx="731520" cy="731520"/>
          </a:xfrm>
          <a:prstGeom prst="ellipse">
            <a:avLst/>
          </a:prstGeom>
          <a:solidFill>
            <a:srgbClr val="E09352"/>
          </a:solidFill>
          <a:ln w="12700">
            <a:solidFill>
              <a:srgbClr val="E09352"/>
            </a:solidFill>
            <a:prstDash val="solid"/>
          </a:ln>
        </p:spPr>
      </p:sp>
      <p:sp>
        <p:nvSpPr>
          <p:cNvPr id="3" name="Deco planet ring"/>
          <p:cNvSpPr/>
          <p:nvPr/>
        </p:nvSpPr>
        <p:spPr>
          <a:xfrm>
            <a:off x="7452360" y="384048"/>
            <a:ext cx="1188720" cy="164592"/>
          </a:xfrm>
          <a:prstGeom prst="ellipse">
            <a:avLst/>
          </a:prstGeom>
          <a:solidFill>
            <a:srgbClr val="FFFFFF">
              <a:alpha val="0"/>
            </a:srgbClr>
          </a:solidFill>
          <a:ln w="25400">
            <a:solidFill>
              <a:srgbClr val="F2EE8C"/>
            </a:solidFill>
            <a:prstDash val="solid"/>
          </a:ln>
        </p:spPr>
      </p:sp>
      <p:sp>
        <p:nvSpPr>
          <p:cNvPr id="4" name="Deco small planet"/>
          <p:cNvSpPr/>
          <p:nvPr/>
        </p:nvSpPr>
        <p:spPr>
          <a:xfrm>
            <a:off x="274320" y="182880"/>
            <a:ext cx="502920" cy="502920"/>
          </a:xfrm>
          <a:prstGeom prst="ellipse">
            <a:avLst/>
          </a:prstGeom>
          <a:solidFill>
            <a:srgbClr val="70DBD7"/>
          </a:solidFill>
          <a:ln w="12700">
            <a:solidFill>
              <a:srgbClr val="70DBD7"/>
            </a:solidFill>
            <a:prstDash val="solid"/>
          </a:ln>
        </p:spPr>
      </p:sp>
      <p:sp>
        <p:nvSpPr>
          <p:cNvPr id="5" name="Deco star 0"/>
          <p:cNvSpPr/>
          <p:nvPr/>
        </p:nvSpPr>
        <p:spPr>
          <a:xfrm>
            <a:off x="1371600" y="27432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6" name="Deco star 1"/>
          <p:cNvSpPr/>
          <p:nvPr/>
        </p:nvSpPr>
        <p:spPr>
          <a:xfrm>
            <a:off x="2468880" y="91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7" name="Deco star 2"/>
          <p:cNvSpPr/>
          <p:nvPr/>
        </p:nvSpPr>
        <p:spPr>
          <a:xfrm>
            <a:off x="3840480" y="50292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8" name="Deco star 3"/>
          <p:cNvSpPr/>
          <p:nvPr/>
        </p:nvSpPr>
        <p:spPr>
          <a:xfrm>
            <a:off x="5120640" y="137160"/>
            <a:ext cx="256032" cy="256032"/>
          </a:xfrm>
          <a:prstGeom prst="star4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9" name="Deco star 4"/>
          <p:cNvSpPr/>
          <p:nvPr/>
        </p:nvSpPr>
        <p:spPr>
          <a:xfrm>
            <a:off x="6583680" y="4572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Deco star 5"/>
          <p:cNvSpPr/>
          <p:nvPr/>
        </p:nvSpPr>
        <p:spPr>
          <a:xfrm>
            <a:off x="1097280" y="457200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1" name="Deco star 6"/>
          <p:cNvSpPr/>
          <p:nvPr/>
        </p:nvSpPr>
        <p:spPr>
          <a:xfrm>
            <a:off x="2743200" y="475488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12" name="Deco star 7"/>
          <p:cNvSpPr/>
          <p:nvPr/>
        </p:nvSpPr>
        <p:spPr>
          <a:xfrm>
            <a:off x="6217920" y="4663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3" name="Deco star 8"/>
          <p:cNvSpPr/>
          <p:nvPr/>
        </p:nvSpPr>
        <p:spPr>
          <a:xfrm>
            <a:off x="8138160" y="45720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4" name="Deco moon surface"/>
          <p:cNvSpPr/>
          <p:nvPr/>
        </p:nvSpPr>
        <p:spPr>
          <a:xfrm>
            <a:off x="3200400" y="4709160"/>
            <a:ext cx="2743200" cy="1097280"/>
          </a:xfrm>
          <a:prstGeom prst="ellipse">
            <a:avLst/>
          </a:prstGeom>
          <a:solidFill>
            <a:srgbClr val="594785"/>
          </a:solidFill>
          <a:ln w="12700">
            <a:solidFill>
              <a:srgbClr val="594785"/>
            </a:solidFill>
            <a:prstDash val="solid"/>
          </a:ln>
        </p:spPr>
      </p:sp>
      <p:sp>
        <p:nvSpPr>
          <p:cNvPr id="15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6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17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8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9" name="C1 L1 letter"/>
          <p:cNvSpPr txBox="1"/>
          <p:nvPr/>
        </p:nvSpPr>
        <p:spPr>
          <a:xfrm>
            <a:off x="7269480" y="1794116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س</a:t>
            </a:r>
            <a:endParaRPr lang="ar-SA" sz="4700" dirty="0"/>
          </a:p>
        </p:txBody>
      </p:sp>
      <p:sp>
        <p:nvSpPr>
          <p:cNvPr id="20" name="C2 V1 vowel"/>
          <p:cNvSpPr txBox="1"/>
          <p:nvPr/>
        </p:nvSpPr>
        <p:spPr>
          <a:xfrm>
            <a:off x="7269480" y="1794116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سَ</a:t>
            </a:r>
            <a:endParaRPr lang="ar-SA" sz="4700" dirty="0"/>
          </a:p>
        </p:txBody>
      </p:sp>
      <p:sp>
        <p:nvSpPr>
          <p:cNvPr id="21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26D9D1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2" name="C4 M2 madd"/>
          <p:cNvSpPr txBox="1"/>
          <p:nvPr/>
        </p:nvSpPr>
        <p:spPr>
          <a:xfrm>
            <a:off x="5486400" y="1911858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ar-SA" altLang="en-US" sz="3800" dirty="0">
                <a:solidFill>
                  <a:srgbClr val="E0313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3800" dirty="0"/>
          </a:p>
        </p:txBody>
      </p:sp>
      <p:sp>
        <p:nvSpPr>
          <p:cNvPr id="23" name="C4 S2 stretch"/>
          <p:cNvSpPr/>
          <p:nvPr/>
        </p:nvSpPr>
        <p:spPr>
          <a:xfrm>
            <a:off x="5856732" y="1568196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4" name="C5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26D9D1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5" name="C6 L3 letter"/>
          <p:cNvSpPr txBox="1"/>
          <p:nvPr/>
        </p:nvSpPr>
        <p:spPr>
          <a:xfrm>
            <a:off x="3703320" y="1909915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</a:t>
            </a:r>
            <a:endParaRPr lang="ar-SA" sz="4700" dirty="0"/>
          </a:p>
        </p:txBody>
      </p:sp>
      <p:sp>
        <p:nvSpPr>
          <p:cNvPr id="26" name="C7 V3 vowel"/>
          <p:cNvSpPr txBox="1"/>
          <p:nvPr/>
        </p:nvSpPr>
        <p:spPr>
          <a:xfrm>
            <a:off x="3703320" y="1909915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تَ</a:t>
            </a:r>
            <a:endParaRPr lang="ar-SA" sz="4700" dirty="0"/>
          </a:p>
        </p:txBody>
      </p:sp>
      <p:sp>
        <p:nvSpPr>
          <p:cNvPr id="27" name="C8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2E61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8" name="C9 R result"/>
          <p:cNvSpPr txBox="1"/>
          <p:nvPr/>
        </p:nvSpPr>
        <p:spPr>
          <a:xfrm>
            <a:off x="502920" y="1666989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ar-SA" altLang="en-US" sz="7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سَ</a:t>
            </a:r>
            <a:pPr algn="ctr" indent="0" marL="0">
              <a:buNone/>
            </a:pPr>
            <a:r>
              <a:rPr lang="ar-SA" altLang="en-US" sz="6300" baseline="12500" dirty="0">
                <a:solidFill>
                  <a:srgbClr val="E0313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pPr algn="ctr" indent="0" marL="0">
              <a:buNone/>
            </a:pPr>
            <a:r>
              <a:rPr lang="ar-SA" altLang="en-US" sz="7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تَ</a:t>
            </a:r>
            <a:endParaRPr lang="ar-SA" sz="7900" dirty="0"/>
          </a:p>
        </p:txBody>
      </p:sp>
    </p:spTree>
  </p:cSld>
  <p:clrMapOvr>
    <a:masterClrMapping/>
  </p:clrMapOvr>
  <p:transition spd="med">
    <p:wipe dir="l"/>
    <p:sndAc>
      <p:stSnd>
        <p:snd r:embed="rIdTrSnd" name="sparkl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3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5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6" fill="hold">
                      <p:stCondLst>
                        <p:cond delay="indefinite"/>
                      </p:stCondLst>
                      <p:childTnLst>
                        <p:par>
                          <p:cTn id="27" fill="hold">
                            <p:stCondLst>
                              <p:cond delay="0"/>
                            </p:stCondLst>
                            <p:childTnLst>
                              <p:par>
                                <p:cTn id="2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0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1" fill="hold">
                      <p:stCondLst>
                        <p:cond delay="indefinite"/>
                      </p:stCondLst>
                      <p:childTnLst>
                        <p:par>
                          <p:cTn id="32" fill="hold">
                            <p:stCondLst>
                              <p:cond delay="0"/>
                            </p:stCondLst>
                            <p:childTnLst>
                              <p:par>
                                <p:cTn id="3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5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6" fill="hold">
                      <p:stCondLst>
                        <p:cond delay="indefinite"/>
                      </p:stCondLst>
                      <p:childTnLst>
                        <p:par>
                          <p:cTn id="37" fill="hold">
                            <p:stCondLst>
                              <p:cond delay="0"/>
                            </p:stCondLst>
                            <p:childTnLst>
                              <p:par>
                                <p:cTn id="3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  <p:bldP spid="28" grpId="0" animBg="1"/>
    </p:bldLst>
  </p:timing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C5F7D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sun low"/>
          <p:cNvSpPr/>
          <p:nvPr/>
        </p:nvSpPr>
        <p:spPr>
          <a:xfrm>
            <a:off x="3566160" y="4343400"/>
            <a:ext cx="2011680" cy="2011680"/>
          </a:xfrm>
          <a:prstGeom prst="ellipse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3" name="Deco dune left"/>
          <p:cNvSpPr/>
          <p:nvPr/>
        </p:nvSpPr>
        <p:spPr>
          <a:xfrm>
            <a:off x="-1097280" y="4572000"/>
            <a:ext cx="4572000" cy="1280160"/>
          </a:xfrm>
          <a:prstGeom prst="ellipse">
            <a:avLst/>
          </a:prstGeom>
          <a:solidFill>
            <a:srgbClr val="64D8B2"/>
          </a:solidFill>
          <a:ln w="12700">
            <a:solidFill>
              <a:srgbClr val="64D8B2"/>
            </a:solidFill>
            <a:prstDash val="solid"/>
          </a:ln>
        </p:spPr>
      </p:sp>
      <p:sp>
        <p:nvSpPr>
          <p:cNvPr id="4" name="Deco dune right"/>
          <p:cNvSpPr/>
          <p:nvPr/>
        </p:nvSpPr>
        <p:spPr>
          <a:xfrm>
            <a:off x="5303520" y="4617720"/>
            <a:ext cx="5120640" cy="1280160"/>
          </a:xfrm>
          <a:prstGeom prst="ellipse">
            <a:avLst/>
          </a:prstGeom>
          <a:solidFill>
            <a:srgbClr val="47D18C"/>
          </a:solidFill>
          <a:ln w="12700">
            <a:solidFill>
              <a:srgbClr val="47D18C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320040" y="137160"/>
            <a:ext cx="1371600" cy="5943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right"/>
          <p:cNvSpPr/>
          <p:nvPr/>
        </p:nvSpPr>
        <p:spPr>
          <a:xfrm>
            <a:off x="7223760" y="182880"/>
            <a:ext cx="1280160" cy="548640"/>
          </a:xfrm>
          <a:prstGeom prst="cloud">
            <a:avLst/>
          </a:prstGeom>
          <a:solidFill>
            <a:srgbClr val="FFF3E8"/>
          </a:solidFill>
          <a:ln w="12700">
            <a:solidFill>
              <a:srgbClr val="FFF3E8"/>
            </a:solidFill>
            <a:prstDash val="solid"/>
          </a:ln>
        </p:spPr>
      </p:sp>
      <p:sp>
        <p:nvSpPr>
          <p:cNvPr id="7" name="Deco bird 0"/>
          <p:cNvSpPr/>
          <p:nvPr/>
        </p:nvSpPr>
        <p:spPr>
          <a:xfrm rot="5400000">
            <a:off x="2926080" y="32004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8" name="Deco bird 1"/>
          <p:cNvSpPr/>
          <p:nvPr/>
        </p:nvSpPr>
        <p:spPr>
          <a:xfrm rot="5400000">
            <a:off x="3291840" y="22860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9" name="Deco bird 2"/>
          <p:cNvSpPr/>
          <p:nvPr/>
        </p:nvSpPr>
        <p:spPr>
          <a:xfrm rot="5400000">
            <a:off x="5394960" y="36576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10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1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12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3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4" name="C1 L1 letter"/>
          <p:cNvSpPr txBox="1"/>
          <p:nvPr/>
        </p:nvSpPr>
        <p:spPr>
          <a:xfrm>
            <a:off x="7269480" y="1794116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س</a:t>
            </a:r>
            <a:endParaRPr lang="ar-SA" sz="4700" dirty="0"/>
          </a:p>
        </p:txBody>
      </p:sp>
      <p:sp>
        <p:nvSpPr>
          <p:cNvPr id="15" name="C2 V1 vowel"/>
          <p:cNvSpPr txBox="1"/>
          <p:nvPr/>
        </p:nvSpPr>
        <p:spPr>
          <a:xfrm>
            <a:off x="7269480" y="1794116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سَ</a:t>
            </a:r>
            <a:endParaRPr lang="ar-SA" sz="4700" dirty="0"/>
          </a:p>
        </p:txBody>
      </p:sp>
      <p:sp>
        <p:nvSpPr>
          <p:cNvPr id="16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D926AC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7" name="C4 M2 madd"/>
          <p:cNvSpPr txBox="1"/>
          <p:nvPr/>
        </p:nvSpPr>
        <p:spPr>
          <a:xfrm>
            <a:off x="5486400" y="1911858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ar-SA" altLang="en-US" sz="3800" dirty="0">
                <a:solidFill>
                  <a:srgbClr val="E0313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3800" dirty="0"/>
          </a:p>
        </p:txBody>
      </p:sp>
      <p:sp>
        <p:nvSpPr>
          <p:cNvPr id="18" name="C4 S2 stretch"/>
          <p:cNvSpPr/>
          <p:nvPr/>
        </p:nvSpPr>
        <p:spPr>
          <a:xfrm>
            <a:off x="5856732" y="1568196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9" name="C5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D926AC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0" name="C6 L3 letter"/>
          <p:cNvSpPr txBox="1"/>
          <p:nvPr/>
        </p:nvSpPr>
        <p:spPr>
          <a:xfrm>
            <a:off x="3703320" y="1942744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</a:t>
            </a:r>
            <a:endParaRPr lang="ar-SA" sz="4700" dirty="0"/>
          </a:p>
        </p:txBody>
      </p:sp>
      <p:sp>
        <p:nvSpPr>
          <p:cNvPr id="21" name="C7 V3 vowel"/>
          <p:cNvSpPr txBox="1"/>
          <p:nvPr/>
        </p:nvSpPr>
        <p:spPr>
          <a:xfrm>
            <a:off x="3703320" y="1942744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ثَ</a:t>
            </a:r>
            <a:endParaRPr lang="ar-SA" sz="4700" dirty="0"/>
          </a:p>
        </p:txBody>
      </p:sp>
      <p:sp>
        <p:nvSpPr>
          <p:cNvPr id="22" name="C8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B82E3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3" name="C9 R result"/>
          <p:cNvSpPr txBox="1"/>
          <p:nvPr/>
        </p:nvSpPr>
        <p:spPr>
          <a:xfrm>
            <a:off x="502920" y="1722171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ar-SA" altLang="en-US" sz="7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سَ</a:t>
            </a:r>
            <a:pPr algn="ctr" indent="0" marL="0">
              <a:buNone/>
            </a:pPr>
            <a:r>
              <a:rPr lang="ar-SA" altLang="en-US" sz="6300" baseline="12500" dirty="0">
                <a:solidFill>
                  <a:srgbClr val="E0313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pPr algn="ctr" indent="0" marL="0">
              <a:buNone/>
            </a:pPr>
            <a:r>
              <a:rPr lang="ar-SA" altLang="en-US" sz="7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ثَ</a:t>
            </a:r>
            <a:endParaRPr lang="ar-SA" sz="7900" dirty="0"/>
          </a:p>
        </p:txBody>
      </p:sp>
    </p:spTree>
  </p:cSld>
  <p:clrMapOvr>
    <a:masterClrMapping/>
  </p:clrMapOvr>
  <p:transition spd="med">
    <p:circle/>
    <p:sndAc>
      <p:stSnd>
        <p:snd r:embed="rIdTrSnd" name="marimba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3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5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6" fill="hold">
                      <p:stCondLst>
                        <p:cond delay="indefinite"/>
                      </p:stCondLst>
                      <p:childTnLst>
                        <p:par>
                          <p:cTn id="27" fill="hold">
                            <p:stCondLst>
                              <p:cond delay="0"/>
                            </p:stCondLst>
                            <p:childTnLst>
                              <p:par>
                                <p:cTn id="2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0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1" fill="hold">
                      <p:stCondLst>
                        <p:cond delay="indefinite"/>
                      </p:stCondLst>
                      <p:childTnLst>
                        <p:par>
                          <p:cTn id="32" fill="hold">
                            <p:stCondLst>
                              <p:cond delay="0"/>
                            </p:stCondLst>
                            <p:childTnLst>
                              <p:par>
                                <p:cTn id="3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5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6" fill="hold">
                      <p:stCondLst>
                        <p:cond delay="indefinite"/>
                      </p:stCondLst>
                      <p:childTnLst>
                        <p:par>
                          <p:cTn id="37" fill="hold">
                            <p:stCondLst>
                              <p:cond delay="0"/>
                            </p:stCondLst>
                            <p:childTnLst>
                              <p:par>
                                <p:cTn id="3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4" grpId="0" animBg="1"/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</p:bldLst>
  </p:timing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E0C5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434840"/>
            <a:ext cx="4754880" cy="1463040"/>
          </a:xfrm>
          <a:prstGeom prst="ellipse">
            <a:avLst/>
          </a:prstGeom>
          <a:solidFill>
            <a:srgbClr val="CC6666"/>
          </a:solidFill>
          <a:ln w="12700">
            <a:solidFill>
              <a:srgbClr val="CC6666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023360" y="4526280"/>
            <a:ext cx="5852160" cy="1463040"/>
          </a:xfrm>
          <a:prstGeom prst="ellipse">
            <a:avLst/>
          </a:prstGeom>
          <a:solidFill>
            <a:srgbClr val="BF6A40"/>
          </a:solidFill>
          <a:ln w="12700">
            <a:solidFill>
              <a:srgbClr val="BF6A40"/>
            </a:solidFill>
            <a:prstDash val="solid"/>
          </a:ln>
        </p:spPr>
      </p:sp>
      <p:sp>
        <p:nvSpPr>
          <p:cNvPr id="4" name="Deco sun"/>
          <p:cNvSpPr/>
          <p:nvPr/>
        </p:nvSpPr>
        <p:spPr>
          <a:xfrm>
            <a:off x="274320" y="91440"/>
            <a:ext cx="731520" cy="73152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85800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863840" y="457200"/>
            <a:ext cx="822960" cy="365760"/>
          </a:xfrm>
          <a:prstGeom prst="cloud">
            <a:avLst/>
          </a:prstGeom>
          <a:solidFill>
            <a:srgbClr val="F4FAFF"/>
          </a:solidFill>
          <a:ln w="12700">
            <a:solidFill>
              <a:srgbClr val="F4FAFF"/>
            </a:solidFill>
            <a:prstDash val="solid"/>
          </a:ln>
        </p:spPr>
      </p:sp>
      <p:sp>
        <p:nvSpPr>
          <p:cNvPr id="7" name="Deco flower 0"/>
          <p:cNvSpPr/>
          <p:nvPr/>
        </p:nvSpPr>
        <p:spPr>
          <a:xfrm>
            <a:off x="128016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8" name="Deco flower 1"/>
          <p:cNvSpPr/>
          <p:nvPr/>
        </p:nvSpPr>
        <p:spPr>
          <a:xfrm>
            <a:off x="1828800" y="4526280"/>
            <a:ext cx="292608" cy="292608"/>
          </a:xfrm>
          <a:prstGeom prst="star5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9" name="Deco flower 2"/>
          <p:cNvSpPr/>
          <p:nvPr/>
        </p:nvSpPr>
        <p:spPr>
          <a:xfrm>
            <a:off x="7315200" y="4526280"/>
            <a:ext cx="292608" cy="292608"/>
          </a:xfrm>
          <a:prstGeom prst="star5">
            <a:avLst/>
          </a:prstGeom>
          <a:solidFill>
            <a:srgbClr val="8E5BD0"/>
          </a:solidFill>
          <a:ln w="12700">
            <a:solidFill>
              <a:srgbClr val="8E5BD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795528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11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2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13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C1 L1 letter"/>
          <p:cNvSpPr txBox="1"/>
          <p:nvPr/>
        </p:nvSpPr>
        <p:spPr>
          <a:xfrm>
            <a:off x="7269480" y="1794116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س</a:t>
            </a:r>
            <a:endParaRPr lang="ar-SA" sz="4700" dirty="0"/>
          </a:p>
        </p:txBody>
      </p:sp>
      <p:sp>
        <p:nvSpPr>
          <p:cNvPr id="16" name="C2 V1 vowel"/>
          <p:cNvSpPr txBox="1"/>
          <p:nvPr/>
        </p:nvSpPr>
        <p:spPr>
          <a:xfrm>
            <a:off x="7269480" y="1794116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سَ</a:t>
            </a:r>
            <a:endParaRPr lang="ar-SA" sz="4700" dirty="0"/>
          </a:p>
        </p:txBody>
      </p:sp>
      <p:sp>
        <p:nvSpPr>
          <p:cNvPr id="17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78D9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8" name="C4 M2 madd"/>
          <p:cNvSpPr txBox="1"/>
          <p:nvPr/>
        </p:nvSpPr>
        <p:spPr>
          <a:xfrm>
            <a:off x="5486400" y="1911858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ar-SA" altLang="en-US" sz="3800" dirty="0">
                <a:solidFill>
                  <a:srgbClr val="E0313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3800" dirty="0"/>
          </a:p>
        </p:txBody>
      </p:sp>
      <p:sp>
        <p:nvSpPr>
          <p:cNvPr id="19" name="C4 S2 stretch"/>
          <p:cNvSpPr/>
          <p:nvPr/>
        </p:nvSpPr>
        <p:spPr>
          <a:xfrm>
            <a:off x="5856732" y="1568196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0" name="C5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78D9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1" name="C6 L3 letter"/>
          <p:cNvSpPr txBox="1"/>
          <p:nvPr/>
        </p:nvSpPr>
        <p:spPr>
          <a:xfrm>
            <a:off x="3703320" y="1774419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</a:t>
            </a:r>
            <a:endParaRPr lang="ar-SA" sz="4700" dirty="0"/>
          </a:p>
        </p:txBody>
      </p:sp>
      <p:sp>
        <p:nvSpPr>
          <p:cNvPr id="22" name="C7 V3 vowel"/>
          <p:cNvSpPr txBox="1"/>
          <p:nvPr/>
        </p:nvSpPr>
        <p:spPr>
          <a:xfrm>
            <a:off x="3703320" y="1774419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جَ</a:t>
            </a:r>
            <a:endParaRPr lang="ar-SA" sz="4700" dirty="0"/>
          </a:p>
        </p:txBody>
      </p:sp>
      <p:sp>
        <p:nvSpPr>
          <p:cNvPr id="23" name="C8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2EB84B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4" name="C9 R result"/>
          <p:cNvSpPr txBox="1"/>
          <p:nvPr/>
        </p:nvSpPr>
        <p:spPr>
          <a:xfrm>
            <a:off x="502920" y="1468882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ar-SA" altLang="en-US" sz="8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سَ</a:t>
            </a:r>
            <a:pPr algn="ctr" indent="0" marL="0">
              <a:buNone/>
            </a:pPr>
            <a:r>
              <a:rPr lang="ar-SA" altLang="en-US" sz="6600" baseline="12500" dirty="0">
                <a:solidFill>
                  <a:srgbClr val="E0313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pPr algn="ctr" indent="0" marL="0">
              <a:buNone/>
            </a:pPr>
            <a:r>
              <a:rPr lang="ar-SA" altLang="en-US" sz="8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جَ</a:t>
            </a:r>
            <a:endParaRPr lang="ar-SA" sz="8200" dirty="0"/>
          </a:p>
        </p:txBody>
      </p:sp>
    </p:spTree>
  </p:cSld>
  <p:clrMapOvr>
    <a:masterClrMapping/>
  </p:clrMapOvr>
  <p:transition spd="med">
    <p:randomBar dir="vert"/>
    <p:sndAc>
      <p:stSnd>
        <p:snd r:embed="rIdTrSnd" name="harp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3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5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6" fill="hold">
                      <p:stCondLst>
                        <p:cond delay="indefinite"/>
                      </p:stCondLst>
                      <p:childTnLst>
                        <p:par>
                          <p:cTn id="27" fill="hold">
                            <p:stCondLst>
                              <p:cond delay="0"/>
                            </p:stCondLst>
                            <p:childTnLst>
                              <p:par>
                                <p:cTn id="2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0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1" fill="hold">
                      <p:stCondLst>
                        <p:cond delay="indefinite"/>
                      </p:stCondLst>
                      <p:childTnLst>
                        <p:par>
                          <p:cTn id="32" fill="hold">
                            <p:stCondLst>
                              <p:cond delay="0"/>
                            </p:stCondLst>
                            <p:childTnLst>
                              <p:par>
                                <p:cTn id="3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5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6" fill="hold">
                      <p:stCondLst>
                        <p:cond delay="indefinite"/>
                      </p:stCondLst>
                      <p:childTnLst>
                        <p:par>
                          <p:cTn id="37" fill="hold">
                            <p:stCondLst>
                              <p:cond delay="0"/>
                            </p:stCondLst>
                            <p:childTnLst>
                              <p:par>
                                <p:cTn id="3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</p:bldLst>
  </p:timing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433B1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moon"/>
          <p:cNvSpPr/>
          <p:nvPr/>
        </p:nvSpPr>
        <p:spPr>
          <a:xfrm>
            <a:off x="365760" y="91440"/>
            <a:ext cx="502920" cy="731520"/>
          </a:xfrm>
          <a:prstGeom prst="moon">
            <a:avLst/>
          </a:prstGeom>
          <a:solidFill>
            <a:srgbClr val="FFE88A"/>
          </a:solidFill>
          <a:ln w="12700">
            <a:solidFill>
              <a:srgbClr val="FFE88A"/>
            </a:solidFill>
            <a:prstDash val="solid"/>
          </a:ln>
        </p:spPr>
      </p:sp>
      <p:sp>
        <p:nvSpPr>
          <p:cNvPr id="3" name="Deco star 0"/>
          <p:cNvSpPr/>
          <p:nvPr/>
        </p:nvSpPr>
        <p:spPr>
          <a:xfrm>
            <a:off x="1280160" y="18288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4" name="Deco star 1"/>
          <p:cNvSpPr/>
          <p:nvPr/>
        </p:nvSpPr>
        <p:spPr>
          <a:xfrm>
            <a:off x="2194560" y="50292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5" name="Deco star 2"/>
          <p:cNvSpPr/>
          <p:nvPr/>
        </p:nvSpPr>
        <p:spPr>
          <a:xfrm>
            <a:off x="3291840" y="137160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6" name="Deco star 3"/>
          <p:cNvSpPr/>
          <p:nvPr/>
        </p:nvSpPr>
        <p:spPr>
          <a:xfrm>
            <a:off x="5760720" y="457200"/>
            <a:ext cx="365760" cy="36576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7" name="Deco star 4"/>
          <p:cNvSpPr/>
          <p:nvPr/>
        </p:nvSpPr>
        <p:spPr>
          <a:xfrm>
            <a:off x="6766560" y="109728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8" name="Deco star 5"/>
          <p:cNvSpPr/>
          <p:nvPr/>
        </p:nvSpPr>
        <p:spPr>
          <a:xfrm>
            <a:off x="7772400" y="41148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9" name="Deco star 6"/>
          <p:cNvSpPr/>
          <p:nvPr/>
        </p:nvSpPr>
        <p:spPr>
          <a:xfrm>
            <a:off x="8503920" y="13716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10" name="Deco hill left"/>
          <p:cNvSpPr/>
          <p:nvPr/>
        </p:nvSpPr>
        <p:spPr>
          <a:xfrm>
            <a:off x="-914400" y="4480560"/>
            <a:ext cx="4937760" cy="1463040"/>
          </a:xfrm>
          <a:prstGeom prst="ellipse">
            <a:avLst/>
          </a:prstGeom>
          <a:solidFill>
            <a:srgbClr val="51642B"/>
          </a:solidFill>
          <a:ln w="12700">
            <a:solidFill>
              <a:srgbClr val="51642B"/>
            </a:solidFill>
            <a:prstDash val="solid"/>
          </a:ln>
        </p:spPr>
      </p:sp>
      <p:sp>
        <p:nvSpPr>
          <p:cNvPr id="11" name="Deco hill right"/>
          <p:cNvSpPr/>
          <p:nvPr/>
        </p:nvSpPr>
        <p:spPr>
          <a:xfrm>
            <a:off x="4206240" y="4572000"/>
            <a:ext cx="5669280" cy="1463040"/>
          </a:xfrm>
          <a:prstGeom prst="ellipse">
            <a:avLst/>
          </a:prstGeom>
          <a:solidFill>
            <a:srgbClr val="407934"/>
          </a:solidFill>
          <a:ln w="12700">
            <a:solidFill>
              <a:srgbClr val="407934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14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5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6" name="C1 L1 letter"/>
          <p:cNvSpPr txBox="1"/>
          <p:nvPr/>
        </p:nvSpPr>
        <p:spPr>
          <a:xfrm>
            <a:off x="7269480" y="1794116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س</a:t>
            </a:r>
            <a:endParaRPr lang="ar-SA" sz="4700" dirty="0"/>
          </a:p>
        </p:txBody>
      </p:sp>
      <p:sp>
        <p:nvSpPr>
          <p:cNvPr id="17" name="C2 V1 vowel"/>
          <p:cNvSpPr txBox="1"/>
          <p:nvPr/>
        </p:nvSpPr>
        <p:spPr>
          <a:xfrm>
            <a:off x="7269480" y="1794116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سَ</a:t>
            </a:r>
            <a:endParaRPr lang="ar-SA" sz="4700" dirty="0"/>
          </a:p>
        </p:txBody>
      </p:sp>
      <p:sp>
        <p:nvSpPr>
          <p:cNvPr id="18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2644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9" name="C4 M2 madd"/>
          <p:cNvSpPr txBox="1"/>
          <p:nvPr/>
        </p:nvSpPr>
        <p:spPr>
          <a:xfrm>
            <a:off x="5486400" y="1911858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ar-SA" altLang="en-US" sz="3800" dirty="0">
                <a:solidFill>
                  <a:srgbClr val="E0313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3800" dirty="0"/>
          </a:p>
        </p:txBody>
      </p:sp>
      <p:sp>
        <p:nvSpPr>
          <p:cNvPr id="20" name="C4 S2 stretch"/>
          <p:cNvSpPr/>
          <p:nvPr/>
        </p:nvSpPr>
        <p:spPr>
          <a:xfrm>
            <a:off x="5856732" y="1568196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1" name="C5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2644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2" name="C6 L3 letter"/>
          <p:cNvSpPr txBox="1"/>
          <p:nvPr/>
        </p:nvSpPr>
        <p:spPr>
          <a:xfrm>
            <a:off x="3703320" y="1774419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</a:t>
            </a:r>
            <a:endParaRPr lang="ar-SA" sz="4700" dirty="0"/>
          </a:p>
        </p:txBody>
      </p:sp>
      <p:sp>
        <p:nvSpPr>
          <p:cNvPr id="23" name="C7 V3 vowel"/>
          <p:cNvSpPr txBox="1"/>
          <p:nvPr/>
        </p:nvSpPr>
        <p:spPr>
          <a:xfrm>
            <a:off x="3703320" y="1774419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حَ</a:t>
            </a:r>
            <a:endParaRPr lang="ar-SA" sz="4700" dirty="0"/>
          </a:p>
        </p:txBody>
      </p:sp>
      <p:sp>
        <p:nvSpPr>
          <p:cNvPr id="24" name="C8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732E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5" name="C9 R result"/>
          <p:cNvSpPr txBox="1"/>
          <p:nvPr/>
        </p:nvSpPr>
        <p:spPr>
          <a:xfrm>
            <a:off x="502920" y="1468882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ar-SA" altLang="en-US" sz="8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سَ</a:t>
            </a:r>
            <a:pPr algn="ctr" indent="0" marL="0">
              <a:buNone/>
            </a:pPr>
            <a:r>
              <a:rPr lang="ar-SA" altLang="en-US" sz="6600" baseline="12500" dirty="0">
                <a:solidFill>
                  <a:srgbClr val="E0313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pPr algn="ctr" indent="0" marL="0">
              <a:buNone/>
            </a:pPr>
            <a:r>
              <a:rPr lang="ar-SA" altLang="en-US" sz="8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حَ</a:t>
            </a:r>
            <a:endParaRPr lang="ar-SA" sz="8200" dirty="0"/>
          </a:p>
        </p:txBody>
      </p:sp>
    </p:spTree>
  </p:cSld>
  <p:clrMapOvr>
    <a:masterClrMapping/>
  </p:clrMapOvr>
  <p:transition spd="med">
    <p:push dir="l"/>
    <p:sndAc>
      <p:stSnd>
        <p:snd r:embed="rIdTrSnd" name="chim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3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5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6" fill="hold">
                      <p:stCondLst>
                        <p:cond delay="indefinite"/>
                      </p:stCondLst>
                      <p:childTnLst>
                        <p:par>
                          <p:cTn id="27" fill="hold">
                            <p:stCondLst>
                              <p:cond delay="0"/>
                            </p:stCondLst>
                            <p:childTnLst>
                              <p:par>
                                <p:cTn id="2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0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1" fill="hold">
                      <p:stCondLst>
                        <p:cond delay="indefinite"/>
                      </p:stCondLst>
                      <p:childTnLst>
                        <p:par>
                          <p:cTn id="32" fill="hold">
                            <p:stCondLst>
                              <p:cond delay="0"/>
                            </p:stCondLst>
                            <p:childTnLst>
                              <p:par>
                                <p:cTn id="3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5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6" fill="hold">
                      <p:stCondLst>
                        <p:cond delay="indefinite"/>
                      </p:stCondLst>
                      <p:childTnLst>
                        <p:par>
                          <p:cTn id="37" fill="hold">
                            <p:stCondLst>
                              <p:cond delay="0"/>
                            </p:stCondLst>
                            <p:childTnLst>
                              <p:par>
                                <p:cTn id="3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  <p:bldP spid="25" grpId="0" animBg="1"/>
    </p:bldLst>
  </p:timing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C5F0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wave back"/>
          <p:cNvSpPr/>
          <p:nvPr/>
        </p:nvSpPr>
        <p:spPr>
          <a:xfrm>
            <a:off x="-182880" y="4389120"/>
            <a:ext cx="9509760" cy="548640"/>
          </a:xfrm>
          <a:prstGeom prst="wave">
            <a:avLst/>
          </a:prstGeom>
          <a:solidFill>
            <a:srgbClr val="D6855C"/>
          </a:solidFill>
          <a:ln w="12700">
            <a:solidFill>
              <a:srgbClr val="D6855C"/>
            </a:solidFill>
            <a:prstDash val="solid"/>
          </a:ln>
        </p:spPr>
      </p:sp>
      <p:sp>
        <p:nvSpPr>
          <p:cNvPr id="3" name="Deco sea floor"/>
          <p:cNvSpPr/>
          <p:nvPr/>
        </p:nvSpPr>
        <p:spPr>
          <a:xfrm>
            <a:off x="0" y="4709160"/>
            <a:ext cx="9144000" cy="457200"/>
          </a:xfrm>
          <a:prstGeom prst="rect">
            <a:avLst/>
          </a:prstGeom>
          <a:solidFill>
            <a:srgbClr val="CC7333"/>
          </a:solidFill>
          <a:ln w="12700">
            <a:solidFill>
              <a:srgbClr val="CC7333"/>
            </a:solidFill>
            <a:prstDash val="solid"/>
          </a:ln>
        </p:spPr>
      </p:sp>
      <p:sp>
        <p:nvSpPr>
          <p:cNvPr id="4" name="Deco bubble 0"/>
          <p:cNvSpPr/>
          <p:nvPr/>
        </p:nvSpPr>
        <p:spPr>
          <a:xfrm>
            <a:off x="365760" y="182880"/>
            <a:ext cx="411480" cy="4114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5" name="Deco bubble 1"/>
          <p:cNvSpPr/>
          <p:nvPr/>
        </p:nvSpPr>
        <p:spPr>
          <a:xfrm>
            <a:off x="914400" y="502920"/>
            <a:ext cx="256032" cy="256032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6" name="Deco bubble 2"/>
          <p:cNvSpPr/>
          <p:nvPr/>
        </p:nvSpPr>
        <p:spPr>
          <a:xfrm>
            <a:off x="8138160" y="137160"/>
            <a:ext cx="457200" cy="4572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7" name="Deco bubble 3"/>
          <p:cNvSpPr/>
          <p:nvPr/>
        </p:nvSpPr>
        <p:spPr>
          <a:xfrm>
            <a:off x="7680960" y="548640"/>
            <a:ext cx="228600" cy="2286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8" name="Deco bubble 4"/>
          <p:cNvSpPr/>
          <p:nvPr/>
        </p:nvSpPr>
        <p:spPr>
          <a:xfrm>
            <a:off x="8686800" y="566928"/>
            <a:ext cx="182880" cy="1828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9" name="Deco sun"/>
          <p:cNvSpPr/>
          <p:nvPr/>
        </p:nvSpPr>
        <p:spPr>
          <a:xfrm>
            <a:off x="4206240" y="109728"/>
            <a:ext cx="685800" cy="68580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0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1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12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3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4" name="C1 L1 letter"/>
          <p:cNvSpPr txBox="1"/>
          <p:nvPr/>
        </p:nvSpPr>
        <p:spPr>
          <a:xfrm>
            <a:off x="7269480" y="1798511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س</a:t>
            </a:r>
            <a:endParaRPr lang="ar-SA" sz="4500" dirty="0"/>
          </a:p>
        </p:txBody>
      </p:sp>
      <p:sp>
        <p:nvSpPr>
          <p:cNvPr id="15" name="C2 V1 vowel"/>
          <p:cNvSpPr txBox="1"/>
          <p:nvPr/>
        </p:nvSpPr>
        <p:spPr>
          <a:xfrm>
            <a:off x="7269480" y="1798511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سَ</a:t>
            </a:r>
            <a:endParaRPr lang="ar-SA" sz="4500" dirty="0"/>
          </a:p>
        </p:txBody>
      </p:sp>
      <p:sp>
        <p:nvSpPr>
          <p:cNvPr id="16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D93D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7" name="C4 M2 madd"/>
          <p:cNvSpPr txBox="1"/>
          <p:nvPr/>
        </p:nvSpPr>
        <p:spPr>
          <a:xfrm>
            <a:off x="5486400" y="1911096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ar-SA" altLang="en-US" sz="3600" dirty="0">
                <a:solidFill>
                  <a:srgbClr val="E0313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3600" dirty="0"/>
          </a:p>
        </p:txBody>
      </p:sp>
      <p:sp>
        <p:nvSpPr>
          <p:cNvPr id="18" name="C4 S2 stretch"/>
          <p:cNvSpPr/>
          <p:nvPr/>
        </p:nvSpPr>
        <p:spPr>
          <a:xfrm>
            <a:off x="5856732" y="1568196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9" name="C5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D93D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0" name="C6 L3 letter"/>
          <p:cNvSpPr txBox="1"/>
          <p:nvPr/>
        </p:nvSpPr>
        <p:spPr>
          <a:xfrm>
            <a:off x="3703320" y="1837373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</a:t>
            </a:r>
            <a:endParaRPr lang="ar-SA" sz="4500" dirty="0"/>
          </a:p>
        </p:txBody>
      </p:sp>
      <p:sp>
        <p:nvSpPr>
          <p:cNvPr id="21" name="C7 V3 vowel"/>
          <p:cNvSpPr txBox="1"/>
          <p:nvPr/>
        </p:nvSpPr>
        <p:spPr>
          <a:xfrm>
            <a:off x="3703320" y="1837373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خَ</a:t>
            </a:r>
            <a:endParaRPr lang="ar-SA" sz="4500" dirty="0"/>
          </a:p>
        </p:txBody>
      </p:sp>
      <p:sp>
        <p:nvSpPr>
          <p:cNvPr id="22" name="C8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B89B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3" name="C9 R result"/>
          <p:cNvSpPr txBox="1"/>
          <p:nvPr/>
        </p:nvSpPr>
        <p:spPr>
          <a:xfrm>
            <a:off x="502920" y="1545907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ar-SA" altLang="en-US" sz="7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سَ</a:t>
            </a:r>
            <a:pPr algn="ctr" indent="0" marL="0">
              <a:buNone/>
            </a:pPr>
            <a:r>
              <a:rPr lang="ar-SA" altLang="en-US" sz="6000" baseline="12500" dirty="0">
                <a:solidFill>
                  <a:srgbClr val="E0313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pPr algn="ctr" indent="0" marL="0">
              <a:buNone/>
            </a:pPr>
            <a:r>
              <a:rPr lang="ar-SA" altLang="en-US" sz="7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خَ</a:t>
            </a:r>
            <a:endParaRPr lang="ar-SA" sz="7500" dirty="0"/>
          </a:p>
        </p:txBody>
      </p:sp>
    </p:spTree>
  </p:cSld>
  <p:clrMapOvr>
    <a:masterClrMapping/>
  </p:clrMapOvr>
  <p:transition spd="med">
    <p:split orient="vert" dir="out"/>
    <p:sndAc>
      <p:stSnd>
        <p:snd r:embed="rIdTrSnd" name="whoosh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3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5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6" fill="hold">
                      <p:stCondLst>
                        <p:cond delay="indefinite"/>
                      </p:stCondLst>
                      <p:childTnLst>
                        <p:par>
                          <p:cTn id="27" fill="hold">
                            <p:stCondLst>
                              <p:cond delay="0"/>
                            </p:stCondLst>
                            <p:childTnLst>
                              <p:par>
                                <p:cTn id="2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0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1" fill="hold">
                      <p:stCondLst>
                        <p:cond delay="indefinite"/>
                      </p:stCondLst>
                      <p:childTnLst>
                        <p:par>
                          <p:cTn id="32" fill="hold">
                            <p:stCondLst>
                              <p:cond delay="0"/>
                            </p:stCondLst>
                            <p:childTnLst>
                              <p:par>
                                <p:cTn id="3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5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6" fill="hold">
                      <p:stCondLst>
                        <p:cond delay="indefinite"/>
                      </p:stCondLst>
                      <p:childTnLst>
                        <p:par>
                          <p:cTn id="37" fill="hold">
                            <p:stCondLst>
                              <p:cond delay="0"/>
                            </p:stCondLst>
                            <p:childTnLst>
                              <p:par>
                                <p:cTn id="3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4" grpId="0" animBg="1"/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</p:bldLst>
  </p:timing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7C5E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grass"/>
          <p:cNvSpPr/>
          <p:nvPr/>
        </p:nvSpPr>
        <p:spPr>
          <a:xfrm>
            <a:off x="0" y="4617720"/>
            <a:ext cx="9144000" cy="548640"/>
          </a:xfrm>
          <a:prstGeom prst="rect">
            <a:avLst/>
          </a:prstGeom>
          <a:solidFill>
            <a:srgbClr val="B3C653"/>
          </a:solidFill>
          <a:ln w="12700">
            <a:solidFill>
              <a:srgbClr val="B3C653"/>
            </a:solidFill>
            <a:prstDash val="solid"/>
          </a:ln>
        </p:spPr>
      </p:sp>
      <p:sp>
        <p:nvSpPr>
          <p:cNvPr id="3" name="Deco stem 0"/>
          <p:cNvSpPr/>
          <p:nvPr/>
        </p:nvSpPr>
        <p:spPr>
          <a:xfrm>
            <a:off x="57607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4" name="Deco flower 0"/>
          <p:cNvSpPr/>
          <p:nvPr/>
        </p:nvSpPr>
        <p:spPr>
          <a:xfrm>
            <a:off x="457200" y="4370832"/>
            <a:ext cx="274320" cy="274320"/>
          </a:xfrm>
          <a:prstGeom prst="flowChartConnector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5" name="Deco stem 1"/>
          <p:cNvSpPr/>
          <p:nvPr/>
        </p:nvSpPr>
        <p:spPr>
          <a:xfrm>
            <a:off x="13990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6" name="Deco flower 1"/>
          <p:cNvSpPr/>
          <p:nvPr/>
        </p:nvSpPr>
        <p:spPr>
          <a:xfrm>
            <a:off x="1280160" y="4370832"/>
            <a:ext cx="274320" cy="274320"/>
          </a:xfrm>
          <a:prstGeom prst="flowChartConnector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7" name="Deco stem 2"/>
          <p:cNvSpPr/>
          <p:nvPr/>
        </p:nvSpPr>
        <p:spPr>
          <a:xfrm>
            <a:off x="22219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8" name="Deco flower 2"/>
          <p:cNvSpPr/>
          <p:nvPr/>
        </p:nvSpPr>
        <p:spPr>
          <a:xfrm>
            <a:off x="2103120" y="4370832"/>
            <a:ext cx="274320" cy="274320"/>
          </a:xfrm>
          <a:prstGeom prst="flowChartConnector">
            <a:avLst/>
          </a:prstGeom>
          <a:solidFill>
            <a:srgbClr val="B892FF"/>
          </a:solidFill>
          <a:ln w="12700">
            <a:solidFill>
              <a:srgbClr val="B892FF"/>
            </a:solidFill>
            <a:prstDash val="solid"/>
          </a:ln>
        </p:spPr>
      </p:sp>
      <p:sp>
        <p:nvSpPr>
          <p:cNvPr id="9" name="Deco stem 3"/>
          <p:cNvSpPr/>
          <p:nvPr/>
        </p:nvSpPr>
        <p:spPr>
          <a:xfrm>
            <a:off x="68854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6766560" y="4370832"/>
            <a:ext cx="274320" cy="274320"/>
          </a:xfrm>
          <a:prstGeom prst="flowChartConnector">
            <a:avLst/>
          </a:prstGeom>
          <a:solidFill>
            <a:srgbClr val="FF6F91"/>
          </a:solidFill>
          <a:ln w="12700">
            <a:solidFill>
              <a:srgbClr val="FF6F91"/>
            </a:solidFill>
            <a:prstDash val="solid"/>
          </a:ln>
        </p:spPr>
      </p:sp>
      <p:sp>
        <p:nvSpPr>
          <p:cNvPr id="11" name="Deco stem 4"/>
          <p:cNvSpPr/>
          <p:nvPr/>
        </p:nvSpPr>
        <p:spPr>
          <a:xfrm>
            <a:off x="77083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2" name="Deco flower 4"/>
          <p:cNvSpPr/>
          <p:nvPr/>
        </p:nvSpPr>
        <p:spPr>
          <a:xfrm>
            <a:off x="7589520" y="4370832"/>
            <a:ext cx="274320" cy="274320"/>
          </a:xfrm>
          <a:prstGeom prst="flowChartConnector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3" name="Deco stem 5"/>
          <p:cNvSpPr/>
          <p:nvPr/>
        </p:nvSpPr>
        <p:spPr>
          <a:xfrm>
            <a:off x="843991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4" name="Deco flower 5"/>
          <p:cNvSpPr/>
          <p:nvPr/>
        </p:nvSpPr>
        <p:spPr>
          <a:xfrm>
            <a:off x="8321040" y="4370832"/>
            <a:ext cx="274320" cy="274320"/>
          </a:xfrm>
          <a:prstGeom prst="flowChartConnector">
            <a:avLst/>
          </a:prstGeom>
          <a:solidFill>
            <a:srgbClr val="7EC8FF"/>
          </a:solidFill>
          <a:ln w="12700">
            <a:solidFill>
              <a:srgbClr val="7EC8FF"/>
            </a:solidFill>
            <a:prstDash val="solid"/>
          </a:ln>
        </p:spPr>
      </p:sp>
      <p:sp>
        <p:nvSpPr>
          <p:cNvPr id="15" name="Deco heart"/>
          <p:cNvSpPr/>
          <p:nvPr/>
        </p:nvSpPr>
        <p:spPr>
          <a:xfrm>
            <a:off x="411480" y="228600"/>
            <a:ext cx="457200" cy="411480"/>
          </a:xfrm>
          <a:prstGeom prst="heart">
            <a:avLst/>
          </a:prstGeom>
          <a:solidFill>
            <a:srgbClr val="ED5EE1"/>
          </a:solidFill>
          <a:ln w="12700">
            <a:solidFill>
              <a:srgbClr val="ED5EE1"/>
            </a:solidFill>
            <a:prstDash val="solid"/>
          </a:ln>
        </p:spPr>
      </p:sp>
      <p:sp>
        <p:nvSpPr>
          <p:cNvPr id="16" name="Deco cloud"/>
          <p:cNvSpPr/>
          <p:nvPr/>
        </p:nvSpPr>
        <p:spPr>
          <a:xfrm>
            <a:off x="713232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7" name="Deco friend"/>
          <p:cNvSpPr/>
          <p:nvPr/>
        </p:nvSpPr>
        <p:spPr>
          <a:xfrm>
            <a:off x="6309360" y="182880"/>
            <a:ext cx="548640" cy="548640"/>
          </a:xfrm>
          <a:prstGeom prst="smileyFace">
            <a:avLst/>
          </a:prstGeom>
          <a:solidFill>
            <a:srgbClr val="FFD166"/>
          </a:solidFill>
          <a:ln w="12700">
            <a:solidFill>
              <a:srgbClr val="FFD166"/>
            </a:solidFill>
            <a:prstDash val="solid"/>
          </a:ln>
        </p:spPr>
      </p:sp>
      <p:sp>
        <p:nvSpPr>
          <p:cNvPr id="18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9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20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21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22" name="C1 L1 letter"/>
          <p:cNvSpPr txBox="1"/>
          <p:nvPr/>
        </p:nvSpPr>
        <p:spPr>
          <a:xfrm>
            <a:off x="7269480" y="1794116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س</a:t>
            </a:r>
            <a:endParaRPr lang="ar-SA" sz="4700" dirty="0"/>
          </a:p>
        </p:txBody>
      </p:sp>
      <p:sp>
        <p:nvSpPr>
          <p:cNvPr id="23" name="C2 V1 vowel"/>
          <p:cNvSpPr txBox="1"/>
          <p:nvPr/>
        </p:nvSpPr>
        <p:spPr>
          <a:xfrm>
            <a:off x="7269480" y="1794116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سَ</a:t>
            </a:r>
            <a:endParaRPr lang="ar-SA" sz="4700" dirty="0"/>
          </a:p>
        </p:txBody>
      </p:sp>
      <p:sp>
        <p:nvSpPr>
          <p:cNvPr id="24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26D971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5" name="C4 M2 madd"/>
          <p:cNvSpPr txBox="1"/>
          <p:nvPr/>
        </p:nvSpPr>
        <p:spPr>
          <a:xfrm>
            <a:off x="5486400" y="1911858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ar-SA" altLang="en-US" sz="3800" dirty="0">
                <a:solidFill>
                  <a:srgbClr val="E0313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3800" dirty="0"/>
          </a:p>
        </p:txBody>
      </p:sp>
      <p:sp>
        <p:nvSpPr>
          <p:cNvPr id="26" name="C4 S2 stretch"/>
          <p:cNvSpPr/>
          <p:nvPr/>
        </p:nvSpPr>
        <p:spPr>
          <a:xfrm>
            <a:off x="5856732" y="1568196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7" name="C5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26D971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8" name="C6 L3 letter"/>
          <p:cNvSpPr txBox="1"/>
          <p:nvPr/>
        </p:nvSpPr>
        <p:spPr>
          <a:xfrm>
            <a:off x="3703320" y="1900066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د</a:t>
            </a:r>
            <a:endParaRPr lang="ar-SA" sz="4700" dirty="0"/>
          </a:p>
        </p:txBody>
      </p:sp>
      <p:sp>
        <p:nvSpPr>
          <p:cNvPr id="29" name="C7 V3 vowel"/>
          <p:cNvSpPr txBox="1"/>
          <p:nvPr/>
        </p:nvSpPr>
        <p:spPr>
          <a:xfrm>
            <a:off x="3703320" y="1900066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دَ</a:t>
            </a:r>
            <a:endParaRPr lang="ar-SA" sz="4700" dirty="0"/>
          </a:p>
        </p:txBody>
      </p:sp>
      <p:sp>
        <p:nvSpPr>
          <p:cNvPr id="30" name="C8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2EAC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1" name="C9 R result"/>
          <p:cNvSpPr txBox="1"/>
          <p:nvPr/>
        </p:nvSpPr>
        <p:spPr>
          <a:xfrm>
            <a:off x="502920" y="1668780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سَ</a:t>
            </a:r>
            <a:pPr algn="ctr" indent="0" marL="0">
              <a:buNone/>
            </a:pPr>
            <a:r>
              <a:rPr lang="ar-SA" altLang="en-US" sz="7200" baseline="12500" dirty="0">
                <a:solidFill>
                  <a:srgbClr val="E0313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pPr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دَ</a:t>
            </a:r>
            <a:endParaRPr lang="ar-SA" sz="9000" dirty="0"/>
          </a:p>
        </p:txBody>
      </p:sp>
    </p:spTree>
  </p:cSld>
  <p:clrMapOvr>
    <a:masterClrMapping/>
  </p:clrMapOvr>
  <p:transition spd="med">
    <p:pull dir="l"/>
    <p:sndAc>
      <p:stSnd>
        <p:snd r:embed="rIdTrSnd" name="bubbles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3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5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6" fill="hold">
                      <p:stCondLst>
                        <p:cond delay="indefinite"/>
                      </p:stCondLst>
                      <p:childTnLst>
                        <p:par>
                          <p:cTn id="27" fill="hold">
                            <p:stCondLst>
                              <p:cond delay="0"/>
                            </p:stCondLst>
                            <p:childTnLst>
                              <p:par>
                                <p:cTn id="2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0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1" fill="hold">
                      <p:stCondLst>
                        <p:cond delay="indefinite"/>
                      </p:stCondLst>
                      <p:childTnLst>
                        <p:par>
                          <p:cTn id="32" fill="hold">
                            <p:stCondLst>
                              <p:cond delay="0"/>
                            </p:stCondLst>
                            <p:childTnLst>
                              <p:par>
                                <p:cTn id="3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5" dur="35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6" fill="hold">
                      <p:stCondLst>
                        <p:cond delay="indefinite"/>
                      </p:stCondLst>
                      <p:childTnLst>
                        <p:par>
                          <p:cTn id="37" fill="hold">
                            <p:stCondLst>
                              <p:cond delay="0"/>
                            </p:stCondLst>
                            <p:childTnLst>
                              <p:par>
                                <p:cTn id="3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3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3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  <p:bldP spid="28" grpId="0" animBg="1"/>
      <p:bldP spid="29" grpId="0" animBg="1"/>
      <p:bldP spid="30" grpId="0" animBg="1"/>
      <p:bldP spid="31" grpId="0" animBg="1"/>
    </p:bldLst>
  </p:timing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21431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planet"/>
          <p:cNvSpPr/>
          <p:nvPr/>
        </p:nvSpPr>
        <p:spPr>
          <a:xfrm>
            <a:off x="7680960" y="91440"/>
            <a:ext cx="731520" cy="731520"/>
          </a:xfrm>
          <a:prstGeom prst="ellipse">
            <a:avLst/>
          </a:prstGeom>
          <a:solidFill>
            <a:srgbClr val="52E070"/>
          </a:solidFill>
          <a:ln w="12700">
            <a:solidFill>
              <a:srgbClr val="52E070"/>
            </a:solidFill>
            <a:prstDash val="solid"/>
          </a:ln>
        </p:spPr>
      </p:sp>
      <p:sp>
        <p:nvSpPr>
          <p:cNvPr id="3" name="Deco planet ring"/>
          <p:cNvSpPr/>
          <p:nvPr/>
        </p:nvSpPr>
        <p:spPr>
          <a:xfrm>
            <a:off x="7452360" y="384048"/>
            <a:ext cx="1188720" cy="164592"/>
          </a:xfrm>
          <a:prstGeom prst="ellipse">
            <a:avLst/>
          </a:prstGeom>
          <a:solidFill>
            <a:srgbClr val="FFFFFF">
              <a:alpha val="0"/>
            </a:srgbClr>
          </a:solidFill>
          <a:ln w="25400">
            <a:solidFill>
              <a:srgbClr val="8CF2D5"/>
            </a:solidFill>
            <a:prstDash val="solid"/>
          </a:ln>
        </p:spPr>
      </p:sp>
      <p:sp>
        <p:nvSpPr>
          <p:cNvPr id="4" name="Deco small planet"/>
          <p:cNvSpPr/>
          <p:nvPr/>
        </p:nvSpPr>
        <p:spPr>
          <a:xfrm>
            <a:off x="274320" y="182880"/>
            <a:ext cx="502920" cy="502920"/>
          </a:xfrm>
          <a:prstGeom prst="ellipse">
            <a:avLst/>
          </a:prstGeom>
          <a:solidFill>
            <a:srgbClr val="BC70DB"/>
          </a:solidFill>
          <a:ln w="12700">
            <a:solidFill>
              <a:srgbClr val="BC70DB"/>
            </a:solidFill>
            <a:prstDash val="solid"/>
          </a:ln>
        </p:spPr>
      </p:sp>
      <p:sp>
        <p:nvSpPr>
          <p:cNvPr id="5" name="Deco star 0"/>
          <p:cNvSpPr/>
          <p:nvPr/>
        </p:nvSpPr>
        <p:spPr>
          <a:xfrm>
            <a:off x="1371600" y="27432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6" name="Deco star 1"/>
          <p:cNvSpPr/>
          <p:nvPr/>
        </p:nvSpPr>
        <p:spPr>
          <a:xfrm>
            <a:off x="2468880" y="91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7" name="Deco star 2"/>
          <p:cNvSpPr/>
          <p:nvPr/>
        </p:nvSpPr>
        <p:spPr>
          <a:xfrm>
            <a:off x="3840480" y="50292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8" name="Deco star 3"/>
          <p:cNvSpPr/>
          <p:nvPr/>
        </p:nvSpPr>
        <p:spPr>
          <a:xfrm>
            <a:off x="5120640" y="137160"/>
            <a:ext cx="256032" cy="256032"/>
          </a:xfrm>
          <a:prstGeom prst="star4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9" name="Deco star 4"/>
          <p:cNvSpPr/>
          <p:nvPr/>
        </p:nvSpPr>
        <p:spPr>
          <a:xfrm>
            <a:off x="6583680" y="4572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Deco star 5"/>
          <p:cNvSpPr/>
          <p:nvPr/>
        </p:nvSpPr>
        <p:spPr>
          <a:xfrm>
            <a:off x="1097280" y="457200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1" name="Deco star 6"/>
          <p:cNvSpPr/>
          <p:nvPr/>
        </p:nvSpPr>
        <p:spPr>
          <a:xfrm>
            <a:off x="2743200" y="475488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12" name="Deco star 7"/>
          <p:cNvSpPr/>
          <p:nvPr/>
        </p:nvSpPr>
        <p:spPr>
          <a:xfrm>
            <a:off x="6217920" y="4663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3" name="Deco star 8"/>
          <p:cNvSpPr/>
          <p:nvPr/>
        </p:nvSpPr>
        <p:spPr>
          <a:xfrm>
            <a:off x="8138160" y="45720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4" name="Deco moon surface"/>
          <p:cNvSpPr/>
          <p:nvPr/>
        </p:nvSpPr>
        <p:spPr>
          <a:xfrm>
            <a:off x="3200400" y="4709160"/>
            <a:ext cx="2743200" cy="1097280"/>
          </a:xfrm>
          <a:prstGeom prst="ellipse">
            <a:avLst/>
          </a:prstGeom>
          <a:solidFill>
            <a:srgbClr val="854A47"/>
          </a:solidFill>
          <a:ln w="12700">
            <a:solidFill>
              <a:srgbClr val="854A47"/>
            </a:solidFill>
            <a:prstDash val="solid"/>
          </a:ln>
        </p:spPr>
      </p:sp>
      <p:sp>
        <p:nvSpPr>
          <p:cNvPr id="15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6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17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8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9" name="C1 L1 letter"/>
          <p:cNvSpPr txBox="1"/>
          <p:nvPr/>
        </p:nvSpPr>
        <p:spPr>
          <a:xfrm>
            <a:off x="7269480" y="1794116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س</a:t>
            </a:r>
            <a:endParaRPr lang="ar-SA" sz="4700" dirty="0"/>
          </a:p>
        </p:txBody>
      </p:sp>
      <p:sp>
        <p:nvSpPr>
          <p:cNvPr id="20" name="C2 V1 vowel"/>
          <p:cNvSpPr txBox="1"/>
          <p:nvPr/>
        </p:nvSpPr>
        <p:spPr>
          <a:xfrm>
            <a:off x="7269480" y="1794116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سَ</a:t>
            </a:r>
            <a:endParaRPr lang="ar-SA" sz="4700" dirty="0"/>
          </a:p>
        </p:txBody>
      </p:sp>
      <p:sp>
        <p:nvSpPr>
          <p:cNvPr id="21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A526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2" name="C4 M2 madd"/>
          <p:cNvSpPr txBox="1"/>
          <p:nvPr/>
        </p:nvSpPr>
        <p:spPr>
          <a:xfrm>
            <a:off x="5486400" y="1911858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ar-SA" altLang="en-US" sz="3800" dirty="0">
                <a:solidFill>
                  <a:srgbClr val="E0313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3800" dirty="0"/>
          </a:p>
        </p:txBody>
      </p:sp>
      <p:sp>
        <p:nvSpPr>
          <p:cNvPr id="23" name="C4 S2 stretch"/>
          <p:cNvSpPr/>
          <p:nvPr/>
        </p:nvSpPr>
        <p:spPr>
          <a:xfrm>
            <a:off x="5856732" y="1568196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4" name="C5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A526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5" name="C6 L3 letter"/>
          <p:cNvSpPr txBox="1"/>
          <p:nvPr/>
        </p:nvSpPr>
        <p:spPr>
          <a:xfrm>
            <a:off x="3703320" y="1960353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ذ</a:t>
            </a:r>
            <a:endParaRPr lang="ar-SA" sz="4700" dirty="0"/>
          </a:p>
        </p:txBody>
      </p:sp>
      <p:sp>
        <p:nvSpPr>
          <p:cNvPr id="26" name="C7 V3 vowel"/>
          <p:cNvSpPr txBox="1"/>
          <p:nvPr/>
        </p:nvSpPr>
        <p:spPr>
          <a:xfrm>
            <a:off x="3703320" y="1960353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ذَ</a:t>
            </a:r>
            <a:endParaRPr lang="ar-SA" sz="4700" dirty="0"/>
          </a:p>
        </p:txBody>
      </p:sp>
      <p:sp>
        <p:nvSpPr>
          <p:cNvPr id="27" name="C8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B82E84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8" name="C9 R result"/>
          <p:cNvSpPr txBox="1"/>
          <p:nvPr/>
        </p:nvSpPr>
        <p:spPr>
          <a:xfrm>
            <a:off x="502920" y="1766507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سَ</a:t>
            </a:r>
            <a:pPr algn="ctr" indent="0" marL="0">
              <a:buNone/>
            </a:pPr>
            <a:r>
              <a:rPr lang="ar-SA" altLang="en-US" sz="7200" baseline="12500" dirty="0">
                <a:solidFill>
                  <a:srgbClr val="E0313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pPr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ذَ</a:t>
            </a:r>
            <a:endParaRPr lang="ar-SA" sz="9000" dirty="0"/>
          </a:p>
        </p:txBody>
      </p:sp>
    </p:spTree>
  </p:cSld>
  <p:clrMapOvr>
    <a:masterClrMapping/>
  </p:clrMapOvr>
  <p:transition spd="med">
    <p:fade/>
    <p:sndAc>
      <p:stSnd>
        <p:snd r:embed="rIdTrSnd" name="sparkl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3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5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6" fill="hold">
                      <p:stCondLst>
                        <p:cond delay="indefinite"/>
                      </p:stCondLst>
                      <p:childTnLst>
                        <p:par>
                          <p:cTn id="27" fill="hold">
                            <p:stCondLst>
                              <p:cond delay="0"/>
                            </p:stCondLst>
                            <p:childTnLst>
                              <p:par>
                                <p:cTn id="2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0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1" fill="hold">
                      <p:stCondLst>
                        <p:cond delay="indefinite"/>
                      </p:stCondLst>
                      <p:childTnLst>
                        <p:par>
                          <p:cTn id="32" fill="hold">
                            <p:stCondLst>
                              <p:cond delay="0"/>
                            </p:stCondLst>
                            <p:childTnLst>
                              <p:par>
                                <p:cTn id="3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5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6" fill="hold">
                      <p:stCondLst>
                        <p:cond delay="indefinite"/>
                      </p:stCondLst>
                      <p:childTnLst>
                        <p:par>
                          <p:cTn id="37" fill="hold">
                            <p:stCondLst>
                              <p:cond delay="0"/>
                            </p:stCondLst>
                            <p:childTnLst>
                              <p:par>
                                <p:cTn id="3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  <p:bldP spid="28" grpId="0" animBg="1"/>
    </p:bldLst>
  </p:timing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C5C5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sun low"/>
          <p:cNvSpPr/>
          <p:nvPr/>
        </p:nvSpPr>
        <p:spPr>
          <a:xfrm>
            <a:off x="3566160" y="4343400"/>
            <a:ext cx="2011680" cy="2011680"/>
          </a:xfrm>
          <a:prstGeom prst="ellipse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3" name="Deco dune left"/>
          <p:cNvSpPr/>
          <p:nvPr/>
        </p:nvSpPr>
        <p:spPr>
          <a:xfrm>
            <a:off x="-1097280" y="4572000"/>
            <a:ext cx="4572000" cy="1280160"/>
          </a:xfrm>
          <a:prstGeom prst="ellipse">
            <a:avLst/>
          </a:prstGeom>
          <a:solidFill>
            <a:srgbClr val="9564D8"/>
          </a:solidFill>
          <a:ln w="12700">
            <a:solidFill>
              <a:srgbClr val="9564D8"/>
            </a:solidFill>
            <a:prstDash val="solid"/>
          </a:ln>
        </p:spPr>
      </p:sp>
      <p:sp>
        <p:nvSpPr>
          <p:cNvPr id="4" name="Deco dune right"/>
          <p:cNvSpPr/>
          <p:nvPr/>
        </p:nvSpPr>
        <p:spPr>
          <a:xfrm>
            <a:off x="5303520" y="4617720"/>
            <a:ext cx="5120640" cy="1280160"/>
          </a:xfrm>
          <a:prstGeom prst="ellipse">
            <a:avLst/>
          </a:prstGeom>
          <a:solidFill>
            <a:srgbClr val="6A47D1"/>
          </a:solidFill>
          <a:ln w="12700">
            <a:solidFill>
              <a:srgbClr val="6A47D1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320040" y="137160"/>
            <a:ext cx="1371600" cy="5943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right"/>
          <p:cNvSpPr/>
          <p:nvPr/>
        </p:nvSpPr>
        <p:spPr>
          <a:xfrm>
            <a:off x="7223760" y="182880"/>
            <a:ext cx="1280160" cy="548640"/>
          </a:xfrm>
          <a:prstGeom prst="cloud">
            <a:avLst/>
          </a:prstGeom>
          <a:solidFill>
            <a:srgbClr val="FFF3E8"/>
          </a:solidFill>
          <a:ln w="12700">
            <a:solidFill>
              <a:srgbClr val="FFF3E8"/>
            </a:solidFill>
            <a:prstDash val="solid"/>
          </a:ln>
        </p:spPr>
      </p:sp>
      <p:sp>
        <p:nvSpPr>
          <p:cNvPr id="7" name="Deco bird 0"/>
          <p:cNvSpPr/>
          <p:nvPr/>
        </p:nvSpPr>
        <p:spPr>
          <a:xfrm rot="5400000">
            <a:off x="2926080" y="32004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8" name="Deco bird 1"/>
          <p:cNvSpPr/>
          <p:nvPr/>
        </p:nvSpPr>
        <p:spPr>
          <a:xfrm rot="5400000">
            <a:off x="3291840" y="22860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9" name="Deco bird 2"/>
          <p:cNvSpPr/>
          <p:nvPr/>
        </p:nvSpPr>
        <p:spPr>
          <a:xfrm rot="5400000">
            <a:off x="5394960" y="36576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10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1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12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3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4" name="C1 L1 letter"/>
          <p:cNvSpPr txBox="1"/>
          <p:nvPr/>
        </p:nvSpPr>
        <p:spPr>
          <a:xfrm>
            <a:off x="7269480" y="1794116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س</a:t>
            </a:r>
            <a:endParaRPr lang="ar-SA" sz="4700" dirty="0"/>
          </a:p>
        </p:txBody>
      </p:sp>
      <p:sp>
        <p:nvSpPr>
          <p:cNvPr id="15" name="C2 V1 vowel"/>
          <p:cNvSpPr txBox="1"/>
          <p:nvPr/>
        </p:nvSpPr>
        <p:spPr>
          <a:xfrm>
            <a:off x="7269480" y="1794116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سَ</a:t>
            </a:r>
            <a:endParaRPr lang="ar-SA" sz="4700" dirty="0"/>
          </a:p>
        </p:txBody>
      </p:sp>
      <p:sp>
        <p:nvSpPr>
          <p:cNvPr id="16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D9D9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7" name="C4 M2 madd"/>
          <p:cNvSpPr txBox="1"/>
          <p:nvPr/>
        </p:nvSpPr>
        <p:spPr>
          <a:xfrm>
            <a:off x="5486400" y="1911858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ar-SA" altLang="en-US" sz="3800" dirty="0">
                <a:solidFill>
                  <a:srgbClr val="E0313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3800" dirty="0"/>
          </a:p>
        </p:txBody>
      </p:sp>
      <p:sp>
        <p:nvSpPr>
          <p:cNvPr id="18" name="C4 S2 stretch"/>
          <p:cNvSpPr/>
          <p:nvPr/>
        </p:nvSpPr>
        <p:spPr>
          <a:xfrm>
            <a:off x="5856732" y="1568196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9" name="C5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D9D9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0" name="C6 L3 letter"/>
          <p:cNvSpPr txBox="1"/>
          <p:nvPr/>
        </p:nvSpPr>
        <p:spPr>
          <a:xfrm>
            <a:off x="3703320" y="1799787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ر</a:t>
            </a:r>
            <a:endParaRPr lang="ar-SA" sz="4700" dirty="0"/>
          </a:p>
        </p:txBody>
      </p:sp>
      <p:sp>
        <p:nvSpPr>
          <p:cNvPr id="21" name="C7 V3 vowel"/>
          <p:cNvSpPr txBox="1"/>
          <p:nvPr/>
        </p:nvSpPr>
        <p:spPr>
          <a:xfrm>
            <a:off x="3703320" y="1799787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رَ</a:t>
            </a:r>
            <a:endParaRPr lang="ar-SA" sz="4700" dirty="0"/>
          </a:p>
        </p:txBody>
      </p:sp>
      <p:sp>
        <p:nvSpPr>
          <p:cNvPr id="22" name="C8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5CB8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3" name="C9 R result"/>
          <p:cNvSpPr txBox="1"/>
          <p:nvPr/>
        </p:nvSpPr>
        <p:spPr>
          <a:xfrm>
            <a:off x="502920" y="1537335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سَ</a:t>
            </a:r>
            <a:pPr algn="ctr" indent="0" marL="0">
              <a:buNone/>
            </a:pPr>
            <a:r>
              <a:rPr lang="ar-SA" altLang="en-US" sz="7200" baseline="12500" dirty="0">
                <a:solidFill>
                  <a:srgbClr val="E0313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pPr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رَ</a:t>
            </a:r>
            <a:endParaRPr lang="ar-SA" sz="9000" dirty="0"/>
          </a:p>
        </p:txBody>
      </p:sp>
    </p:spTree>
  </p:cSld>
  <p:clrMapOvr>
    <a:masterClrMapping/>
  </p:clrMapOvr>
  <p:transition spd="med">
    <p:cover dir="l"/>
    <p:sndAc>
      <p:stSnd>
        <p:snd r:embed="rIdTrSnd" name="marimba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3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5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6" fill="hold">
                      <p:stCondLst>
                        <p:cond delay="indefinite"/>
                      </p:stCondLst>
                      <p:childTnLst>
                        <p:par>
                          <p:cTn id="27" fill="hold">
                            <p:stCondLst>
                              <p:cond delay="0"/>
                            </p:stCondLst>
                            <p:childTnLst>
                              <p:par>
                                <p:cTn id="2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0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1" fill="hold">
                      <p:stCondLst>
                        <p:cond delay="indefinite"/>
                      </p:stCondLst>
                      <p:childTnLst>
                        <p:par>
                          <p:cTn id="32" fill="hold">
                            <p:stCondLst>
                              <p:cond delay="0"/>
                            </p:stCondLst>
                            <p:childTnLst>
                              <p:par>
                                <p:cTn id="3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5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6" fill="hold">
                      <p:stCondLst>
                        <p:cond delay="indefinite"/>
                      </p:stCondLst>
                      <p:childTnLst>
                        <p:par>
                          <p:cTn id="37" fill="hold">
                            <p:stCondLst>
                              <p:cond delay="0"/>
                            </p:stCondLst>
                            <p:childTnLst>
                              <p:par>
                                <p:cTn id="3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4" grpId="0" animBg="1"/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</p:bldLst>
  </p:timing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F7D4C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434840"/>
            <a:ext cx="4754880" cy="1463040"/>
          </a:xfrm>
          <a:prstGeom prst="ellipse">
            <a:avLst/>
          </a:prstGeom>
          <a:solidFill>
            <a:srgbClr val="66CC66"/>
          </a:solidFill>
          <a:ln w="12700">
            <a:solidFill>
              <a:srgbClr val="66CC66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023360" y="4526280"/>
            <a:ext cx="5852160" cy="1463040"/>
          </a:xfrm>
          <a:prstGeom prst="ellipse">
            <a:avLst/>
          </a:prstGeom>
          <a:solidFill>
            <a:srgbClr val="40BF6A"/>
          </a:solidFill>
          <a:ln w="12700">
            <a:solidFill>
              <a:srgbClr val="40BF6A"/>
            </a:solidFill>
            <a:prstDash val="solid"/>
          </a:ln>
        </p:spPr>
      </p:sp>
      <p:sp>
        <p:nvSpPr>
          <p:cNvPr id="4" name="Deco sun"/>
          <p:cNvSpPr/>
          <p:nvPr/>
        </p:nvSpPr>
        <p:spPr>
          <a:xfrm>
            <a:off x="274320" y="91440"/>
            <a:ext cx="731520" cy="73152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85800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863840" y="457200"/>
            <a:ext cx="822960" cy="365760"/>
          </a:xfrm>
          <a:prstGeom prst="cloud">
            <a:avLst/>
          </a:prstGeom>
          <a:solidFill>
            <a:srgbClr val="F4FAFF"/>
          </a:solidFill>
          <a:ln w="12700">
            <a:solidFill>
              <a:srgbClr val="F4FAFF"/>
            </a:solidFill>
            <a:prstDash val="solid"/>
          </a:ln>
        </p:spPr>
      </p:sp>
      <p:sp>
        <p:nvSpPr>
          <p:cNvPr id="7" name="Deco flower 0"/>
          <p:cNvSpPr/>
          <p:nvPr/>
        </p:nvSpPr>
        <p:spPr>
          <a:xfrm>
            <a:off x="128016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8" name="Deco flower 1"/>
          <p:cNvSpPr/>
          <p:nvPr/>
        </p:nvSpPr>
        <p:spPr>
          <a:xfrm>
            <a:off x="1828800" y="4526280"/>
            <a:ext cx="292608" cy="292608"/>
          </a:xfrm>
          <a:prstGeom prst="star5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9" name="Deco flower 2"/>
          <p:cNvSpPr/>
          <p:nvPr/>
        </p:nvSpPr>
        <p:spPr>
          <a:xfrm>
            <a:off x="7315200" y="4526280"/>
            <a:ext cx="292608" cy="292608"/>
          </a:xfrm>
          <a:prstGeom prst="star5">
            <a:avLst/>
          </a:prstGeom>
          <a:solidFill>
            <a:srgbClr val="8E5BD0"/>
          </a:solidFill>
          <a:ln w="12700">
            <a:solidFill>
              <a:srgbClr val="8E5BD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795528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11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2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13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C1 L1 letter"/>
          <p:cNvSpPr txBox="1"/>
          <p:nvPr/>
        </p:nvSpPr>
        <p:spPr>
          <a:xfrm>
            <a:off x="7269480" y="1794116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س</a:t>
            </a:r>
            <a:endParaRPr lang="ar-SA" sz="4700" dirty="0"/>
          </a:p>
        </p:txBody>
      </p:sp>
      <p:sp>
        <p:nvSpPr>
          <p:cNvPr id="16" name="C2 V1 vowel"/>
          <p:cNvSpPr txBox="1"/>
          <p:nvPr/>
        </p:nvSpPr>
        <p:spPr>
          <a:xfrm>
            <a:off x="7269480" y="1794116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سَ</a:t>
            </a:r>
            <a:endParaRPr lang="ar-SA" sz="4700" dirty="0"/>
          </a:p>
        </p:txBody>
      </p:sp>
      <p:sp>
        <p:nvSpPr>
          <p:cNvPr id="17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26A4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8" name="C4 M2 madd"/>
          <p:cNvSpPr txBox="1"/>
          <p:nvPr/>
        </p:nvSpPr>
        <p:spPr>
          <a:xfrm>
            <a:off x="5486400" y="1911858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ar-SA" altLang="en-US" sz="3800" dirty="0">
                <a:solidFill>
                  <a:srgbClr val="E0313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3800" dirty="0"/>
          </a:p>
        </p:txBody>
      </p:sp>
      <p:sp>
        <p:nvSpPr>
          <p:cNvPr id="19" name="C4 S2 stretch"/>
          <p:cNvSpPr/>
          <p:nvPr/>
        </p:nvSpPr>
        <p:spPr>
          <a:xfrm>
            <a:off x="5856732" y="1568196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0" name="C5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26A4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1" name="C6 L3 letter"/>
          <p:cNvSpPr txBox="1"/>
          <p:nvPr/>
        </p:nvSpPr>
        <p:spPr>
          <a:xfrm>
            <a:off x="3703320" y="1860074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ز</a:t>
            </a:r>
            <a:endParaRPr lang="ar-SA" sz="4700" dirty="0"/>
          </a:p>
        </p:txBody>
      </p:sp>
      <p:sp>
        <p:nvSpPr>
          <p:cNvPr id="22" name="C7 V3 vowel"/>
          <p:cNvSpPr txBox="1"/>
          <p:nvPr/>
        </p:nvSpPr>
        <p:spPr>
          <a:xfrm>
            <a:off x="3703320" y="1860074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زَ</a:t>
            </a:r>
            <a:endParaRPr lang="ar-SA" sz="4700" dirty="0"/>
          </a:p>
        </p:txBody>
      </p:sp>
      <p:sp>
        <p:nvSpPr>
          <p:cNvPr id="23" name="C8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2E33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4" name="C9 R result"/>
          <p:cNvSpPr txBox="1"/>
          <p:nvPr/>
        </p:nvSpPr>
        <p:spPr>
          <a:xfrm>
            <a:off x="502920" y="1576070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ar-SA" altLang="en-US" sz="8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سَ</a:t>
            </a:r>
            <a:pPr algn="ctr" indent="0" marL="0">
              <a:buNone/>
            </a:pPr>
            <a:r>
              <a:rPr lang="ar-SA" altLang="en-US" sz="7000" baseline="12500" dirty="0">
                <a:solidFill>
                  <a:srgbClr val="E0313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pPr algn="ctr" indent="0" marL="0">
              <a:buNone/>
            </a:pPr>
            <a:r>
              <a:rPr lang="ar-SA" altLang="en-US" sz="8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زَ</a:t>
            </a:r>
            <a:endParaRPr lang="ar-SA" sz="8800" dirty="0"/>
          </a:p>
        </p:txBody>
      </p:sp>
    </p:spTree>
  </p:cSld>
  <p:clrMapOvr>
    <a:masterClrMapping/>
  </p:clrMapOvr>
  <p:transition spd="med">
    <p:zoom/>
    <p:sndAc>
      <p:stSnd>
        <p:snd r:embed="rIdTrSnd" name="harp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3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5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6" fill="hold">
                      <p:stCondLst>
                        <p:cond delay="indefinite"/>
                      </p:stCondLst>
                      <p:childTnLst>
                        <p:par>
                          <p:cTn id="27" fill="hold">
                            <p:stCondLst>
                              <p:cond delay="0"/>
                            </p:stCondLst>
                            <p:childTnLst>
                              <p:par>
                                <p:cTn id="2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0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1" fill="hold">
                      <p:stCondLst>
                        <p:cond delay="indefinite"/>
                      </p:stCondLst>
                      <p:childTnLst>
                        <p:par>
                          <p:cTn id="32" fill="hold">
                            <p:stCondLst>
                              <p:cond delay="0"/>
                            </p:stCondLst>
                            <p:childTnLst>
                              <p:par>
                                <p:cTn id="3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5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6" fill="hold">
                      <p:stCondLst>
                        <p:cond delay="indefinite"/>
                      </p:stCondLst>
                      <p:childTnLst>
                        <p:par>
                          <p:cTn id="37" fill="hold">
                            <p:stCondLst>
                              <p:cond delay="0"/>
                            </p:stCondLst>
                            <p:childTnLst>
                              <p:par>
                                <p:cTn id="3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</p:bldLst>
  </p:timing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solidFill>
          <a:srgbClr val="14432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moon"/>
          <p:cNvSpPr/>
          <p:nvPr/>
        </p:nvSpPr>
        <p:spPr>
          <a:xfrm>
            <a:off x="365760" y="91440"/>
            <a:ext cx="502920" cy="731520"/>
          </a:xfrm>
          <a:prstGeom prst="moon">
            <a:avLst/>
          </a:prstGeom>
          <a:solidFill>
            <a:srgbClr val="FFE88A"/>
          </a:solidFill>
          <a:ln w="12700">
            <a:solidFill>
              <a:srgbClr val="FFE88A"/>
            </a:solidFill>
            <a:prstDash val="solid"/>
          </a:ln>
        </p:spPr>
      </p:sp>
      <p:sp>
        <p:nvSpPr>
          <p:cNvPr id="3" name="Deco star 0"/>
          <p:cNvSpPr/>
          <p:nvPr/>
        </p:nvSpPr>
        <p:spPr>
          <a:xfrm>
            <a:off x="1280160" y="18288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4" name="Deco star 1"/>
          <p:cNvSpPr/>
          <p:nvPr/>
        </p:nvSpPr>
        <p:spPr>
          <a:xfrm>
            <a:off x="2194560" y="50292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5" name="Deco star 2"/>
          <p:cNvSpPr/>
          <p:nvPr/>
        </p:nvSpPr>
        <p:spPr>
          <a:xfrm>
            <a:off x="3291840" y="137160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6" name="Deco star 3"/>
          <p:cNvSpPr/>
          <p:nvPr/>
        </p:nvSpPr>
        <p:spPr>
          <a:xfrm>
            <a:off x="5760720" y="457200"/>
            <a:ext cx="365760" cy="36576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7" name="Deco star 4"/>
          <p:cNvSpPr/>
          <p:nvPr/>
        </p:nvSpPr>
        <p:spPr>
          <a:xfrm>
            <a:off x="6766560" y="109728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8" name="Deco star 5"/>
          <p:cNvSpPr/>
          <p:nvPr/>
        </p:nvSpPr>
        <p:spPr>
          <a:xfrm>
            <a:off x="7772400" y="41148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9" name="Deco star 6"/>
          <p:cNvSpPr/>
          <p:nvPr/>
        </p:nvSpPr>
        <p:spPr>
          <a:xfrm>
            <a:off x="8503920" y="13716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10" name="Deco hill left"/>
          <p:cNvSpPr/>
          <p:nvPr/>
        </p:nvSpPr>
        <p:spPr>
          <a:xfrm>
            <a:off x="-914400" y="4480560"/>
            <a:ext cx="4937760" cy="1463040"/>
          </a:xfrm>
          <a:prstGeom prst="ellipse">
            <a:avLst/>
          </a:prstGeom>
          <a:solidFill>
            <a:srgbClr val="2B5F64"/>
          </a:solidFill>
          <a:ln w="12700">
            <a:solidFill>
              <a:srgbClr val="2B5F64"/>
            </a:solidFill>
            <a:prstDash val="solid"/>
          </a:ln>
        </p:spPr>
      </p:sp>
      <p:sp>
        <p:nvSpPr>
          <p:cNvPr id="11" name="Deco hill right"/>
          <p:cNvSpPr/>
          <p:nvPr/>
        </p:nvSpPr>
        <p:spPr>
          <a:xfrm>
            <a:off x="4206240" y="4572000"/>
            <a:ext cx="5669280" cy="1463040"/>
          </a:xfrm>
          <a:prstGeom prst="ellipse">
            <a:avLst/>
          </a:prstGeom>
          <a:solidFill>
            <a:srgbClr val="345179"/>
          </a:solidFill>
          <a:ln w="12700">
            <a:solidFill>
              <a:srgbClr val="345179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7589520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6108192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4" name="Circle 3"/>
          <p:cNvSpPr/>
          <p:nvPr/>
        </p:nvSpPr>
        <p:spPr>
          <a:xfrm>
            <a:off x="4626864" y="1956816"/>
            <a:ext cx="1207008" cy="1207008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15" name="Circle 4"/>
          <p:cNvSpPr/>
          <p:nvPr/>
        </p:nvSpPr>
        <p:spPr>
          <a:xfrm>
            <a:off x="3145536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8E5BD0"/>
            </a:solidFill>
            <a:prstDash val="solid"/>
          </a:ln>
        </p:spPr>
      </p:sp>
      <p:sp>
        <p:nvSpPr>
          <p:cNvPr id="16" name="Result panel"/>
          <p:cNvSpPr/>
          <p:nvPr/>
        </p:nvSpPr>
        <p:spPr>
          <a:xfrm>
            <a:off x="384048" y="1737360"/>
            <a:ext cx="2194560" cy="1645920"/>
          </a:xfrm>
          <a:prstGeom prst="roundRect">
            <a:avLst>
              <a:gd name="adj" fmla="val 16667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7" name="C1 L1 letter"/>
          <p:cNvSpPr txBox="1"/>
          <p:nvPr/>
        </p:nvSpPr>
        <p:spPr>
          <a:xfrm>
            <a:off x="7589520" y="2073831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أ</a:t>
            </a:r>
            <a:endParaRPr lang="ar-SA" sz="4100" dirty="0"/>
          </a:p>
        </p:txBody>
      </p:sp>
      <p:sp>
        <p:nvSpPr>
          <p:cNvPr id="18" name="C2 V1 vowel"/>
          <p:cNvSpPr txBox="1"/>
          <p:nvPr/>
        </p:nvSpPr>
        <p:spPr>
          <a:xfrm>
            <a:off x="7589520" y="2073831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أَ</a:t>
            </a:r>
            <a:endParaRPr lang="ar-SA" sz="4100" dirty="0"/>
          </a:p>
        </p:txBody>
      </p:sp>
      <p:sp>
        <p:nvSpPr>
          <p:cNvPr id="19" name="C3 P1 plus"/>
          <p:cNvSpPr/>
          <p:nvPr/>
        </p:nvSpPr>
        <p:spPr>
          <a:xfrm>
            <a:off x="7333488" y="2441448"/>
            <a:ext cx="237744" cy="237744"/>
          </a:xfrm>
          <a:prstGeom prst="mathPlus">
            <a:avLst/>
          </a:prstGeom>
          <a:solidFill>
            <a:srgbClr val="D9267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0" name="C4 L2 letter"/>
          <p:cNvSpPr txBox="1"/>
          <p:nvPr/>
        </p:nvSpPr>
        <p:spPr>
          <a:xfrm>
            <a:off x="6108192" y="1866735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س</a:t>
            </a:r>
            <a:endParaRPr lang="ar-SA" sz="4100" dirty="0"/>
          </a:p>
        </p:txBody>
      </p:sp>
      <p:sp>
        <p:nvSpPr>
          <p:cNvPr id="21" name="C5 V2 vowel"/>
          <p:cNvSpPr txBox="1"/>
          <p:nvPr/>
        </p:nvSpPr>
        <p:spPr>
          <a:xfrm>
            <a:off x="6108192" y="1866735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سَ</a:t>
            </a:r>
            <a:endParaRPr lang="ar-SA" sz="4100" dirty="0"/>
          </a:p>
        </p:txBody>
      </p:sp>
      <p:sp>
        <p:nvSpPr>
          <p:cNvPr id="22" name="C6 P2 plus"/>
          <p:cNvSpPr/>
          <p:nvPr/>
        </p:nvSpPr>
        <p:spPr>
          <a:xfrm>
            <a:off x="5852160" y="2441448"/>
            <a:ext cx="237744" cy="237744"/>
          </a:xfrm>
          <a:prstGeom prst="mathPlus">
            <a:avLst/>
          </a:prstGeom>
          <a:solidFill>
            <a:srgbClr val="D9267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3" name="C7 M3 madd"/>
          <p:cNvSpPr txBox="1"/>
          <p:nvPr/>
        </p:nvSpPr>
        <p:spPr>
          <a:xfrm>
            <a:off x="4626864" y="1969389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ar-SA" altLang="en-US" sz="3300" dirty="0">
                <a:solidFill>
                  <a:srgbClr val="E0313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3300" dirty="0"/>
          </a:p>
        </p:txBody>
      </p:sp>
      <p:sp>
        <p:nvSpPr>
          <p:cNvPr id="24" name="C7 S3 stretch"/>
          <p:cNvSpPr/>
          <p:nvPr/>
        </p:nvSpPr>
        <p:spPr>
          <a:xfrm>
            <a:off x="4937760" y="1627632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5" name="C8 P3 plus"/>
          <p:cNvSpPr/>
          <p:nvPr/>
        </p:nvSpPr>
        <p:spPr>
          <a:xfrm>
            <a:off x="4370832" y="2441448"/>
            <a:ext cx="237744" cy="237744"/>
          </a:xfrm>
          <a:prstGeom prst="mathPlus">
            <a:avLst/>
          </a:prstGeom>
          <a:solidFill>
            <a:srgbClr val="D9267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6" name="C9 L4 letter"/>
          <p:cNvSpPr txBox="1"/>
          <p:nvPr/>
        </p:nvSpPr>
        <p:spPr>
          <a:xfrm>
            <a:off x="3145536" y="1878540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</a:t>
            </a:r>
            <a:endParaRPr lang="ar-SA" sz="4100" dirty="0"/>
          </a:p>
        </p:txBody>
      </p:sp>
      <p:sp>
        <p:nvSpPr>
          <p:cNvPr id="27" name="C10 V4 vowel"/>
          <p:cNvSpPr txBox="1"/>
          <p:nvPr/>
        </p:nvSpPr>
        <p:spPr>
          <a:xfrm>
            <a:off x="3145536" y="1878540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بَ</a:t>
            </a:r>
            <a:endParaRPr lang="ar-SA" sz="4100" dirty="0"/>
          </a:p>
        </p:txBody>
      </p:sp>
      <p:sp>
        <p:nvSpPr>
          <p:cNvPr id="28" name="C11 A arrow"/>
          <p:cNvSpPr/>
          <p:nvPr/>
        </p:nvSpPr>
        <p:spPr>
          <a:xfrm>
            <a:off x="2651760" y="2304288"/>
            <a:ext cx="420624" cy="512064"/>
          </a:xfrm>
          <a:prstGeom prst="leftArrow">
            <a:avLst/>
          </a:prstGeom>
          <a:solidFill>
            <a:srgbClr val="B851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9" name="C12 R result"/>
          <p:cNvSpPr txBox="1"/>
          <p:nvPr/>
        </p:nvSpPr>
        <p:spPr>
          <a:xfrm>
            <a:off x="384048" y="1825947"/>
            <a:ext cx="2194560" cy="164592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ar-SA" altLang="en-US" sz="5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أَسَ</a:t>
            </a:r>
            <a:pPr algn="ctr" indent="0" marL="0">
              <a:buNone/>
            </a:pPr>
            <a:r>
              <a:rPr lang="ar-SA" altLang="en-US" sz="4700" baseline="12500" dirty="0">
                <a:solidFill>
                  <a:srgbClr val="E0313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pPr algn="ctr" indent="0" marL="0">
              <a:buNone/>
            </a:pPr>
            <a:r>
              <a:rPr lang="ar-SA" altLang="en-US" sz="5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بَ</a:t>
            </a:r>
            <a:endParaRPr lang="ar-SA" sz="5900" dirty="0"/>
          </a:p>
        </p:txBody>
      </p:sp>
    </p:spTree>
  </p:cSld>
  <p:clrMapOvr>
    <a:masterClrMapping/>
  </p:clrMapOvr>
  <p:transition spd="med">
    <p:wheel spokes="4"/>
    <p:sndAc>
      <p:stSnd>
        <p:snd r:embed="rIdTrSnd" name="chim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1" fill="hold">
                      <p:stCondLst>
                        <p:cond delay="indefinite"/>
                      </p:stCondLst>
                      <p:childTnLst>
                        <p:par>
                          <p:cTn id="52" fill="hold">
                            <p:stCondLst>
                              <p:cond delay="0"/>
                            </p:stCondLst>
                            <p:childTnLst>
                              <p:par>
                                <p:cTn id="5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5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6" fill="hold">
                      <p:stCondLst>
                        <p:cond delay="indefinite"/>
                      </p:stCondLst>
                      <p:childTnLst>
                        <p:par>
                          <p:cTn id="57" fill="hold">
                            <p:stCondLst>
                              <p:cond delay="0"/>
                            </p:stCondLst>
                            <p:childTnLst>
                              <p:par>
                                <p:cTn id="5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0" dur="35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1" fill="hold">
                      <p:stCondLst>
                        <p:cond delay="indefinite"/>
                      </p:stCondLst>
                      <p:childTnLst>
                        <p:par>
                          <p:cTn id="62" fill="hold">
                            <p:stCondLst>
                              <p:cond delay="0"/>
                            </p:stCondLst>
                            <p:childTnLst>
                              <p:par>
                                <p:cTn id="6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5" dur="350"/>
                                        <p:tgtEl>
                                          <p:spTgt spid="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  <p:bldP spid="28" grpId="0" animBg="1"/>
      <p:bldP spid="29" grpId="0" animBg="1"/>
    </p:bldLst>
  </p:timing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bg>
      <p:bgPr>
        <a:solidFill>
          <a:srgbClr val="F1C5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wave back"/>
          <p:cNvSpPr/>
          <p:nvPr/>
        </p:nvSpPr>
        <p:spPr>
          <a:xfrm>
            <a:off x="-182880" y="4389120"/>
            <a:ext cx="9509760" cy="548640"/>
          </a:xfrm>
          <a:prstGeom prst="wave">
            <a:avLst/>
          </a:prstGeom>
          <a:solidFill>
            <a:srgbClr val="70D65C"/>
          </a:solidFill>
          <a:ln w="12700">
            <a:solidFill>
              <a:srgbClr val="70D65C"/>
            </a:solidFill>
            <a:prstDash val="solid"/>
          </a:ln>
        </p:spPr>
      </p:sp>
      <p:sp>
        <p:nvSpPr>
          <p:cNvPr id="3" name="Deco sea floor"/>
          <p:cNvSpPr/>
          <p:nvPr/>
        </p:nvSpPr>
        <p:spPr>
          <a:xfrm>
            <a:off x="0" y="4709160"/>
            <a:ext cx="9144000" cy="457200"/>
          </a:xfrm>
          <a:prstGeom prst="rect">
            <a:avLst/>
          </a:prstGeom>
          <a:solidFill>
            <a:srgbClr val="40CC33"/>
          </a:solidFill>
          <a:ln w="12700">
            <a:solidFill>
              <a:srgbClr val="40CC33"/>
            </a:solidFill>
            <a:prstDash val="solid"/>
          </a:ln>
        </p:spPr>
      </p:sp>
      <p:sp>
        <p:nvSpPr>
          <p:cNvPr id="4" name="Deco bubble 0"/>
          <p:cNvSpPr/>
          <p:nvPr/>
        </p:nvSpPr>
        <p:spPr>
          <a:xfrm>
            <a:off x="365760" y="182880"/>
            <a:ext cx="411480" cy="4114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5" name="Deco bubble 1"/>
          <p:cNvSpPr/>
          <p:nvPr/>
        </p:nvSpPr>
        <p:spPr>
          <a:xfrm>
            <a:off x="914400" y="502920"/>
            <a:ext cx="256032" cy="256032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6" name="Deco bubble 2"/>
          <p:cNvSpPr/>
          <p:nvPr/>
        </p:nvSpPr>
        <p:spPr>
          <a:xfrm>
            <a:off x="8138160" y="137160"/>
            <a:ext cx="457200" cy="4572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7" name="Deco bubble 3"/>
          <p:cNvSpPr/>
          <p:nvPr/>
        </p:nvSpPr>
        <p:spPr>
          <a:xfrm>
            <a:off x="7680960" y="548640"/>
            <a:ext cx="228600" cy="2286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8" name="Deco bubble 4"/>
          <p:cNvSpPr/>
          <p:nvPr/>
        </p:nvSpPr>
        <p:spPr>
          <a:xfrm>
            <a:off x="8686800" y="566928"/>
            <a:ext cx="182880" cy="1828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9" name="Deco sun"/>
          <p:cNvSpPr/>
          <p:nvPr/>
        </p:nvSpPr>
        <p:spPr>
          <a:xfrm>
            <a:off x="4206240" y="109728"/>
            <a:ext cx="685800" cy="68580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0" name="Circle 1"/>
          <p:cNvSpPr/>
          <p:nvPr/>
        </p:nvSpPr>
        <p:spPr>
          <a:xfrm>
            <a:off x="7589520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1" name="Circle 2"/>
          <p:cNvSpPr/>
          <p:nvPr/>
        </p:nvSpPr>
        <p:spPr>
          <a:xfrm>
            <a:off x="6108192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2" name="Circle 3"/>
          <p:cNvSpPr/>
          <p:nvPr/>
        </p:nvSpPr>
        <p:spPr>
          <a:xfrm>
            <a:off x="4626864" y="1956816"/>
            <a:ext cx="1207008" cy="1207008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13" name="Circle 4"/>
          <p:cNvSpPr/>
          <p:nvPr/>
        </p:nvSpPr>
        <p:spPr>
          <a:xfrm>
            <a:off x="3145536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8E5BD0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384048" y="1737360"/>
            <a:ext cx="2194560" cy="1645920"/>
          </a:xfrm>
          <a:prstGeom prst="roundRect">
            <a:avLst>
              <a:gd name="adj" fmla="val 16667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C1 L1 letter"/>
          <p:cNvSpPr txBox="1"/>
          <p:nvPr/>
        </p:nvSpPr>
        <p:spPr>
          <a:xfrm>
            <a:off x="7589520" y="1878540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</a:t>
            </a:r>
            <a:endParaRPr lang="ar-SA" sz="4100" dirty="0"/>
          </a:p>
        </p:txBody>
      </p:sp>
      <p:sp>
        <p:nvSpPr>
          <p:cNvPr id="16" name="C2 V1 vowel"/>
          <p:cNvSpPr txBox="1"/>
          <p:nvPr/>
        </p:nvSpPr>
        <p:spPr>
          <a:xfrm>
            <a:off x="7589520" y="1878540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بَ</a:t>
            </a:r>
            <a:endParaRPr lang="ar-SA" sz="4100" dirty="0"/>
          </a:p>
        </p:txBody>
      </p:sp>
      <p:sp>
        <p:nvSpPr>
          <p:cNvPr id="17" name="C3 P1 plus"/>
          <p:cNvSpPr/>
          <p:nvPr/>
        </p:nvSpPr>
        <p:spPr>
          <a:xfrm>
            <a:off x="7333488" y="2441448"/>
            <a:ext cx="237744" cy="237744"/>
          </a:xfrm>
          <a:prstGeom prst="mathPlus">
            <a:avLst/>
          </a:prstGeom>
          <a:solidFill>
            <a:srgbClr val="3CD9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8" name="C4 L2 letter"/>
          <p:cNvSpPr txBox="1"/>
          <p:nvPr/>
        </p:nvSpPr>
        <p:spPr>
          <a:xfrm>
            <a:off x="6108192" y="1866735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س</a:t>
            </a:r>
            <a:endParaRPr lang="ar-SA" sz="4100" dirty="0"/>
          </a:p>
        </p:txBody>
      </p:sp>
      <p:sp>
        <p:nvSpPr>
          <p:cNvPr id="19" name="C5 V2 vowel"/>
          <p:cNvSpPr txBox="1"/>
          <p:nvPr/>
        </p:nvSpPr>
        <p:spPr>
          <a:xfrm>
            <a:off x="6108192" y="1866735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سَ</a:t>
            </a:r>
            <a:endParaRPr lang="ar-SA" sz="4100" dirty="0"/>
          </a:p>
        </p:txBody>
      </p:sp>
      <p:sp>
        <p:nvSpPr>
          <p:cNvPr id="20" name="C6 P2 plus"/>
          <p:cNvSpPr/>
          <p:nvPr/>
        </p:nvSpPr>
        <p:spPr>
          <a:xfrm>
            <a:off x="5852160" y="2441448"/>
            <a:ext cx="237744" cy="237744"/>
          </a:xfrm>
          <a:prstGeom prst="mathPlus">
            <a:avLst/>
          </a:prstGeom>
          <a:solidFill>
            <a:srgbClr val="3CD9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1" name="C7 M3 madd"/>
          <p:cNvSpPr txBox="1"/>
          <p:nvPr/>
        </p:nvSpPr>
        <p:spPr>
          <a:xfrm>
            <a:off x="4626864" y="1969389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ar-SA" altLang="en-US" sz="3300" dirty="0">
                <a:solidFill>
                  <a:srgbClr val="E0313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3300" dirty="0"/>
          </a:p>
        </p:txBody>
      </p:sp>
      <p:sp>
        <p:nvSpPr>
          <p:cNvPr id="22" name="C7 S3 stretch"/>
          <p:cNvSpPr/>
          <p:nvPr/>
        </p:nvSpPr>
        <p:spPr>
          <a:xfrm>
            <a:off x="4937760" y="1627632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3" name="C8 P3 plus"/>
          <p:cNvSpPr/>
          <p:nvPr/>
        </p:nvSpPr>
        <p:spPr>
          <a:xfrm>
            <a:off x="4370832" y="2441448"/>
            <a:ext cx="237744" cy="237744"/>
          </a:xfrm>
          <a:prstGeom prst="mathPlus">
            <a:avLst/>
          </a:prstGeom>
          <a:solidFill>
            <a:srgbClr val="3CD9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4" name="C9 L4 letter"/>
          <p:cNvSpPr txBox="1"/>
          <p:nvPr/>
        </p:nvSpPr>
        <p:spPr>
          <a:xfrm>
            <a:off x="3145536" y="1967751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</a:t>
            </a:r>
            <a:endParaRPr lang="ar-SA" sz="4100" dirty="0"/>
          </a:p>
        </p:txBody>
      </p:sp>
      <p:sp>
        <p:nvSpPr>
          <p:cNvPr id="25" name="C10 V4 vowel"/>
          <p:cNvSpPr txBox="1"/>
          <p:nvPr/>
        </p:nvSpPr>
        <p:spPr>
          <a:xfrm>
            <a:off x="3145536" y="1967751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تَ</a:t>
            </a:r>
            <a:endParaRPr lang="ar-SA" sz="4100" dirty="0"/>
          </a:p>
        </p:txBody>
      </p:sp>
      <p:sp>
        <p:nvSpPr>
          <p:cNvPr id="26" name="C11 A arrow"/>
          <p:cNvSpPr/>
          <p:nvPr/>
        </p:nvSpPr>
        <p:spPr>
          <a:xfrm>
            <a:off x="2651760" y="2304288"/>
            <a:ext cx="420624" cy="512064"/>
          </a:xfrm>
          <a:prstGeom prst="leftArrow">
            <a:avLst/>
          </a:prstGeom>
          <a:solidFill>
            <a:srgbClr val="2EB87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7" name="C12 R result"/>
          <p:cNvSpPr txBox="1"/>
          <p:nvPr/>
        </p:nvSpPr>
        <p:spPr>
          <a:xfrm>
            <a:off x="384048" y="1693564"/>
            <a:ext cx="2194560" cy="164592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ar-SA" altLang="en-US" sz="5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بَسَ</a:t>
            </a:r>
            <a:pPr algn="ctr" indent="0" marL="0">
              <a:buNone/>
            </a:pPr>
            <a:r>
              <a:rPr lang="ar-SA" altLang="en-US" sz="4600" baseline="12500" dirty="0">
                <a:solidFill>
                  <a:srgbClr val="E0313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pPr algn="ctr" indent="0" marL="0">
              <a:buNone/>
            </a:pPr>
            <a:r>
              <a:rPr lang="ar-SA" altLang="en-US" sz="5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تَ</a:t>
            </a:r>
            <a:endParaRPr lang="ar-SA" sz="5700" dirty="0"/>
          </a:p>
        </p:txBody>
      </p:sp>
    </p:spTree>
  </p:cSld>
  <p:clrMapOvr>
    <a:masterClrMapping/>
  </p:clrMapOvr>
  <p:transition spd="med">
    <p:wipe dir="l"/>
    <p:sndAc>
      <p:stSnd>
        <p:snd r:embed="rIdTrSnd" name="whoosh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1" fill="hold">
                      <p:stCondLst>
                        <p:cond delay="indefinite"/>
                      </p:stCondLst>
                      <p:childTnLst>
                        <p:par>
                          <p:cTn id="52" fill="hold">
                            <p:stCondLst>
                              <p:cond delay="0"/>
                            </p:stCondLst>
                            <p:childTnLst>
                              <p:par>
                                <p:cTn id="5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5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6" fill="hold">
                      <p:stCondLst>
                        <p:cond delay="indefinite"/>
                      </p:stCondLst>
                      <p:childTnLst>
                        <p:par>
                          <p:cTn id="57" fill="hold">
                            <p:stCondLst>
                              <p:cond delay="0"/>
                            </p:stCondLst>
                            <p:childTnLst>
                              <p:par>
                                <p:cTn id="5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0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1" fill="hold">
                      <p:stCondLst>
                        <p:cond delay="indefinite"/>
                      </p:stCondLst>
                      <p:childTnLst>
                        <p:par>
                          <p:cTn id="62" fill="hold">
                            <p:stCondLst>
                              <p:cond delay="0"/>
                            </p:stCondLst>
                            <p:childTnLst>
                              <p:par>
                                <p:cTn id="6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5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</p:bldLst>
  </p:timing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bg>
      <p:bgPr>
        <a:solidFill>
          <a:srgbClr val="EEF7C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grass"/>
          <p:cNvSpPr/>
          <p:nvPr/>
        </p:nvSpPr>
        <p:spPr>
          <a:xfrm>
            <a:off x="0" y="4617720"/>
            <a:ext cx="9144000" cy="548640"/>
          </a:xfrm>
          <a:prstGeom prst="rect">
            <a:avLst/>
          </a:prstGeom>
          <a:solidFill>
            <a:srgbClr val="53C68C"/>
          </a:solidFill>
          <a:ln w="12700">
            <a:solidFill>
              <a:srgbClr val="53C68C"/>
            </a:solidFill>
            <a:prstDash val="solid"/>
          </a:ln>
        </p:spPr>
      </p:sp>
      <p:sp>
        <p:nvSpPr>
          <p:cNvPr id="3" name="Deco stem 0"/>
          <p:cNvSpPr/>
          <p:nvPr/>
        </p:nvSpPr>
        <p:spPr>
          <a:xfrm>
            <a:off x="57607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4" name="Deco flower 0"/>
          <p:cNvSpPr/>
          <p:nvPr/>
        </p:nvSpPr>
        <p:spPr>
          <a:xfrm>
            <a:off x="457200" y="4370832"/>
            <a:ext cx="274320" cy="274320"/>
          </a:xfrm>
          <a:prstGeom prst="flowChartConnector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5" name="Deco stem 1"/>
          <p:cNvSpPr/>
          <p:nvPr/>
        </p:nvSpPr>
        <p:spPr>
          <a:xfrm>
            <a:off x="13990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6" name="Deco flower 1"/>
          <p:cNvSpPr/>
          <p:nvPr/>
        </p:nvSpPr>
        <p:spPr>
          <a:xfrm>
            <a:off x="1280160" y="4370832"/>
            <a:ext cx="274320" cy="274320"/>
          </a:xfrm>
          <a:prstGeom prst="flowChartConnector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7" name="Deco stem 2"/>
          <p:cNvSpPr/>
          <p:nvPr/>
        </p:nvSpPr>
        <p:spPr>
          <a:xfrm>
            <a:off x="22219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8" name="Deco flower 2"/>
          <p:cNvSpPr/>
          <p:nvPr/>
        </p:nvSpPr>
        <p:spPr>
          <a:xfrm>
            <a:off x="2103120" y="4370832"/>
            <a:ext cx="274320" cy="274320"/>
          </a:xfrm>
          <a:prstGeom prst="flowChartConnector">
            <a:avLst/>
          </a:prstGeom>
          <a:solidFill>
            <a:srgbClr val="B892FF"/>
          </a:solidFill>
          <a:ln w="12700">
            <a:solidFill>
              <a:srgbClr val="B892FF"/>
            </a:solidFill>
            <a:prstDash val="solid"/>
          </a:ln>
        </p:spPr>
      </p:sp>
      <p:sp>
        <p:nvSpPr>
          <p:cNvPr id="9" name="Deco stem 3"/>
          <p:cNvSpPr/>
          <p:nvPr/>
        </p:nvSpPr>
        <p:spPr>
          <a:xfrm>
            <a:off x="68854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6766560" y="4370832"/>
            <a:ext cx="274320" cy="274320"/>
          </a:xfrm>
          <a:prstGeom prst="flowChartConnector">
            <a:avLst/>
          </a:prstGeom>
          <a:solidFill>
            <a:srgbClr val="FF6F91"/>
          </a:solidFill>
          <a:ln w="12700">
            <a:solidFill>
              <a:srgbClr val="FF6F91"/>
            </a:solidFill>
            <a:prstDash val="solid"/>
          </a:ln>
        </p:spPr>
      </p:sp>
      <p:sp>
        <p:nvSpPr>
          <p:cNvPr id="11" name="Deco stem 4"/>
          <p:cNvSpPr/>
          <p:nvPr/>
        </p:nvSpPr>
        <p:spPr>
          <a:xfrm>
            <a:off x="77083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2" name="Deco flower 4"/>
          <p:cNvSpPr/>
          <p:nvPr/>
        </p:nvSpPr>
        <p:spPr>
          <a:xfrm>
            <a:off x="7589520" y="4370832"/>
            <a:ext cx="274320" cy="274320"/>
          </a:xfrm>
          <a:prstGeom prst="flowChartConnector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3" name="Deco stem 5"/>
          <p:cNvSpPr/>
          <p:nvPr/>
        </p:nvSpPr>
        <p:spPr>
          <a:xfrm>
            <a:off x="843991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4" name="Deco flower 5"/>
          <p:cNvSpPr/>
          <p:nvPr/>
        </p:nvSpPr>
        <p:spPr>
          <a:xfrm>
            <a:off x="8321040" y="4370832"/>
            <a:ext cx="274320" cy="274320"/>
          </a:xfrm>
          <a:prstGeom prst="flowChartConnector">
            <a:avLst/>
          </a:prstGeom>
          <a:solidFill>
            <a:srgbClr val="7EC8FF"/>
          </a:solidFill>
          <a:ln w="12700">
            <a:solidFill>
              <a:srgbClr val="7EC8FF"/>
            </a:solidFill>
            <a:prstDash val="solid"/>
          </a:ln>
        </p:spPr>
      </p:sp>
      <p:sp>
        <p:nvSpPr>
          <p:cNvPr id="15" name="Deco heart"/>
          <p:cNvSpPr/>
          <p:nvPr/>
        </p:nvSpPr>
        <p:spPr>
          <a:xfrm>
            <a:off x="411480" y="228600"/>
            <a:ext cx="457200" cy="411480"/>
          </a:xfrm>
          <a:prstGeom prst="heart">
            <a:avLst/>
          </a:prstGeom>
          <a:solidFill>
            <a:srgbClr val="EDD65E"/>
          </a:solidFill>
          <a:ln w="12700">
            <a:solidFill>
              <a:srgbClr val="EDD65E"/>
            </a:solidFill>
            <a:prstDash val="solid"/>
          </a:ln>
        </p:spPr>
      </p:sp>
      <p:sp>
        <p:nvSpPr>
          <p:cNvPr id="16" name="Deco cloud"/>
          <p:cNvSpPr/>
          <p:nvPr/>
        </p:nvSpPr>
        <p:spPr>
          <a:xfrm>
            <a:off x="713232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7" name="Deco friend"/>
          <p:cNvSpPr/>
          <p:nvPr/>
        </p:nvSpPr>
        <p:spPr>
          <a:xfrm>
            <a:off x="6309360" y="182880"/>
            <a:ext cx="548640" cy="548640"/>
          </a:xfrm>
          <a:prstGeom prst="smileyFace">
            <a:avLst/>
          </a:prstGeom>
          <a:solidFill>
            <a:srgbClr val="FFD166"/>
          </a:solidFill>
          <a:ln w="12700">
            <a:solidFill>
              <a:srgbClr val="FFD166"/>
            </a:solidFill>
            <a:prstDash val="solid"/>
          </a:ln>
        </p:spPr>
      </p:sp>
      <p:sp>
        <p:nvSpPr>
          <p:cNvPr id="18" name="Circle 1"/>
          <p:cNvSpPr/>
          <p:nvPr/>
        </p:nvSpPr>
        <p:spPr>
          <a:xfrm>
            <a:off x="7589520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9" name="Circle 2"/>
          <p:cNvSpPr/>
          <p:nvPr/>
        </p:nvSpPr>
        <p:spPr>
          <a:xfrm>
            <a:off x="6108192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20" name="Circle 3"/>
          <p:cNvSpPr/>
          <p:nvPr/>
        </p:nvSpPr>
        <p:spPr>
          <a:xfrm>
            <a:off x="4626864" y="1956816"/>
            <a:ext cx="1207008" cy="1207008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21" name="Circle 4"/>
          <p:cNvSpPr/>
          <p:nvPr/>
        </p:nvSpPr>
        <p:spPr>
          <a:xfrm>
            <a:off x="3145536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8E5BD0"/>
            </a:solidFill>
            <a:prstDash val="solid"/>
          </a:ln>
        </p:spPr>
      </p:sp>
      <p:sp>
        <p:nvSpPr>
          <p:cNvPr id="22" name="Result panel"/>
          <p:cNvSpPr/>
          <p:nvPr/>
        </p:nvSpPr>
        <p:spPr>
          <a:xfrm>
            <a:off x="384048" y="1737360"/>
            <a:ext cx="2194560" cy="1645920"/>
          </a:xfrm>
          <a:prstGeom prst="roundRect">
            <a:avLst>
              <a:gd name="adj" fmla="val 16667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23" name="C1 L1 letter"/>
          <p:cNvSpPr txBox="1"/>
          <p:nvPr/>
        </p:nvSpPr>
        <p:spPr>
          <a:xfrm>
            <a:off x="7589520" y="1967751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</a:t>
            </a:r>
            <a:endParaRPr lang="ar-SA" sz="4100" dirty="0"/>
          </a:p>
        </p:txBody>
      </p:sp>
      <p:sp>
        <p:nvSpPr>
          <p:cNvPr id="24" name="C2 V1 vowel"/>
          <p:cNvSpPr txBox="1"/>
          <p:nvPr/>
        </p:nvSpPr>
        <p:spPr>
          <a:xfrm>
            <a:off x="7589520" y="1967751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تَ</a:t>
            </a:r>
            <a:endParaRPr lang="ar-SA" sz="4100" dirty="0"/>
          </a:p>
        </p:txBody>
      </p:sp>
      <p:sp>
        <p:nvSpPr>
          <p:cNvPr id="25" name="C3 P1 plus"/>
          <p:cNvSpPr/>
          <p:nvPr/>
        </p:nvSpPr>
        <p:spPr>
          <a:xfrm>
            <a:off x="7333488" y="2441448"/>
            <a:ext cx="237744" cy="237744"/>
          </a:xfrm>
          <a:prstGeom prst="mathPlus">
            <a:avLst/>
          </a:prstGeom>
          <a:solidFill>
            <a:srgbClr val="4426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6" name="C4 L2 letter"/>
          <p:cNvSpPr txBox="1"/>
          <p:nvPr/>
        </p:nvSpPr>
        <p:spPr>
          <a:xfrm>
            <a:off x="6108192" y="1866735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س</a:t>
            </a:r>
            <a:endParaRPr lang="ar-SA" sz="4100" dirty="0"/>
          </a:p>
        </p:txBody>
      </p:sp>
      <p:sp>
        <p:nvSpPr>
          <p:cNvPr id="27" name="C5 V2 vowel"/>
          <p:cNvSpPr txBox="1"/>
          <p:nvPr/>
        </p:nvSpPr>
        <p:spPr>
          <a:xfrm>
            <a:off x="6108192" y="1866735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سَ</a:t>
            </a:r>
            <a:endParaRPr lang="ar-SA" sz="4100" dirty="0"/>
          </a:p>
        </p:txBody>
      </p:sp>
      <p:sp>
        <p:nvSpPr>
          <p:cNvPr id="28" name="C6 P2 plus"/>
          <p:cNvSpPr/>
          <p:nvPr/>
        </p:nvSpPr>
        <p:spPr>
          <a:xfrm>
            <a:off x="5852160" y="2441448"/>
            <a:ext cx="237744" cy="237744"/>
          </a:xfrm>
          <a:prstGeom prst="mathPlus">
            <a:avLst/>
          </a:prstGeom>
          <a:solidFill>
            <a:srgbClr val="4426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9" name="C7 M3 madd"/>
          <p:cNvSpPr txBox="1"/>
          <p:nvPr/>
        </p:nvSpPr>
        <p:spPr>
          <a:xfrm>
            <a:off x="4626864" y="1969389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ar-SA" altLang="en-US" sz="3300" dirty="0">
                <a:solidFill>
                  <a:srgbClr val="E0313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3300" dirty="0"/>
          </a:p>
        </p:txBody>
      </p:sp>
      <p:sp>
        <p:nvSpPr>
          <p:cNvPr id="30" name="C7 S3 stretch"/>
          <p:cNvSpPr/>
          <p:nvPr/>
        </p:nvSpPr>
        <p:spPr>
          <a:xfrm>
            <a:off x="4937760" y="1627632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1" name="C8 P3 plus"/>
          <p:cNvSpPr/>
          <p:nvPr/>
        </p:nvSpPr>
        <p:spPr>
          <a:xfrm>
            <a:off x="4370832" y="2441448"/>
            <a:ext cx="237744" cy="237744"/>
          </a:xfrm>
          <a:prstGeom prst="mathPlus">
            <a:avLst/>
          </a:prstGeom>
          <a:solidFill>
            <a:srgbClr val="4426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2" name="C9 L4 letter"/>
          <p:cNvSpPr txBox="1"/>
          <p:nvPr/>
        </p:nvSpPr>
        <p:spPr>
          <a:xfrm>
            <a:off x="3145536" y="1996389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</a:t>
            </a:r>
            <a:endParaRPr lang="ar-SA" sz="4100" dirty="0"/>
          </a:p>
        </p:txBody>
      </p:sp>
      <p:sp>
        <p:nvSpPr>
          <p:cNvPr id="33" name="C10 V4 vowel"/>
          <p:cNvSpPr txBox="1"/>
          <p:nvPr/>
        </p:nvSpPr>
        <p:spPr>
          <a:xfrm>
            <a:off x="3145536" y="1996389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ثَ</a:t>
            </a:r>
            <a:endParaRPr lang="ar-SA" sz="4100" dirty="0"/>
          </a:p>
        </p:txBody>
      </p:sp>
      <p:sp>
        <p:nvSpPr>
          <p:cNvPr id="34" name="C11 A arrow"/>
          <p:cNvSpPr/>
          <p:nvPr/>
        </p:nvSpPr>
        <p:spPr>
          <a:xfrm>
            <a:off x="2651760" y="2304288"/>
            <a:ext cx="420624" cy="512064"/>
          </a:xfrm>
          <a:prstGeom prst="leftArrow">
            <a:avLst/>
          </a:prstGeom>
          <a:solidFill>
            <a:srgbClr val="A12E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5" name="C12 R result"/>
          <p:cNvSpPr txBox="1"/>
          <p:nvPr/>
        </p:nvSpPr>
        <p:spPr>
          <a:xfrm>
            <a:off x="384048" y="1792376"/>
            <a:ext cx="2194560" cy="164592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ar-SA" altLang="en-US" sz="5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تَسَ</a:t>
            </a:r>
            <a:pPr algn="ctr" indent="0" marL="0">
              <a:buNone/>
            </a:pPr>
            <a:r>
              <a:rPr lang="ar-SA" altLang="en-US" sz="4600" baseline="12500" dirty="0">
                <a:solidFill>
                  <a:srgbClr val="E0313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pPr algn="ctr" indent="0" marL="0">
              <a:buNone/>
            </a:pPr>
            <a:r>
              <a:rPr lang="ar-SA" altLang="en-US" sz="5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ثَ</a:t>
            </a:r>
            <a:endParaRPr lang="ar-SA" sz="5700" dirty="0"/>
          </a:p>
        </p:txBody>
      </p:sp>
    </p:spTree>
  </p:cSld>
  <p:clrMapOvr>
    <a:masterClrMapping/>
  </p:clrMapOvr>
  <p:transition spd="med">
    <p:circle/>
    <p:sndAc>
      <p:stSnd>
        <p:snd r:embed="rIdTrSnd" name="bubbles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3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3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3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1" fill="hold">
                      <p:stCondLst>
                        <p:cond delay="indefinite"/>
                      </p:stCondLst>
                      <p:childTnLst>
                        <p:par>
                          <p:cTn id="52" fill="hold">
                            <p:stCondLst>
                              <p:cond delay="0"/>
                            </p:stCondLst>
                            <p:childTnLst>
                              <p:par>
                                <p:cTn id="5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5" dur="350"/>
                                        <p:tgtEl>
                                          <p:spTgt spid="3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6" fill="hold">
                      <p:stCondLst>
                        <p:cond delay="indefinite"/>
                      </p:stCondLst>
                      <p:childTnLst>
                        <p:par>
                          <p:cTn id="57" fill="hold">
                            <p:stCondLst>
                              <p:cond delay="0"/>
                            </p:stCondLst>
                            <p:childTnLst>
                              <p:par>
                                <p:cTn id="5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0" dur="350"/>
                                        <p:tgtEl>
                                          <p:spTgt spid="3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1" fill="hold">
                      <p:stCondLst>
                        <p:cond delay="indefinite"/>
                      </p:stCondLst>
                      <p:childTnLst>
                        <p:par>
                          <p:cTn id="62" fill="hold">
                            <p:stCondLst>
                              <p:cond delay="0"/>
                            </p:stCondLst>
                            <p:childTnLst>
                              <p:par>
                                <p:cTn id="6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5" dur="350"/>
                                        <p:tgtEl>
                                          <p:spTgt spid="3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3" grpId="0" animBg="1"/>
      <p:bldP spid="24" grpId="0" animBg="1"/>
      <p:bldP spid="25" grpId="0" animBg="1"/>
      <p:bldP spid="26" grpId="0" animBg="1"/>
      <p:bldP spid="27" grpId="0" animBg="1"/>
      <p:bldP spid="28" grpId="0" animBg="1"/>
      <p:bldP spid="29" grpId="0" animBg="1"/>
      <p:bldP spid="30" grpId="0" animBg="1"/>
      <p:bldP spid="31" grpId="0" animBg="1"/>
      <p:bldP spid="32" grpId="0" animBg="1"/>
      <p:bldP spid="33" grpId="0" animBg="1"/>
      <p:bldP spid="34" grpId="0" animBg="1"/>
      <p:bldP spid="35" grpId="0" animBg="1"/>
    </p:bldLst>
  </p:timing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bg>
      <p:bgPr>
        <a:solidFill>
          <a:srgbClr val="142D4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planet"/>
          <p:cNvSpPr/>
          <p:nvPr/>
        </p:nvSpPr>
        <p:spPr>
          <a:xfrm>
            <a:off x="7680960" y="91440"/>
            <a:ext cx="731520" cy="731520"/>
          </a:xfrm>
          <a:prstGeom prst="ellipse">
            <a:avLst/>
          </a:prstGeom>
          <a:solidFill>
            <a:srgbClr val="5257E0"/>
          </a:solidFill>
          <a:ln w="12700">
            <a:solidFill>
              <a:srgbClr val="5257E0"/>
            </a:solidFill>
            <a:prstDash val="solid"/>
          </a:ln>
        </p:spPr>
      </p:sp>
      <p:sp>
        <p:nvSpPr>
          <p:cNvPr id="3" name="Deco planet ring"/>
          <p:cNvSpPr/>
          <p:nvPr/>
        </p:nvSpPr>
        <p:spPr>
          <a:xfrm>
            <a:off x="7452360" y="384048"/>
            <a:ext cx="1188720" cy="164592"/>
          </a:xfrm>
          <a:prstGeom prst="ellipse">
            <a:avLst/>
          </a:prstGeom>
          <a:solidFill>
            <a:srgbClr val="FFFFFF">
              <a:alpha val="0"/>
            </a:srgbClr>
          </a:solidFill>
          <a:ln w="25400">
            <a:solidFill>
              <a:srgbClr val="BB8CF2"/>
            </a:solidFill>
            <a:prstDash val="solid"/>
          </a:ln>
        </p:spPr>
      </p:sp>
      <p:sp>
        <p:nvSpPr>
          <p:cNvPr id="4" name="Deco small planet"/>
          <p:cNvSpPr/>
          <p:nvPr/>
        </p:nvSpPr>
        <p:spPr>
          <a:xfrm>
            <a:off x="274320" y="182880"/>
            <a:ext cx="502920" cy="502920"/>
          </a:xfrm>
          <a:prstGeom prst="ellipse">
            <a:avLst/>
          </a:prstGeom>
          <a:solidFill>
            <a:srgbClr val="DBA270"/>
          </a:solidFill>
          <a:ln w="12700">
            <a:solidFill>
              <a:srgbClr val="DBA270"/>
            </a:solidFill>
            <a:prstDash val="solid"/>
          </a:ln>
        </p:spPr>
      </p:sp>
      <p:sp>
        <p:nvSpPr>
          <p:cNvPr id="5" name="Deco star 0"/>
          <p:cNvSpPr/>
          <p:nvPr/>
        </p:nvSpPr>
        <p:spPr>
          <a:xfrm>
            <a:off x="1371600" y="27432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6" name="Deco star 1"/>
          <p:cNvSpPr/>
          <p:nvPr/>
        </p:nvSpPr>
        <p:spPr>
          <a:xfrm>
            <a:off x="2468880" y="91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7" name="Deco star 2"/>
          <p:cNvSpPr/>
          <p:nvPr/>
        </p:nvSpPr>
        <p:spPr>
          <a:xfrm>
            <a:off x="3840480" y="50292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8" name="Deco star 3"/>
          <p:cNvSpPr/>
          <p:nvPr/>
        </p:nvSpPr>
        <p:spPr>
          <a:xfrm>
            <a:off x="5120640" y="137160"/>
            <a:ext cx="256032" cy="256032"/>
          </a:xfrm>
          <a:prstGeom prst="star4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9" name="Deco star 4"/>
          <p:cNvSpPr/>
          <p:nvPr/>
        </p:nvSpPr>
        <p:spPr>
          <a:xfrm>
            <a:off x="6583680" y="4572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Deco star 5"/>
          <p:cNvSpPr/>
          <p:nvPr/>
        </p:nvSpPr>
        <p:spPr>
          <a:xfrm>
            <a:off x="1097280" y="457200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1" name="Deco star 6"/>
          <p:cNvSpPr/>
          <p:nvPr/>
        </p:nvSpPr>
        <p:spPr>
          <a:xfrm>
            <a:off x="2743200" y="475488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12" name="Deco star 7"/>
          <p:cNvSpPr/>
          <p:nvPr/>
        </p:nvSpPr>
        <p:spPr>
          <a:xfrm>
            <a:off x="6217920" y="4663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3" name="Deco star 8"/>
          <p:cNvSpPr/>
          <p:nvPr/>
        </p:nvSpPr>
        <p:spPr>
          <a:xfrm>
            <a:off x="8138160" y="45720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4" name="Deco moon surface"/>
          <p:cNvSpPr/>
          <p:nvPr/>
        </p:nvSpPr>
        <p:spPr>
          <a:xfrm>
            <a:off x="3200400" y="4709160"/>
            <a:ext cx="2743200" cy="1097280"/>
          </a:xfrm>
          <a:prstGeom prst="ellipse">
            <a:avLst/>
          </a:prstGeom>
          <a:solidFill>
            <a:srgbClr val="548547"/>
          </a:solidFill>
          <a:ln w="12700">
            <a:solidFill>
              <a:srgbClr val="548547"/>
            </a:solidFill>
            <a:prstDash val="solid"/>
          </a:ln>
        </p:spPr>
      </p:sp>
      <p:sp>
        <p:nvSpPr>
          <p:cNvPr id="15" name="Circle 1"/>
          <p:cNvSpPr/>
          <p:nvPr/>
        </p:nvSpPr>
        <p:spPr>
          <a:xfrm>
            <a:off x="7589520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6" name="Circle 2"/>
          <p:cNvSpPr/>
          <p:nvPr/>
        </p:nvSpPr>
        <p:spPr>
          <a:xfrm>
            <a:off x="6108192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7" name="Circle 3"/>
          <p:cNvSpPr/>
          <p:nvPr/>
        </p:nvSpPr>
        <p:spPr>
          <a:xfrm>
            <a:off x="4626864" y="1956816"/>
            <a:ext cx="1207008" cy="1207008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18" name="Circle 4"/>
          <p:cNvSpPr/>
          <p:nvPr/>
        </p:nvSpPr>
        <p:spPr>
          <a:xfrm>
            <a:off x="3145536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8E5BD0"/>
            </a:solidFill>
            <a:prstDash val="solid"/>
          </a:ln>
        </p:spPr>
      </p:sp>
      <p:sp>
        <p:nvSpPr>
          <p:cNvPr id="19" name="Result panel"/>
          <p:cNvSpPr/>
          <p:nvPr/>
        </p:nvSpPr>
        <p:spPr>
          <a:xfrm>
            <a:off x="384048" y="1737360"/>
            <a:ext cx="2194560" cy="1645920"/>
          </a:xfrm>
          <a:prstGeom prst="roundRect">
            <a:avLst>
              <a:gd name="adj" fmla="val 16667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20" name="C1 L1 letter"/>
          <p:cNvSpPr txBox="1"/>
          <p:nvPr/>
        </p:nvSpPr>
        <p:spPr>
          <a:xfrm>
            <a:off x="7589520" y="1996389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</a:t>
            </a:r>
            <a:endParaRPr lang="ar-SA" sz="4100" dirty="0"/>
          </a:p>
        </p:txBody>
      </p:sp>
      <p:sp>
        <p:nvSpPr>
          <p:cNvPr id="21" name="C2 V1 vowel"/>
          <p:cNvSpPr txBox="1"/>
          <p:nvPr/>
        </p:nvSpPr>
        <p:spPr>
          <a:xfrm>
            <a:off x="7589520" y="1996389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ثَ</a:t>
            </a:r>
            <a:endParaRPr lang="ar-SA" sz="4100" dirty="0"/>
          </a:p>
        </p:txBody>
      </p:sp>
      <p:sp>
        <p:nvSpPr>
          <p:cNvPr id="22" name="C3 P1 plus"/>
          <p:cNvSpPr/>
          <p:nvPr/>
        </p:nvSpPr>
        <p:spPr>
          <a:xfrm>
            <a:off x="7333488" y="2441448"/>
            <a:ext cx="237744" cy="237744"/>
          </a:xfrm>
          <a:prstGeom prst="mathPlus">
            <a:avLst/>
          </a:prstGeom>
          <a:solidFill>
            <a:srgbClr val="D978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3" name="C4 L2 letter"/>
          <p:cNvSpPr txBox="1"/>
          <p:nvPr/>
        </p:nvSpPr>
        <p:spPr>
          <a:xfrm>
            <a:off x="6108192" y="1866735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س</a:t>
            </a:r>
            <a:endParaRPr lang="ar-SA" sz="4100" dirty="0"/>
          </a:p>
        </p:txBody>
      </p:sp>
      <p:sp>
        <p:nvSpPr>
          <p:cNvPr id="24" name="C5 V2 vowel"/>
          <p:cNvSpPr txBox="1"/>
          <p:nvPr/>
        </p:nvSpPr>
        <p:spPr>
          <a:xfrm>
            <a:off x="6108192" y="1866735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سَ</a:t>
            </a:r>
            <a:endParaRPr lang="ar-SA" sz="4100" dirty="0"/>
          </a:p>
        </p:txBody>
      </p:sp>
      <p:sp>
        <p:nvSpPr>
          <p:cNvPr id="25" name="C6 P2 plus"/>
          <p:cNvSpPr/>
          <p:nvPr/>
        </p:nvSpPr>
        <p:spPr>
          <a:xfrm>
            <a:off x="5852160" y="2441448"/>
            <a:ext cx="237744" cy="237744"/>
          </a:xfrm>
          <a:prstGeom prst="mathPlus">
            <a:avLst/>
          </a:prstGeom>
          <a:solidFill>
            <a:srgbClr val="D978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6" name="C7 M3 madd"/>
          <p:cNvSpPr txBox="1"/>
          <p:nvPr/>
        </p:nvSpPr>
        <p:spPr>
          <a:xfrm>
            <a:off x="4626864" y="1969389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ar-SA" altLang="en-US" sz="3300" dirty="0">
                <a:solidFill>
                  <a:srgbClr val="E0313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3300" dirty="0"/>
          </a:p>
        </p:txBody>
      </p:sp>
      <p:sp>
        <p:nvSpPr>
          <p:cNvPr id="27" name="C7 S3 stretch"/>
          <p:cNvSpPr/>
          <p:nvPr/>
        </p:nvSpPr>
        <p:spPr>
          <a:xfrm>
            <a:off x="4937760" y="1627632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8" name="C8 P3 plus"/>
          <p:cNvSpPr/>
          <p:nvPr/>
        </p:nvSpPr>
        <p:spPr>
          <a:xfrm>
            <a:off x="4370832" y="2441448"/>
            <a:ext cx="237744" cy="237744"/>
          </a:xfrm>
          <a:prstGeom prst="mathPlus">
            <a:avLst/>
          </a:prstGeom>
          <a:solidFill>
            <a:srgbClr val="D978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9" name="C9 L4 letter"/>
          <p:cNvSpPr txBox="1"/>
          <p:nvPr/>
        </p:nvSpPr>
        <p:spPr>
          <a:xfrm>
            <a:off x="3145536" y="1849552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</a:t>
            </a:r>
            <a:endParaRPr lang="ar-SA" sz="4100" dirty="0"/>
          </a:p>
        </p:txBody>
      </p:sp>
      <p:sp>
        <p:nvSpPr>
          <p:cNvPr id="30" name="C10 V4 vowel"/>
          <p:cNvSpPr txBox="1"/>
          <p:nvPr/>
        </p:nvSpPr>
        <p:spPr>
          <a:xfrm>
            <a:off x="3145536" y="1849552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جَ</a:t>
            </a:r>
            <a:endParaRPr lang="ar-SA" sz="4100" dirty="0"/>
          </a:p>
        </p:txBody>
      </p:sp>
      <p:sp>
        <p:nvSpPr>
          <p:cNvPr id="31" name="C11 A arrow"/>
          <p:cNvSpPr/>
          <p:nvPr/>
        </p:nvSpPr>
        <p:spPr>
          <a:xfrm>
            <a:off x="2651760" y="2304288"/>
            <a:ext cx="420624" cy="512064"/>
          </a:xfrm>
          <a:prstGeom prst="leftArrow">
            <a:avLst/>
          </a:prstGeom>
          <a:solidFill>
            <a:srgbClr val="A6B8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2" name="C12 R result"/>
          <p:cNvSpPr txBox="1"/>
          <p:nvPr/>
        </p:nvSpPr>
        <p:spPr>
          <a:xfrm>
            <a:off x="384048" y="1693977"/>
            <a:ext cx="2194560" cy="164592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ar-SA" altLang="en-US" sz="6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ثَسَ</a:t>
            </a:r>
            <a:pPr algn="ctr" indent="0" marL="0">
              <a:buNone/>
            </a:pPr>
            <a:r>
              <a:rPr lang="ar-SA" altLang="en-US" sz="4900" baseline="12500" dirty="0">
                <a:solidFill>
                  <a:srgbClr val="E0313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pPr algn="ctr" indent="0" marL="0">
              <a:buNone/>
            </a:pPr>
            <a:r>
              <a:rPr lang="ar-SA" altLang="en-US" sz="6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جَ</a:t>
            </a:r>
            <a:endParaRPr lang="ar-SA" sz="6100" dirty="0"/>
          </a:p>
        </p:txBody>
      </p:sp>
    </p:spTree>
  </p:cSld>
  <p:clrMapOvr>
    <a:masterClrMapping/>
  </p:clrMapOvr>
  <p:transition spd="med">
    <p:randomBar dir="vert"/>
    <p:sndAc>
      <p:stSnd>
        <p:snd r:embed="rIdTrSnd" name="sparkl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1" fill="hold">
                      <p:stCondLst>
                        <p:cond delay="indefinite"/>
                      </p:stCondLst>
                      <p:childTnLst>
                        <p:par>
                          <p:cTn id="52" fill="hold">
                            <p:stCondLst>
                              <p:cond delay="0"/>
                            </p:stCondLst>
                            <p:childTnLst>
                              <p:par>
                                <p:cTn id="5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5" dur="350"/>
                                        <p:tgtEl>
                                          <p:spTgt spid="3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6" fill="hold">
                      <p:stCondLst>
                        <p:cond delay="indefinite"/>
                      </p:stCondLst>
                      <p:childTnLst>
                        <p:par>
                          <p:cTn id="57" fill="hold">
                            <p:stCondLst>
                              <p:cond delay="0"/>
                            </p:stCondLst>
                            <p:childTnLst>
                              <p:par>
                                <p:cTn id="5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0" dur="350"/>
                                        <p:tgtEl>
                                          <p:spTgt spid="3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1" fill="hold">
                      <p:stCondLst>
                        <p:cond delay="indefinite"/>
                      </p:stCondLst>
                      <p:childTnLst>
                        <p:par>
                          <p:cTn id="62" fill="hold">
                            <p:stCondLst>
                              <p:cond delay="0"/>
                            </p:stCondLst>
                            <p:childTnLst>
                              <p:par>
                                <p:cTn id="6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5" dur="350"/>
                                        <p:tgtEl>
                                          <p:spTgt spid="3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0" grpId="0" animBg="1"/>
      <p:bldP spid="21" grpId="0" animBg="1"/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  <p:bldP spid="28" grpId="0" animBg="1"/>
      <p:bldP spid="29" grpId="0" animBg="1"/>
      <p:bldP spid="30" grpId="0" animBg="1"/>
      <p:bldP spid="31" grpId="0" animBg="1"/>
      <p:bldP spid="32" grpId="0" animBg="1"/>
    </p:bldLst>
  </p:timing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7">
    <p:bg>
      <p:bgPr>
        <a:solidFill>
          <a:srgbClr val="F7C5D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sun low"/>
          <p:cNvSpPr/>
          <p:nvPr/>
        </p:nvSpPr>
        <p:spPr>
          <a:xfrm>
            <a:off x="3566160" y="4343400"/>
            <a:ext cx="2011680" cy="2011680"/>
          </a:xfrm>
          <a:prstGeom prst="ellipse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3" name="Deco dune left"/>
          <p:cNvSpPr/>
          <p:nvPr/>
        </p:nvSpPr>
        <p:spPr>
          <a:xfrm>
            <a:off x="-1097280" y="4572000"/>
            <a:ext cx="4572000" cy="1280160"/>
          </a:xfrm>
          <a:prstGeom prst="ellipse">
            <a:avLst/>
          </a:prstGeom>
          <a:solidFill>
            <a:srgbClr val="D87864"/>
          </a:solidFill>
          <a:ln w="12700">
            <a:solidFill>
              <a:srgbClr val="D87864"/>
            </a:solidFill>
            <a:prstDash val="solid"/>
          </a:ln>
        </p:spPr>
      </p:sp>
      <p:sp>
        <p:nvSpPr>
          <p:cNvPr id="4" name="Deco dune right"/>
          <p:cNvSpPr/>
          <p:nvPr/>
        </p:nvSpPr>
        <p:spPr>
          <a:xfrm>
            <a:off x="5303520" y="4617720"/>
            <a:ext cx="5120640" cy="1280160"/>
          </a:xfrm>
          <a:prstGeom prst="ellipse">
            <a:avLst/>
          </a:prstGeom>
          <a:solidFill>
            <a:srgbClr val="D14847"/>
          </a:solidFill>
          <a:ln w="12700">
            <a:solidFill>
              <a:srgbClr val="D14847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320040" y="137160"/>
            <a:ext cx="1371600" cy="5943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right"/>
          <p:cNvSpPr/>
          <p:nvPr/>
        </p:nvSpPr>
        <p:spPr>
          <a:xfrm>
            <a:off x="7223760" y="182880"/>
            <a:ext cx="1280160" cy="548640"/>
          </a:xfrm>
          <a:prstGeom prst="cloud">
            <a:avLst/>
          </a:prstGeom>
          <a:solidFill>
            <a:srgbClr val="FFF3E8"/>
          </a:solidFill>
          <a:ln w="12700">
            <a:solidFill>
              <a:srgbClr val="FFF3E8"/>
            </a:solidFill>
            <a:prstDash val="solid"/>
          </a:ln>
        </p:spPr>
      </p:sp>
      <p:sp>
        <p:nvSpPr>
          <p:cNvPr id="7" name="Deco bird 0"/>
          <p:cNvSpPr/>
          <p:nvPr/>
        </p:nvSpPr>
        <p:spPr>
          <a:xfrm rot="5400000">
            <a:off x="2926080" y="32004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8" name="Deco bird 1"/>
          <p:cNvSpPr/>
          <p:nvPr/>
        </p:nvSpPr>
        <p:spPr>
          <a:xfrm rot="5400000">
            <a:off x="3291840" y="22860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9" name="Deco bird 2"/>
          <p:cNvSpPr/>
          <p:nvPr/>
        </p:nvSpPr>
        <p:spPr>
          <a:xfrm rot="5400000">
            <a:off x="5394960" y="36576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10" name="Circle 1"/>
          <p:cNvSpPr/>
          <p:nvPr/>
        </p:nvSpPr>
        <p:spPr>
          <a:xfrm>
            <a:off x="7589520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1" name="Circle 2"/>
          <p:cNvSpPr/>
          <p:nvPr/>
        </p:nvSpPr>
        <p:spPr>
          <a:xfrm>
            <a:off x="6108192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2" name="Circle 3"/>
          <p:cNvSpPr/>
          <p:nvPr/>
        </p:nvSpPr>
        <p:spPr>
          <a:xfrm>
            <a:off x="4626864" y="1956816"/>
            <a:ext cx="1207008" cy="1207008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13" name="Circle 4"/>
          <p:cNvSpPr/>
          <p:nvPr/>
        </p:nvSpPr>
        <p:spPr>
          <a:xfrm>
            <a:off x="3145536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8E5BD0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384048" y="1737360"/>
            <a:ext cx="2194560" cy="1645920"/>
          </a:xfrm>
          <a:prstGeom prst="roundRect">
            <a:avLst>
              <a:gd name="adj" fmla="val 16667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C1 L1 letter"/>
          <p:cNvSpPr txBox="1"/>
          <p:nvPr/>
        </p:nvSpPr>
        <p:spPr>
          <a:xfrm>
            <a:off x="7589520" y="1849552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</a:t>
            </a:r>
            <a:endParaRPr lang="ar-SA" sz="4100" dirty="0"/>
          </a:p>
        </p:txBody>
      </p:sp>
      <p:sp>
        <p:nvSpPr>
          <p:cNvPr id="16" name="C2 V1 vowel"/>
          <p:cNvSpPr txBox="1"/>
          <p:nvPr/>
        </p:nvSpPr>
        <p:spPr>
          <a:xfrm>
            <a:off x="7589520" y="1849552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جَ</a:t>
            </a:r>
            <a:endParaRPr lang="ar-SA" sz="4100" dirty="0"/>
          </a:p>
        </p:txBody>
      </p:sp>
      <p:sp>
        <p:nvSpPr>
          <p:cNvPr id="17" name="C3 P1 plus"/>
          <p:cNvSpPr/>
          <p:nvPr/>
        </p:nvSpPr>
        <p:spPr>
          <a:xfrm>
            <a:off x="7333488" y="2441448"/>
            <a:ext cx="237744" cy="237744"/>
          </a:xfrm>
          <a:prstGeom prst="mathPlus">
            <a:avLst/>
          </a:prstGeom>
          <a:solidFill>
            <a:srgbClr val="26D9AD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8" name="C4 L2 letter"/>
          <p:cNvSpPr txBox="1"/>
          <p:nvPr/>
        </p:nvSpPr>
        <p:spPr>
          <a:xfrm>
            <a:off x="6108192" y="1866735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س</a:t>
            </a:r>
            <a:endParaRPr lang="ar-SA" sz="4100" dirty="0"/>
          </a:p>
        </p:txBody>
      </p:sp>
      <p:sp>
        <p:nvSpPr>
          <p:cNvPr id="19" name="C5 V2 vowel"/>
          <p:cNvSpPr txBox="1"/>
          <p:nvPr/>
        </p:nvSpPr>
        <p:spPr>
          <a:xfrm>
            <a:off x="6108192" y="1866735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سَ</a:t>
            </a:r>
            <a:endParaRPr lang="ar-SA" sz="4100" dirty="0"/>
          </a:p>
        </p:txBody>
      </p:sp>
      <p:sp>
        <p:nvSpPr>
          <p:cNvPr id="20" name="C6 P2 plus"/>
          <p:cNvSpPr/>
          <p:nvPr/>
        </p:nvSpPr>
        <p:spPr>
          <a:xfrm>
            <a:off x="5852160" y="2441448"/>
            <a:ext cx="237744" cy="237744"/>
          </a:xfrm>
          <a:prstGeom prst="mathPlus">
            <a:avLst/>
          </a:prstGeom>
          <a:solidFill>
            <a:srgbClr val="26D9AD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1" name="C7 M3 madd"/>
          <p:cNvSpPr txBox="1"/>
          <p:nvPr/>
        </p:nvSpPr>
        <p:spPr>
          <a:xfrm>
            <a:off x="4626864" y="1969389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ar-SA" altLang="en-US" sz="3300" dirty="0">
                <a:solidFill>
                  <a:srgbClr val="E0313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3300" dirty="0"/>
          </a:p>
        </p:txBody>
      </p:sp>
      <p:sp>
        <p:nvSpPr>
          <p:cNvPr id="22" name="C7 S3 stretch"/>
          <p:cNvSpPr/>
          <p:nvPr/>
        </p:nvSpPr>
        <p:spPr>
          <a:xfrm>
            <a:off x="4937760" y="1627632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3" name="C8 P3 plus"/>
          <p:cNvSpPr/>
          <p:nvPr/>
        </p:nvSpPr>
        <p:spPr>
          <a:xfrm>
            <a:off x="4370832" y="2441448"/>
            <a:ext cx="237744" cy="237744"/>
          </a:xfrm>
          <a:prstGeom prst="mathPlus">
            <a:avLst/>
          </a:prstGeom>
          <a:solidFill>
            <a:srgbClr val="26D9AD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4" name="C9 L4 letter"/>
          <p:cNvSpPr txBox="1"/>
          <p:nvPr/>
        </p:nvSpPr>
        <p:spPr>
          <a:xfrm>
            <a:off x="3145536" y="1849552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</a:t>
            </a:r>
            <a:endParaRPr lang="ar-SA" sz="4100" dirty="0"/>
          </a:p>
        </p:txBody>
      </p:sp>
      <p:sp>
        <p:nvSpPr>
          <p:cNvPr id="25" name="C10 V4 vowel"/>
          <p:cNvSpPr txBox="1"/>
          <p:nvPr/>
        </p:nvSpPr>
        <p:spPr>
          <a:xfrm>
            <a:off x="3145536" y="1849552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حَ</a:t>
            </a:r>
            <a:endParaRPr lang="ar-SA" sz="4100" dirty="0"/>
          </a:p>
        </p:txBody>
      </p:sp>
      <p:sp>
        <p:nvSpPr>
          <p:cNvPr id="26" name="C11 A arrow"/>
          <p:cNvSpPr/>
          <p:nvPr/>
        </p:nvSpPr>
        <p:spPr>
          <a:xfrm>
            <a:off x="2651760" y="2304288"/>
            <a:ext cx="420624" cy="512064"/>
          </a:xfrm>
          <a:prstGeom prst="leftArrow">
            <a:avLst/>
          </a:prstGeom>
          <a:solidFill>
            <a:srgbClr val="2E7E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7" name="C12 R result"/>
          <p:cNvSpPr txBox="1"/>
          <p:nvPr/>
        </p:nvSpPr>
        <p:spPr>
          <a:xfrm>
            <a:off x="384048" y="1607820"/>
            <a:ext cx="2194560" cy="164592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ar-SA" altLang="en-US" sz="6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جَسَ</a:t>
            </a:r>
            <a:pPr algn="ctr" indent="0" marL="0">
              <a:buNone/>
            </a:pPr>
            <a:r>
              <a:rPr lang="ar-SA" altLang="en-US" sz="4800" baseline="12500" dirty="0">
                <a:solidFill>
                  <a:srgbClr val="E0313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pPr algn="ctr" indent="0" marL="0">
              <a:buNone/>
            </a:pPr>
            <a:r>
              <a:rPr lang="ar-SA" altLang="en-US" sz="6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حَ</a:t>
            </a:r>
            <a:endParaRPr lang="ar-SA" sz="6000" dirty="0"/>
          </a:p>
        </p:txBody>
      </p:sp>
    </p:spTree>
  </p:cSld>
  <p:clrMapOvr>
    <a:masterClrMapping/>
  </p:clrMapOvr>
  <p:transition spd="med">
    <p:push dir="l"/>
    <p:sndAc>
      <p:stSnd>
        <p:snd r:embed="rIdTrSnd" name="marimba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1" fill="hold">
                      <p:stCondLst>
                        <p:cond delay="indefinite"/>
                      </p:stCondLst>
                      <p:childTnLst>
                        <p:par>
                          <p:cTn id="52" fill="hold">
                            <p:stCondLst>
                              <p:cond delay="0"/>
                            </p:stCondLst>
                            <p:childTnLst>
                              <p:par>
                                <p:cTn id="5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5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6" fill="hold">
                      <p:stCondLst>
                        <p:cond delay="indefinite"/>
                      </p:stCondLst>
                      <p:childTnLst>
                        <p:par>
                          <p:cTn id="57" fill="hold">
                            <p:stCondLst>
                              <p:cond delay="0"/>
                            </p:stCondLst>
                            <p:childTnLst>
                              <p:par>
                                <p:cTn id="5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0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1" fill="hold">
                      <p:stCondLst>
                        <p:cond delay="indefinite"/>
                      </p:stCondLst>
                      <p:childTnLst>
                        <p:par>
                          <p:cTn id="62" fill="hold">
                            <p:stCondLst>
                              <p:cond delay="0"/>
                            </p:stCondLst>
                            <p:childTnLst>
                              <p:par>
                                <p:cTn id="6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5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</p:bldLst>
  </p:timing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8">
    <p:bg>
      <p:bgPr>
        <a:solidFill>
          <a:srgbClr val="C5F7C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434840"/>
            <a:ext cx="4754880" cy="1463040"/>
          </a:xfrm>
          <a:prstGeom prst="ellipse">
            <a:avLst/>
          </a:prstGeom>
          <a:solidFill>
            <a:srgbClr val="6666CC"/>
          </a:solidFill>
          <a:ln w="12700">
            <a:solidFill>
              <a:srgbClr val="6666CC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023360" y="4526280"/>
            <a:ext cx="5852160" cy="1463040"/>
          </a:xfrm>
          <a:prstGeom prst="ellipse">
            <a:avLst/>
          </a:prstGeom>
          <a:solidFill>
            <a:srgbClr val="6A40BF"/>
          </a:solidFill>
          <a:ln w="12700">
            <a:solidFill>
              <a:srgbClr val="6A40BF"/>
            </a:solidFill>
            <a:prstDash val="solid"/>
          </a:ln>
        </p:spPr>
      </p:sp>
      <p:sp>
        <p:nvSpPr>
          <p:cNvPr id="4" name="Deco sun"/>
          <p:cNvSpPr/>
          <p:nvPr/>
        </p:nvSpPr>
        <p:spPr>
          <a:xfrm>
            <a:off x="274320" y="91440"/>
            <a:ext cx="731520" cy="73152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85800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863840" y="457200"/>
            <a:ext cx="822960" cy="365760"/>
          </a:xfrm>
          <a:prstGeom prst="cloud">
            <a:avLst/>
          </a:prstGeom>
          <a:solidFill>
            <a:srgbClr val="F4FAFF"/>
          </a:solidFill>
          <a:ln w="12700">
            <a:solidFill>
              <a:srgbClr val="F4FAFF"/>
            </a:solidFill>
            <a:prstDash val="solid"/>
          </a:ln>
        </p:spPr>
      </p:sp>
      <p:sp>
        <p:nvSpPr>
          <p:cNvPr id="7" name="Deco flower 0"/>
          <p:cNvSpPr/>
          <p:nvPr/>
        </p:nvSpPr>
        <p:spPr>
          <a:xfrm>
            <a:off x="128016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8" name="Deco flower 1"/>
          <p:cNvSpPr/>
          <p:nvPr/>
        </p:nvSpPr>
        <p:spPr>
          <a:xfrm>
            <a:off x="1828800" y="4526280"/>
            <a:ext cx="292608" cy="292608"/>
          </a:xfrm>
          <a:prstGeom prst="star5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9" name="Deco flower 2"/>
          <p:cNvSpPr/>
          <p:nvPr/>
        </p:nvSpPr>
        <p:spPr>
          <a:xfrm>
            <a:off x="7315200" y="4526280"/>
            <a:ext cx="292608" cy="292608"/>
          </a:xfrm>
          <a:prstGeom prst="star5">
            <a:avLst/>
          </a:prstGeom>
          <a:solidFill>
            <a:srgbClr val="8E5BD0"/>
          </a:solidFill>
          <a:ln w="12700">
            <a:solidFill>
              <a:srgbClr val="8E5BD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795528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11" name="Circle 1"/>
          <p:cNvSpPr/>
          <p:nvPr/>
        </p:nvSpPr>
        <p:spPr>
          <a:xfrm>
            <a:off x="7589520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2" name="Circle 2"/>
          <p:cNvSpPr/>
          <p:nvPr/>
        </p:nvSpPr>
        <p:spPr>
          <a:xfrm>
            <a:off x="6108192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3" name="Circle 3"/>
          <p:cNvSpPr/>
          <p:nvPr/>
        </p:nvSpPr>
        <p:spPr>
          <a:xfrm>
            <a:off x="4626864" y="1956816"/>
            <a:ext cx="1207008" cy="1207008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14" name="Circle 4"/>
          <p:cNvSpPr/>
          <p:nvPr/>
        </p:nvSpPr>
        <p:spPr>
          <a:xfrm>
            <a:off x="3145536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8E5BD0"/>
            </a:solidFill>
            <a:prstDash val="solid"/>
          </a:ln>
        </p:spPr>
      </p:sp>
      <p:sp>
        <p:nvSpPr>
          <p:cNvPr id="15" name="Result panel"/>
          <p:cNvSpPr/>
          <p:nvPr/>
        </p:nvSpPr>
        <p:spPr>
          <a:xfrm>
            <a:off x="384048" y="1737360"/>
            <a:ext cx="2194560" cy="1645920"/>
          </a:xfrm>
          <a:prstGeom prst="roundRect">
            <a:avLst>
              <a:gd name="adj" fmla="val 16667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6" name="C1 L1 letter"/>
          <p:cNvSpPr txBox="1"/>
          <p:nvPr/>
        </p:nvSpPr>
        <p:spPr>
          <a:xfrm>
            <a:off x="7589520" y="1854784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</a:t>
            </a:r>
            <a:endParaRPr lang="ar-SA" sz="3900" dirty="0"/>
          </a:p>
        </p:txBody>
      </p:sp>
      <p:sp>
        <p:nvSpPr>
          <p:cNvPr id="17" name="C2 V1 vowel"/>
          <p:cNvSpPr txBox="1"/>
          <p:nvPr/>
        </p:nvSpPr>
        <p:spPr>
          <a:xfrm>
            <a:off x="7589520" y="1854784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حَ</a:t>
            </a:r>
            <a:endParaRPr lang="ar-SA" sz="3900" dirty="0"/>
          </a:p>
        </p:txBody>
      </p:sp>
      <p:sp>
        <p:nvSpPr>
          <p:cNvPr id="18" name="C3 P1 plus"/>
          <p:cNvSpPr/>
          <p:nvPr/>
        </p:nvSpPr>
        <p:spPr>
          <a:xfrm>
            <a:off x="7333488" y="2441448"/>
            <a:ext cx="237744" cy="237744"/>
          </a:xfrm>
          <a:prstGeom prst="mathPlus">
            <a:avLst/>
          </a:prstGeom>
          <a:solidFill>
            <a:srgbClr val="D926D1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9" name="C4 L2 letter"/>
          <p:cNvSpPr txBox="1"/>
          <p:nvPr/>
        </p:nvSpPr>
        <p:spPr>
          <a:xfrm>
            <a:off x="6108192" y="1871129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س</a:t>
            </a:r>
            <a:endParaRPr lang="ar-SA" sz="3900" dirty="0"/>
          </a:p>
        </p:txBody>
      </p:sp>
      <p:sp>
        <p:nvSpPr>
          <p:cNvPr id="20" name="C5 V2 vowel"/>
          <p:cNvSpPr txBox="1"/>
          <p:nvPr/>
        </p:nvSpPr>
        <p:spPr>
          <a:xfrm>
            <a:off x="6108192" y="1871129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سَ</a:t>
            </a:r>
            <a:endParaRPr lang="ar-SA" sz="3900" dirty="0"/>
          </a:p>
        </p:txBody>
      </p:sp>
      <p:sp>
        <p:nvSpPr>
          <p:cNvPr id="21" name="C6 P2 plus"/>
          <p:cNvSpPr/>
          <p:nvPr/>
        </p:nvSpPr>
        <p:spPr>
          <a:xfrm>
            <a:off x="5852160" y="2441448"/>
            <a:ext cx="237744" cy="237744"/>
          </a:xfrm>
          <a:prstGeom prst="mathPlus">
            <a:avLst/>
          </a:prstGeom>
          <a:solidFill>
            <a:srgbClr val="D926D1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2" name="C7 M3 madd"/>
          <p:cNvSpPr txBox="1"/>
          <p:nvPr/>
        </p:nvSpPr>
        <p:spPr>
          <a:xfrm>
            <a:off x="4626864" y="1968627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ar-SA" altLang="en-US" sz="3100" dirty="0">
                <a:solidFill>
                  <a:srgbClr val="E0313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3100" dirty="0"/>
          </a:p>
        </p:txBody>
      </p:sp>
      <p:sp>
        <p:nvSpPr>
          <p:cNvPr id="23" name="C7 S3 stretch"/>
          <p:cNvSpPr/>
          <p:nvPr/>
        </p:nvSpPr>
        <p:spPr>
          <a:xfrm>
            <a:off x="4937760" y="1627632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4" name="C8 P3 plus"/>
          <p:cNvSpPr/>
          <p:nvPr/>
        </p:nvSpPr>
        <p:spPr>
          <a:xfrm>
            <a:off x="4370832" y="2441448"/>
            <a:ext cx="237744" cy="237744"/>
          </a:xfrm>
          <a:prstGeom prst="mathPlus">
            <a:avLst/>
          </a:prstGeom>
          <a:solidFill>
            <a:srgbClr val="D926D1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5" name="C9 L4 letter"/>
          <p:cNvSpPr txBox="1"/>
          <p:nvPr/>
        </p:nvSpPr>
        <p:spPr>
          <a:xfrm>
            <a:off x="3145536" y="1904810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</a:t>
            </a:r>
            <a:endParaRPr lang="ar-SA" sz="3900" dirty="0"/>
          </a:p>
        </p:txBody>
      </p:sp>
      <p:sp>
        <p:nvSpPr>
          <p:cNvPr id="26" name="C10 V4 vowel"/>
          <p:cNvSpPr txBox="1"/>
          <p:nvPr/>
        </p:nvSpPr>
        <p:spPr>
          <a:xfrm>
            <a:off x="3145536" y="1904810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خَ</a:t>
            </a:r>
            <a:endParaRPr lang="ar-SA" sz="3900" dirty="0"/>
          </a:p>
        </p:txBody>
      </p:sp>
      <p:sp>
        <p:nvSpPr>
          <p:cNvPr id="27" name="C11 A arrow"/>
          <p:cNvSpPr/>
          <p:nvPr/>
        </p:nvSpPr>
        <p:spPr>
          <a:xfrm>
            <a:off x="2651760" y="2304288"/>
            <a:ext cx="420624" cy="512064"/>
          </a:xfrm>
          <a:prstGeom prst="leftArrow">
            <a:avLst/>
          </a:prstGeom>
          <a:solidFill>
            <a:srgbClr val="B82E5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8" name="C12 R result"/>
          <p:cNvSpPr txBox="1"/>
          <p:nvPr/>
        </p:nvSpPr>
        <p:spPr>
          <a:xfrm>
            <a:off x="384048" y="1657350"/>
            <a:ext cx="2194560" cy="164592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ar-SA" altLang="en-US" sz="6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حَسَ</a:t>
            </a:r>
            <a:pPr algn="ctr" indent="0" marL="0">
              <a:buNone/>
            </a:pPr>
            <a:r>
              <a:rPr lang="ar-SA" altLang="en-US" sz="4800" baseline="12500" dirty="0">
                <a:solidFill>
                  <a:srgbClr val="E0313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pPr algn="ctr" indent="0" marL="0">
              <a:buNone/>
            </a:pPr>
            <a:r>
              <a:rPr lang="ar-SA" altLang="en-US" sz="6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خَ</a:t>
            </a:r>
            <a:endParaRPr lang="ar-SA" sz="6000" dirty="0"/>
          </a:p>
        </p:txBody>
      </p:sp>
    </p:spTree>
  </p:cSld>
  <p:clrMapOvr>
    <a:masterClrMapping/>
  </p:clrMapOvr>
  <p:transition spd="med">
    <p:split orient="vert" dir="out"/>
    <p:sndAc>
      <p:stSnd>
        <p:snd r:embed="rIdTrSnd" name="harp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1" fill="hold">
                      <p:stCondLst>
                        <p:cond delay="indefinite"/>
                      </p:stCondLst>
                      <p:childTnLst>
                        <p:par>
                          <p:cTn id="52" fill="hold">
                            <p:stCondLst>
                              <p:cond delay="0"/>
                            </p:stCondLst>
                            <p:childTnLst>
                              <p:par>
                                <p:cTn id="5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5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6" fill="hold">
                      <p:stCondLst>
                        <p:cond delay="indefinite"/>
                      </p:stCondLst>
                      <p:childTnLst>
                        <p:par>
                          <p:cTn id="57" fill="hold">
                            <p:stCondLst>
                              <p:cond delay="0"/>
                            </p:stCondLst>
                            <p:childTnLst>
                              <p:par>
                                <p:cTn id="5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0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1" fill="hold">
                      <p:stCondLst>
                        <p:cond delay="indefinite"/>
                      </p:stCondLst>
                      <p:childTnLst>
                        <p:par>
                          <p:cTn id="62" fill="hold">
                            <p:stCondLst>
                              <p:cond delay="0"/>
                            </p:stCondLst>
                            <p:childTnLst>
                              <p:par>
                                <p:cTn id="6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5" dur="35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  <p:bldP spid="28" grpId="0" animBg="1"/>
    </p:bldLst>
  </p:timing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9">
    <p:bg>
      <p:bgPr>
        <a:solidFill>
          <a:srgbClr val="24144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moon"/>
          <p:cNvSpPr/>
          <p:nvPr/>
        </p:nvSpPr>
        <p:spPr>
          <a:xfrm>
            <a:off x="365760" y="91440"/>
            <a:ext cx="502920" cy="731520"/>
          </a:xfrm>
          <a:prstGeom prst="moon">
            <a:avLst/>
          </a:prstGeom>
          <a:solidFill>
            <a:srgbClr val="FFE88A"/>
          </a:solidFill>
          <a:ln w="12700">
            <a:solidFill>
              <a:srgbClr val="FFE88A"/>
            </a:solidFill>
            <a:prstDash val="solid"/>
          </a:ln>
        </p:spPr>
      </p:sp>
      <p:sp>
        <p:nvSpPr>
          <p:cNvPr id="3" name="Deco star 0"/>
          <p:cNvSpPr/>
          <p:nvPr/>
        </p:nvSpPr>
        <p:spPr>
          <a:xfrm>
            <a:off x="1280160" y="18288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4" name="Deco star 1"/>
          <p:cNvSpPr/>
          <p:nvPr/>
        </p:nvSpPr>
        <p:spPr>
          <a:xfrm>
            <a:off x="2194560" y="50292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5" name="Deco star 2"/>
          <p:cNvSpPr/>
          <p:nvPr/>
        </p:nvSpPr>
        <p:spPr>
          <a:xfrm>
            <a:off x="3291840" y="137160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6" name="Deco star 3"/>
          <p:cNvSpPr/>
          <p:nvPr/>
        </p:nvSpPr>
        <p:spPr>
          <a:xfrm>
            <a:off x="5760720" y="457200"/>
            <a:ext cx="365760" cy="36576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7" name="Deco star 4"/>
          <p:cNvSpPr/>
          <p:nvPr/>
        </p:nvSpPr>
        <p:spPr>
          <a:xfrm>
            <a:off x="6766560" y="109728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8" name="Deco star 5"/>
          <p:cNvSpPr/>
          <p:nvPr/>
        </p:nvSpPr>
        <p:spPr>
          <a:xfrm>
            <a:off x="7772400" y="41148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9" name="Deco star 6"/>
          <p:cNvSpPr/>
          <p:nvPr/>
        </p:nvSpPr>
        <p:spPr>
          <a:xfrm>
            <a:off x="8503920" y="13716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10" name="Deco hill left"/>
          <p:cNvSpPr/>
          <p:nvPr/>
        </p:nvSpPr>
        <p:spPr>
          <a:xfrm>
            <a:off x="-914400" y="4480560"/>
            <a:ext cx="4937760" cy="1463040"/>
          </a:xfrm>
          <a:prstGeom prst="ellipse">
            <a:avLst/>
          </a:prstGeom>
          <a:solidFill>
            <a:srgbClr val="5B2B64"/>
          </a:solidFill>
          <a:ln w="12700">
            <a:solidFill>
              <a:srgbClr val="5B2B64"/>
            </a:solidFill>
            <a:prstDash val="solid"/>
          </a:ln>
        </p:spPr>
      </p:sp>
      <p:sp>
        <p:nvSpPr>
          <p:cNvPr id="11" name="Deco hill right"/>
          <p:cNvSpPr/>
          <p:nvPr/>
        </p:nvSpPr>
        <p:spPr>
          <a:xfrm>
            <a:off x="4206240" y="4572000"/>
            <a:ext cx="5669280" cy="1463040"/>
          </a:xfrm>
          <a:prstGeom prst="ellipse">
            <a:avLst/>
          </a:prstGeom>
          <a:solidFill>
            <a:srgbClr val="793462"/>
          </a:solidFill>
          <a:ln w="12700">
            <a:solidFill>
              <a:srgbClr val="793462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7589520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6108192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4" name="Circle 3"/>
          <p:cNvSpPr/>
          <p:nvPr/>
        </p:nvSpPr>
        <p:spPr>
          <a:xfrm>
            <a:off x="4626864" y="1956816"/>
            <a:ext cx="1207008" cy="1207008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15" name="Circle 4"/>
          <p:cNvSpPr/>
          <p:nvPr/>
        </p:nvSpPr>
        <p:spPr>
          <a:xfrm>
            <a:off x="3145536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8E5BD0"/>
            </a:solidFill>
            <a:prstDash val="solid"/>
          </a:ln>
        </p:spPr>
      </p:sp>
      <p:sp>
        <p:nvSpPr>
          <p:cNvPr id="16" name="Result panel"/>
          <p:cNvSpPr/>
          <p:nvPr/>
        </p:nvSpPr>
        <p:spPr>
          <a:xfrm>
            <a:off x="384048" y="1737360"/>
            <a:ext cx="2194560" cy="1645920"/>
          </a:xfrm>
          <a:prstGeom prst="roundRect">
            <a:avLst>
              <a:gd name="adj" fmla="val 16667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7" name="C1 L1 letter"/>
          <p:cNvSpPr txBox="1"/>
          <p:nvPr/>
        </p:nvSpPr>
        <p:spPr>
          <a:xfrm>
            <a:off x="7589520" y="1904810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</a:t>
            </a:r>
            <a:endParaRPr lang="ar-SA" sz="3900" dirty="0"/>
          </a:p>
        </p:txBody>
      </p:sp>
      <p:sp>
        <p:nvSpPr>
          <p:cNvPr id="18" name="C2 V1 vowel"/>
          <p:cNvSpPr txBox="1"/>
          <p:nvPr/>
        </p:nvSpPr>
        <p:spPr>
          <a:xfrm>
            <a:off x="7589520" y="1904810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خَ</a:t>
            </a:r>
            <a:endParaRPr lang="ar-SA" sz="3900" dirty="0"/>
          </a:p>
        </p:txBody>
      </p:sp>
      <p:sp>
        <p:nvSpPr>
          <p:cNvPr id="19" name="C3 P1 plus"/>
          <p:cNvSpPr/>
          <p:nvPr/>
        </p:nvSpPr>
        <p:spPr>
          <a:xfrm>
            <a:off x="7333488" y="2441448"/>
            <a:ext cx="237744" cy="237744"/>
          </a:xfrm>
          <a:prstGeom prst="mathPlus">
            <a:avLst/>
          </a:prstGeom>
          <a:solidFill>
            <a:srgbClr val="9DD9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0" name="C4 L2 letter"/>
          <p:cNvSpPr txBox="1"/>
          <p:nvPr/>
        </p:nvSpPr>
        <p:spPr>
          <a:xfrm>
            <a:off x="6108192" y="1871129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س</a:t>
            </a:r>
            <a:endParaRPr lang="ar-SA" sz="3900" dirty="0"/>
          </a:p>
        </p:txBody>
      </p:sp>
      <p:sp>
        <p:nvSpPr>
          <p:cNvPr id="21" name="C5 V2 vowel"/>
          <p:cNvSpPr txBox="1"/>
          <p:nvPr/>
        </p:nvSpPr>
        <p:spPr>
          <a:xfrm>
            <a:off x="6108192" y="1871129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سَ</a:t>
            </a:r>
            <a:endParaRPr lang="ar-SA" sz="3900" dirty="0"/>
          </a:p>
        </p:txBody>
      </p:sp>
      <p:sp>
        <p:nvSpPr>
          <p:cNvPr id="22" name="C6 P2 plus"/>
          <p:cNvSpPr/>
          <p:nvPr/>
        </p:nvSpPr>
        <p:spPr>
          <a:xfrm>
            <a:off x="5852160" y="2441448"/>
            <a:ext cx="237744" cy="237744"/>
          </a:xfrm>
          <a:prstGeom prst="mathPlus">
            <a:avLst/>
          </a:prstGeom>
          <a:solidFill>
            <a:srgbClr val="9DD9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3" name="C7 M3 madd"/>
          <p:cNvSpPr txBox="1"/>
          <p:nvPr/>
        </p:nvSpPr>
        <p:spPr>
          <a:xfrm>
            <a:off x="4626864" y="1968627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ar-SA" altLang="en-US" sz="3100" dirty="0">
                <a:solidFill>
                  <a:srgbClr val="E0313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3100" dirty="0"/>
          </a:p>
        </p:txBody>
      </p:sp>
      <p:sp>
        <p:nvSpPr>
          <p:cNvPr id="24" name="C7 S3 stretch"/>
          <p:cNvSpPr/>
          <p:nvPr/>
        </p:nvSpPr>
        <p:spPr>
          <a:xfrm>
            <a:off x="4937760" y="1627632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5" name="C8 P3 plus"/>
          <p:cNvSpPr/>
          <p:nvPr/>
        </p:nvSpPr>
        <p:spPr>
          <a:xfrm>
            <a:off x="4370832" y="2441448"/>
            <a:ext cx="237744" cy="237744"/>
          </a:xfrm>
          <a:prstGeom prst="mathPlus">
            <a:avLst/>
          </a:prstGeom>
          <a:solidFill>
            <a:srgbClr val="9DD9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6" name="C9 L4 letter"/>
          <p:cNvSpPr txBox="1"/>
          <p:nvPr/>
        </p:nvSpPr>
        <p:spPr>
          <a:xfrm>
            <a:off x="3145536" y="1959045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د</a:t>
            </a:r>
            <a:endParaRPr lang="ar-SA" sz="3900" dirty="0"/>
          </a:p>
        </p:txBody>
      </p:sp>
      <p:sp>
        <p:nvSpPr>
          <p:cNvPr id="27" name="C10 V4 vowel"/>
          <p:cNvSpPr txBox="1"/>
          <p:nvPr/>
        </p:nvSpPr>
        <p:spPr>
          <a:xfrm>
            <a:off x="3145536" y="1959045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دَ</a:t>
            </a:r>
            <a:endParaRPr lang="ar-SA" sz="3900" dirty="0"/>
          </a:p>
        </p:txBody>
      </p:sp>
      <p:sp>
        <p:nvSpPr>
          <p:cNvPr id="28" name="C11 A arrow"/>
          <p:cNvSpPr/>
          <p:nvPr/>
        </p:nvSpPr>
        <p:spPr>
          <a:xfrm>
            <a:off x="2651760" y="2304288"/>
            <a:ext cx="420624" cy="512064"/>
          </a:xfrm>
          <a:prstGeom prst="leftArrow">
            <a:avLst/>
          </a:prstGeom>
          <a:solidFill>
            <a:srgbClr val="2EB8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9" name="C12 R result"/>
          <p:cNvSpPr txBox="1"/>
          <p:nvPr/>
        </p:nvSpPr>
        <p:spPr>
          <a:xfrm>
            <a:off x="384048" y="1781112"/>
            <a:ext cx="2194560" cy="164592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ar-SA" altLang="en-US" sz="6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خَسَ</a:t>
            </a:r>
            <a:pPr algn="ctr" indent="0" marL="0">
              <a:buNone/>
            </a:pPr>
            <a:r>
              <a:rPr lang="ar-SA" altLang="en-US" sz="5200" baseline="12500" dirty="0">
                <a:solidFill>
                  <a:srgbClr val="E0313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pPr algn="ctr" indent="0" marL="0">
              <a:buNone/>
            </a:pPr>
            <a:r>
              <a:rPr lang="ar-SA" altLang="en-US" sz="6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دَ</a:t>
            </a:r>
            <a:endParaRPr lang="ar-SA" sz="6500" dirty="0"/>
          </a:p>
        </p:txBody>
      </p:sp>
    </p:spTree>
  </p:cSld>
  <p:clrMapOvr>
    <a:masterClrMapping/>
  </p:clrMapOvr>
  <p:transition spd="med">
    <p:pull dir="l"/>
    <p:sndAc>
      <p:stSnd>
        <p:snd r:embed="rIdTrSnd" name="chim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1" fill="hold">
                      <p:stCondLst>
                        <p:cond delay="indefinite"/>
                      </p:stCondLst>
                      <p:childTnLst>
                        <p:par>
                          <p:cTn id="52" fill="hold">
                            <p:stCondLst>
                              <p:cond delay="0"/>
                            </p:stCondLst>
                            <p:childTnLst>
                              <p:par>
                                <p:cTn id="5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5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6" fill="hold">
                      <p:stCondLst>
                        <p:cond delay="indefinite"/>
                      </p:stCondLst>
                      <p:childTnLst>
                        <p:par>
                          <p:cTn id="57" fill="hold">
                            <p:stCondLst>
                              <p:cond delay="0"/>
                            </p:stCondLst>
                            <p:childTnLst>
                              <p:par>
                                <p:cTn id="5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0" dur="35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1" fill="hold">
                      <p:stCondLst>
                        <p:cond delay="indefinite"/>
                      </p:stCondLst>
                      <p:childTnLst>
                        <p:par>
                          <p:cTn id="62" fill="hold">
                            <p:stCondLst>
                              <p:cond delay="0"/>
                            </p:stCondLst>
                            <p:childTnLst>
                              <p:par>
                                <p:cTn id="6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5" dur="350"/>
                                        <p:tgtEl>
                                          <p:spTgt spid="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  <p:bldP spid="28" grpId="0" animBg="1"/>
      <p:bldP spid="29" grpId="0" animBg="1"/>
    </p:bldLst>
  </p:timing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0">
    <p:bg>
      <p:bgPr>
        <a:solidFill>
          <a:srgbClr val="F7E4C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wave back"/>
          <p:cNvSpPr/>
          <p:nvPr/>
        </p:nvSpPr>
        <p:spPr>
          <a:xfrm>
            <a:off x="-182880" y="4389120"/>
            <a:ext cx="9509760" cy="548640"/>
          </a:xfrm>
          <a:prstGeom prst="wave">
            <a:avLst/>
          </a:prstGeom>
          <a:solidFill>
            <a:srgbClr val="5C70D6"/>
          </a:solidFill>
          <a:ln w="12700">
            <a:solidFill>
              <a:srgbClr val="5C70D6"/>
            </a:solidFill>
            <a:prstDash val="solid"/>
          </a:ln>
        </p:spPr>
      </p:sp>
      <p:sp>
        <p:nvSpPr>
          <p:cNvPr id="3" name="Deco sea floor"/>
          <p:cNvSpPr/>
          <p:nvPr/>
        </p:nvSpPr>
        <p:spPr>
          <a:xfrm>
            <a:off x="0" y="4709160"/>
            <a:ext cx="9144000" cy="457200"/>
          </a:xfrm>
          <a:prstGeom prst="rect">
            <a:avLst/>
          </a:prstGeom>
          <a:solidFill>
            <a:srgbClr val="3340CC"/>
          </a:solidFill>
          <a:ln w="12700">
            <a:solidFill>
              <a:srgbClr val="3340CC"/>
            </a:solidFill>
            <a:prstDash val="solid"/>
          </a:ln>
        </p:spPr>
      </p:sp>
      <p:sp>
        <p:nvSpPr>
          <p:cNvPr id="4" name="Deco bubble 0"/>
          <p:cNvSpPr/>
          <p:nvPr/>
        </p:nvSpPr>
        <p:spPr>
          <a:xfrm>
            <a:off x="365760" y="182880"/>
            <a:ext cx="411480" cy="4114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5" name="Deco bubble 1"/>
          <p:cNvSpPr/>
          <p:nvPr/>
        </p:nvSpPr>
        <p:spPr>
          <a:xfrm>
            <a:off x="914400" y="502920"/>
            <a:ext cx="256032" cy="256032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6" name="Deco bubble 2"/>
          <p:cNvSpPr/>
          <p:nvPr/>
        </p:nvSpPr>
        <p:spPr>
          <a:xfrm>
            <a:off x="8138160" y="137160"/>
            <a:ext cx="457200" cy="4572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7" name="Deco bubble 3"/>
          <p:cNvSpPr/>
          <p:nvPr/>
        </p:nvSpPr>
        <p:spPr>
          <a:xfrm>
            <a:off x="7680960" y="548640"/>
            <a:ext cx="228600" cy="2286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8" name="Deco bubble 4"/>
          <p:cNvSpPr/>
          <p:nvPr/>
        </p:nvSpPr>
        <p:spPr>
          <a:xfrm>
            <a:off x="8686800" y="566928"/>
            <a:ext cx="182880" cy="1828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9" name="Deco sun"/>
          <p:cNvSpPr/>
          <p:nvPr/>
        </p:nvSpPr>
        <p:spPr>
          <a:xfrm>
            <a:off x="4206240" y="109728"/>
            <a:ext cx="685800" cy="68580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0" name="Circle 1"/>
          <p:cNvSpPr/>
          <p:nvPr/>
        </p:nvSpPr>
        <p:spPr>
          <a:xfrm>
            <a:off x="7589520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1" name="Circle 2"/>
          <p:cNvSpPr/>
          <p:nvPr/>
        </p:nvSpPr>
        <p:spPr>
          <a:xfrm>
            <a:off x="6108192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2" name="Circle 3"/>
          <p:cNvSpPr/>
          <p:nvPr/>
        </p:nvSpPr>
        <p:spPr>
          <a:xfrm>
            <a:off x="4626864" y="1956816"/>
            <a:ext cx="1207008" cy="1207008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13" name="Circle 4"/>
          <p:cNvSpPr/>
          <p:nvPr/>
        </p:nvSpPr>
        <p:spPr>
          <a:xfrm>
            <a:off x="3145536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8E5BD0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384048" y="1737360"/>
            <a:ext cx="2194560" cy="1645920"/>
          </a:xfrm>
          <a:prstGeom prst="roundRect">
            <a:avLst>
              <a:gd name="adj" fmla="val 16667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C1 L1 letter"/>
          <p:cNvSpPr txBox="1"/>
          <p:nvPr/>
        </p:nvSpPr>
        <p:spPr>
          <a:xfrm>
            <a:off x="7589520" y="1959159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د</a:t>
            </a:r>
            <a:endParaRPr lang="ar-SA" sz="4100" dirty="0"/>
          </a:p>
        </p:txBody>
      </p:sp>
      <p:sp>
        <p:nvSpPr>
          <p:cNvPr id="16" name="C2 V1 vowel"/>
          <p:cNvSpPr txBox="1"/>
          <p:nvPr/>
        </p:nvSpPr>
        <p:spPr>
          <a:xfrm>
            <a:off x="7589520" y="1959159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دَ</a:t>
            </a:r>
            <a:endParaRPr lang="ar-SA" sz="4100" dirty="0"/>
          </a:p>
        </p:txBody>
      </p:sp>
      <p:sp>
        <p:nvSpPr>
          <p:cNvPr id="17" name="C3 P1 plus"/>
          <p:cNvSpPr/>
          <p:nvPr/>
        </p:nvSpPr>
        <p:spPr>
          <a:xfrm>
            <a:off x="7333488" y="2441448"/>
            <a:ext cx="237744" cy="237744"/>
          </a:xfrm>
          <a:prstGeom prst="mathPlus">
            <a:avLst/>
          </a:prstGeom>
          <a:solidFill>
            <a:srgbClr val="2669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8" name="C4 L2 letter"/>
          <p:cNvSpPr txBox="1"/>
          <p:nvPr/>
        </p:nvSpPr>
        <p:spPr>
          <a:xfrm>
            <a:off x="6108192" y="1866735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س</a:t>
            </a:r>
            <a:endParaRPr lang="ar-SA" sz="4100" dirty="0"/>
          </a:p>
        </p:txBody>
      </p:sp>
      <p:sp>
        <p:nvSpPr>
          <p:cNvPr id="19" name="C5 V2 vowel"/>
          <p:cNvSpPr txBox="1"/>
          <p:nvPr/>
        </p:nvSpPr>
        <p:spPr>
          <a:xfrm>
            <a:off x="6108192" y="1866735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سَ</a:t>
            </a:r>
            <a:endParaRPr lang="ar-SA" sz="4100" dirty="0"/>
          </a:p>
        </p:txBody>
      </p:sp>
      <p:sp>
        <p:nvSpPr>
          <p:cNvPr id="20" name="C6 P2 plus"/>
          <p:cNvSpPr/>
          <p:nvPr/>
        </p:nvSpPr>
        <p:spPr>
          <a:xfrm>
            <a:off x="5852160" y="2441448"/>
            <a:ext cx="237744" cy="237744"/>
          </a:xfrm>
          <a:prstGeom prst="mathPlus">
            <a:avLst/>
          </a:prstGeom>
          <a:solidFill>
            <a:srgbClr val="2669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1" name="C7 M3 madd"/>
          <p:cNvSpPr txBox="1"/>
          <p:nvPr/>
        </p:nvSpPr>
        <p:spPr>
          <a:xfrm>
            <a:off x="4626864" y="1969389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ar-SA" altLang="en-US" sz="3300" dirty="0">
                <a:solidFill>
                  <a:srgbClr val="E0313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3300" dirty="0"/>
          </a:p>
        </p:txBody>
      </p:sp>
      <p:sp>
        <p:nvSpPr>
          <p:cNvPr id="22" name="C7 S3 stretch"/>
          <p:cNvSpPr/>
          <p:nvPr/>
        </p:nvSpPr>
        <p:spPr>
          <a:xfrm>
            <a:off x="4937760" y="1627632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3" name="C8 P3 plus"/>
          <p:cNvSpPr/>
          <p:nvPr/>
        </p:nvSpPr>
        <p:spPr>
          <a:xfrm>
            <a:off x="4370832" y="2441448"/>
            <a:ext cx="237744" cy="237744"/>
          </a:xfrm>
          <a:prstGeom prst="mathPlus">
            <a:avLst/>
          </a:prstGeom>
          <a:solidFill>
            <a:srgbClr val="2669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4" name="C9 L4 letter"/>
          <p:cNvSpPr txBox="1"/>
          <p:nvPr/>
        </p:nvSpPr>
        <p:spPr>
          <a:xfrm>
            <a:off x="3145536" y="2011750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ذ</a:t>
            </a:r>
            <a:endParaRPr lang="ar-SA" sz="4100" dirty="0"/>
          </a:p>
        </p:txBody>
      </p:sp>
      <p:sp>
        <p:nvSpPr>
          <p:cNvPr id="25" name="C10 V4 vowel"/>
          <p:cNvSpPr txBox="1"/>
          <p:nvPr/>
        </p:nvSpPr>
        <p:spPr>
          <a:xfrm>
            <a:off x="3145536" y="2011750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ذَ</a:t>
            </a:r>
            <a:endParaRPr lang="ar-SA" sz="4100" dirty="0"/>
          </a:p>
        </p:txBody>
      </p:sp>
      <p:sp>
        <p:nvSpPr>
          <p:cNvPr id="26" name="C11 A arrow"/>
          <p:cNvSpPr/>
          <p:nvPr/>
        </p:nvSpPr>
        <p:spPr>
          <a:xfrm>
            <a:off x="2651760" y="2304288"/>
            <a:ext cx="420624" cy="512064"/>
          </a:xfrm>
          <a:prstGeom prst="leftArrow">
            <a:avLst/>
          </a:prstGeom>
          <a:solidFill>
            <a:srgbClr val="562E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7" name="C12 R result"/>
          <p:cNvSpPr txBox="1"/>
          <p:nvPr/>
        </p:nvSpPr>
        <p:spPr>
          <a:xfrm>
            <a:off x="384048" y="1832489"/>
            <a:ext cx="2194560" cy="164592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ar-SA" altLang="en-US" sz="7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دَسَ</a:t>
            </a:r>
            <a:pPr algn="ctr" indent="0" marL="0">
              <a:buNone/>
            </a:pPr>
            <a:r>
              <a:rPr lang="ar-SA" altLang="en-US" sz="5700" baseline="12500" dirty="0">
                <a:solidFill>
                  <a:srgbClr val="E0313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pPr algn="ctr" indent="0" marL="0">
              <a:buNone/>
            </a:pPr>
            <a:r>
              <a:rPr lang="ar-SA" altLang="en-US" sz="7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ذَ</a:t>
            </a:r>
            <a:endParaRPr lang="ar-SA" sz="7100" dirty="0"/>
          </a:p>
        </p:txBody>
      </p:sp>
    </p:spTree>
  </p:cSld>
  <p:clrMapOvr>
    <a:masterClrMapping/>
  </p:clrMapOvr>
  <p:transition spd="med">
    <p:fade/>
    <p:sndAc>
      <p:stSnd>
        <p:snd r:embed="rIdTrSnd" name="whoosh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1" fill="hold">
                      <p:stCondLst>
                        <p:cond delay="indefinite"/>
                      </p:stCondLst>
                      <p:childTnLst>
                        <p:par>
                          <p:cTn id="52" fill="hold">
                            <p:stCondLst>
                              <p:cond delay="0"/>
                            </p:stCondLst>
                            <p:childTnLst>
                              <p:par>
                                <p:cTn id="5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5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6" fill="hold">
                      <p:stCondLst>
                        <p:cond delay="indefinite"/>
                      </p:stCondLst>
                      <p:childTnLst>
                        <p:par>
                          <p:cTn id="57" fill="hold">
                            <p:stCondLst>
                              <p:cond delay="0"/>
                            </p:stCondLst>
                            <p:childTnLst>
                              <p:par>
                                <p:cTn id="5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0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1" fill="hold">
                      <p:stCondLst>
                        <p:cond delay="indefinite"/>
                      </p:stCondLst>
                      <p:childTnLst>
                        <p:par>
                          <p:cTn id="62" fill="hold">
                            <p:stCondLst>
                              <p:cond delay="0"/>
                            </p:stCondLst>
                            <p:childTnLst>
                              <p:par>
                                <p:cTn id="6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5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</p:bldLst>
  </p:timing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1">
    <p:bg>
      <p:bgPr>
        <a:solidFill>
          <a:srgbClr val="C5F7F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grass"/>
          <p:cNvSpPr/>
          <p:nvPr/>
        </p:nvSpPr>
        <p:spPr>
          <a:xfrm>
            <a:off x="0" y="4617720"/>
            <a:ext cx="9144000" cy="548640"/>
          </a:xfrm>
          <a:prstGeom prst="rect">
            <a:avLst/>
          </a:prstGeom>
          <a:solidFill>
            <a:srgbClr val="8C53C6"/>
          </a:solidFill>
          <a:ln w="12700">
            <a:solidFill>
              <a:srgbClr val="8C53C6"/>
            </a:solidFill>
            <a:prstDash val="solid"/>
          </a:ln>
        </p:spPr>
      </p:sp>
      <p:sp>
        <p:nvSpPr>
          <p:cNvPr id="3" name="Deco stem 0"/>
          <p:cNvSpPr/>
          <p:nvPr/>
        </p:nvSpPr>
        <p:spPr>
          <a:xfrm>
            <a:off x="57607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4" name="Deco flower 0"/>
          <p:cNvSpPr/>
          <p:nvPr/>
        </p:nvSpPr>
        <p:spPr>
          <a:xfrm>
            <a:off x="457200" y="4370832"/>
            <a:ext cx="274320" cy="274320"/>
          </a:xfrm>
          <a:prstGeom prst="flowChartConnector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5" name="Deco stem 1"/>
          <p:cNvSpPr/>
          <p:nvPr/>
        </p:nvSpPr>
        <p:spPr>
          <a:xfrm>
            <a:off x="13990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6" name="Deco flower 1"/>
          <p:cNvSpPr/>
          <p:nvPr/>
        </p:nvSpPr>
        <p:spPr>
          <a:xfrm>
            <a:off x="1280160" y="4370832"/>
            <a:ext cx="274320" cy="274320"/>
          </a:xfrm>
          <a:prstGeom prst="flowChartConnector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7" name="Deco stem 2"/>
          <p:cNvSpPr/>
          <p:nvPr/>
        </p:nvSpPr>
        <p:spPr>
          <a:xfrm>
            <a:off x="22219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8" name="Deco flower 2"/>
          <p:cNvSpPr/>
          <p:nvPr/>
        </p:nvSpPr>
        <p:spPr>
          <a:xfrm>
            <a:off x="2103120" y="4370832"/>
            <a:ext cx="274320" cy="274320"/>
          </a:xfrm>
          <a:prstGeom prst="flowChartConnector">
            <a:avLst/>
          </a:prstGeom>
          <a:solidFill>
            <a:srgbClr val="B892FF"/>
          </a:solidFill>
          <a:ln w="12700">
            <a:solidFill>
              <a:srgbClr val="B892FF"/>
            </a:solidFill>
            <a:prstDash val="solid"/>
          </a:ln>
        </p:spPr>
      </p:sp>
      <p:sp>
        <p:nvSpPr>
          <p:cNvPr id="9" name="Deco stem 3"/>
          <p:cNvSpPr/>
          <p:nvPr/>
        </p:nvSpPr>
        <p:spPr>
          <a:xfrm>
            <a:off x="68854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6766560" y="4370832"/>
            <a:ext cx="274320" cy="274320"/>
          </a:xfrm>
          <a:prstGeom prst="flowChartConnector">
            <a:avLst/>
          </a:prstGeom>
          <a:solidFill>
            <a:srgbClr val="FF6F91"/>
          </a:solidFill>
          <a:ln w="12700">
            <a:solidFill>
              <a:srgbClr val="FF6F91"/>
            </a:solidFill>
            <a:prstDash val="solid"/>
          </a:ln>
        </p:spPr>
      </p:sp>
      <p:sp>
        <p:nvSpPr>
          <p:cNvPr id="11" name="Deco stem 4"/>
          <p:cNvSpPr/>
          <p:nvPr/>
        </p:nvSpPr>
        <p:spPr>
          <a:xfrm>
            <a:off x="77083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2" name="Deco flower 4"/>
          <p:cNvSpPr/>
          <p:nvPr/>
        </p:nvSpPr>
        <p:spPr>
          <a:xfrm>
            <a:off x="7589520" y="4370832"/>
            <a:ext cx="274320" cy="274320"/>
          </a:xfrm>
          <a:prstGeom prst="flowChartConnector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3" name="Deco stem 5"/>
          <p:cNvSpPr/>
          <p:nvPr/>
        </p:nvSpPr>
        <p:spPr>
          <a:xfrm>
            <a:off x="843991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4" name="Deco flower 5"/>
          <p:cNvSpPr/>
          <p:nvPr/>
        </p:nvSpPr>
        <p:spPr>
          <a:xfrm>
            <a:off x="8321040" y="4370832"/>
            <a:ext cx="274320" cy="274320"/>
          </a:xfrm>
          <a:prstGeom prst="flowChartConnector">
            <a:avLst/>
          </a:prstGeom>
          <a:solidFill>
            <a:srgbClr val="7EC8FF"/>
          </a:solidFill>
          <a:ln w="12700">
            <a:solidFill>
              <a:srgbClr val="7EC8FF"/>
            </a:solidFill>
            <a:prstDash val="solid"/>
          </a:ln>
        </p:spPr>
      </p:sp>
      <p:sp>
        <p:nvSpPr>
          <p:cNvPr id="15" name="Deco heart"/>
          <p:cNvSpPr/>
          <p:nvPr/>
        </p:nvSpPr>
        <p:spPr>
          <a:xfrm>
            <a:off x="411480" y="228600"/>
            <a:ext cx="457200" cy="411480"/>
          </a:xfrm>
          <a:prstGeom prst="heart">
            <a:avLst/>
          </a:prstGeom>
          <a:solidFill>
            <a:srgbClr val="5EEDB2"/>
          </a:solidFill>
          <a:ln w="12700">
            <a:solidFill>
              <a:srgbClr val="5EEDB2"/>
            </a:solidFill>
            <a:prstDash val="solid"/>
          </a:ln>
        </p:spPr>
      </p:sp>
      <p:sp>
        <p:nvSpPr>
          <p:cNvPr id="16" name="Deco cloud"/>
          <p:cNvSpPr/>
          <p:nvPr/>
        </p:nvSpPr>
        <p:spPr>
          <a:xfrm>
            <a:off x="713232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7" name="Deco friend"/>
          <p:cNvSpPr/>
          <p:nvPr/>
        </p:nvSpPr>
        <p:spPr>
          <a:xfrm>
            <a:off x="6309360" y="182880"/>
            <a:ext cx="548640" cy="548640"/>
          </a:xfrm>
          <a:prstGeom prst="smileyFace">
            <a:avLst/>
          </a:prstGeom>
          <a:solidFill>
            <a:srgbClr val="FFD166"/>
          </a:solidFill>
          <a:ln w="12700">
            <a:solidFill>
              <a:srgbClr val="FFD166"/>
            </a:solidFill>
            <a:prstDash val="solid"/>
          </a:ln>
        </p:spPr>
      </p:sp>
      <p:sp>
        <p:nvSpPr>
          <p:cNvPr id="18" name="Circle 1"/>
          <p:cNvSpPr/>
          <p:nvPr/>
        </p:nvSpPr>
        <p:spPr>
          <a:xfrm>
            <a:off x="7589520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9" name="Circle 2"/>
          <p:cNvSpPr/>
          <p:nvPr/>
        </p:nvSpPr>
        <p:spPr>
          <a:xfrm>
            <a:off x="6108192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20" name="Circle 3"/>
          <p:cNvSpPr/>
          <p:nvPr/>
        </p:nvSpPr>
        <p:spPr>
          <a:xfrm>
            <a:off x="4626864" y="1956816"/>
            <a:ext cx="1207008" cy="1207008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21" name="Circle 4"/>
          <p:cNvSpPr/>
          <p:nvPr/>
        </p:nvSpPr>
        <p:spPr>
          <a:xfrm>
            <a:off x="3145536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8E5BD0"/>
            </a:solidFill>
            <a:prstDash val="solid"/>
          </a:ln>
        </p:spPr>
      </p:sp>
      <p:sp>
        <p:nvSpPr>
          <p:cNvPr id="22" name="Result panel"/>
          <p:cNvSpPr/>
          <p:nvPr/>
        </p:nvSpPr>
        <p:spPr>
          <a:xfrm>
            <a:off x="384048" y="1737360"/>
            <a:ext cx="2194560" cy="1645920"/>
          </a:xfrm>
          <a:prstGeom prst="roundRect">
            <a:avLst>
              <a:gd name="adj" fmla="val 16667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23" name="C1 L1 letter"/>
          <p:cNvSpPr txBox="1"/>
          <p:nvPr/>
        </p:nvSpPr>
        <p:spPr>
          <a:xfrm>
            <a:off x="7589520" y="2011750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ذ</a:t>
            </a:r>
            <a:endParaRPr lang="ar-SA" sz="4100" dirty="0"/>
          </a:p>
        </p:txBody>
      </p:sp>
      <p:sp>
        <p:nvSpPr>
          <p:cNvPr id="24" name="C2 V1 vowel"/>
          <p:cNvSpPr txBox="1"/>
          <p:nvPr/>
        </p:nvSpPr>
        <p:spPr>
          <a:xfrm>
            <a:off x="7589520" y="2011750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ذَ</a:t>
            </a:r>
            <a:endParaRPr lang="ar-SA" sz="4100" dirty="0"/>
          </a:p>
        </p:txBody>
      </p:sp>
      <p:sp>
        <p:nvSpPr>
          <p:cNvPr id="25" name="C3 P1 plus"/>
          <p:cNvSpPr/>
          <p:nvPr/>
        </p:nvSpPr>
        <p:spPr>
          <a:xfrm>
            <a:off x="7333488" y="2441448"/>
            <a:ext cx="237744" cy="237744"/>
          </a:xfrm>
          <a:prstGeom prst="mathPlus">
            <a:avLst/>
          </a:prstGeom>
          <a:solidFill>
            <a:srgbClr val="D92635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6" name="C4 L2 letter"/>
          <p:cNvSpPr txBox="1"/>
          <p:nvPr/>
        </p:nvSpPr>
        <p:spPr>
          <a:xfrm>
            <a:off x="6108192" y="1866735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س</a:t>
            </a:r>
            <a:endParaRPr lang="ar-SA" sz="4100" dirty="0"/>
          </a:p>
        </p:txBody>
      </p:sp>
      <p:sp>
        <p:nvSpPr>
          <p:cNvPr id="27" name="C5 V2 vowel"/>
          <p:cNvSpPr txBox="1"/>
          <p:nvPr/>
        </p:nvSpPr>
        <p:spPr>
          <a:xfrm>
            <a:off x="6108192" y="1866735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سَ</a:t>
            </a:r>
            <a:endParaRPr lang="ar-SA" sz="4100" dirty="0"/>
          </a:p>
        </p:txBody>
      </p:sp>
      <p:sp>
        <p:nvSpPr>
          <p:cNvPr id="28" name="C6 P2 plus"/>
          <p:cNvSpPr/>
          <p:nvPr/>
        </p:nvSpPr>
        <p:spPr>
          <a:xfrm>
            <a:off x="5852160" y="2441448"/>
            <a:ext cx="237744" cy="237744"/>
          </a:xfrm>
          <a:prstGeom prst="mathPlus">
            <a:avLst/>
          </a:prstGeom>
          <a:solidFill>
            <a:srgbClr val="D92635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9" name="C7 M3 madd"/>
          <p:cNvSpPr txBox="1"/>
          <p:nvPr/>
        </p:nvSpPr>
        <p:spPr>
          <a:xfrm>
            <a:off x="4626864" y="1969389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ar-SA" altLang="en-US" sz="3300" dirty="0">
                <a:solidFill>
                  <a:srgbClr val="E0313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3300" dirty="0"/>
          </a:p>
        </p:txBody>
      </p:sp>
      <p:sp>
        <p:nvSpPr>
          <p:cNvPr id="30" name="C7 S3 stretch"/>
          <p:cNvSpPr/>
          <p:nvPr/>
        </p:nvSpPr>
        <p:spPr>
          <a:xfrm>
            <a:off x="4937760" y="1627632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1" name="C8 P3 plus"/>
          <p:cNvSpPr/>
          <p:nvPr/>
        </p:nvSpPr>
        <p:spPr>
          <a:xfrm>
            <a:off x="4370832" y="2441448"/>
            <a:ext cx="237744" cy="237744"/>
          </a:xfrm>
          <a:prstGeom prst="mathPlus">
            <a:avLst/>
          </a:prstGeom>
          <a:solidFill>
            <a:srgbClr val="D92635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2" name="C9 L4 letter"/>
          <p:cNvSpPr txBox="1"/>
          <p:nvPr/>
        </p:nvSpPr>
        <p:spPr>
          <a:xfrm>
            <a:off x="3145536" y="1871682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ر</a:t>
            </a:r>
            <a:endParaRPr lang="ar-SA" sz="4100" dirty="0"/>
          </a:p>
        </p:txBody>
      </p:sp>
      <p:sp>
        <p:nvSpPr>
          <p:cNvPr id="33" name="C10 V4 vowel"/>
          <p:cNvSpPr txBox="1"/>
          <p:nvPr/>
        </p:nvSpPr>
        <p:spPr>
          <a:xfrm>
            <a:off x="3145536" y="1871682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رَ</a:t>
            </a:r>
            <a:endParaRPr lang="ar-SA" sz="4100" dirty="0"/>
          </a:p>
        </p:txBody>
      </p:sp>
      <p:sp>
        <p:nvSpPr>
          <p:cNvPr id="34" name="C11 A arrow"/>
          <p:cNvSpPr/>
          <p:nvPr/>
        </p:nvSpPr>
        <p:spPr>
          <a:xfrm>
            <a:off x="2651760" y="2304288"/>
            <a:ext cx="420624" cy="512064"/>
          </a:xfrm>
          <a:prstGeom prst="leftArrow">
            <a:avLst/>
          </a:prstGeom>
          <a:solidFill>
            <a:srgbClr val="B87F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5" name="C12 R result"/>
          <p:cNvSpPr txBox="1"/>
          <p:nvPr/>
        </p:nvSpPr>
        <p:spPr>
          <a:xfrm>
            <a:off x="384048" y="1729518"/>
            <a:ext cx="2194560" cy="164592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ar-SA" altLang="en-US" sz="6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ذَسَ</a:t>
            </a:r>
            <a:pPr algn="ctr" indent="0" marL="0">
              <a:buNone/>
            </a:pPr>
            <a:r>
              <a:rPr lang="ar-SA" altLang="en-US" sz="5200" baseline="12500" dirty="0">
                <a:solidFill>
                  <a:srgbClr val="E0313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pPr algn="ctr" indent="0" marL="0">
              <a:buNone/>
            </a:pPr>
            <a:r>
              <a:rPr lang="ar-SA" altLang="en-US" sz="6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رَ</a:t>
            </a:r>
            <a:endParaRPr lang="ar-SA" sz="6500" dirty="0"/>
          </a:p>
        </p:txBody>
      </p:sp>
    </p:spTree>
  </p:cSld>
  <p:clrMapOvr>
    <a:masterClrMapping/>
  </p:clrMapOvr>
  <p:transition spd="med">
    <p:cover dir="l"/>
    <p:sndAc>
      <p:stSnd>
        <p:snd r:embed="rIdTrSnd" name="bubbles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3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3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3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1" fill="hold">
                      <p:stCondLst>
                        <p:cond delay="indefinite"/>
                      </p:stCondLst>
                      <p:childTnLst>
                        <p:par>
                          <p:cTn id="52" fill="hold">
                            <p:stCondLst>
                              <p:cond delay="0"/>
                            </p:stCondLst>
                            <p:childTnLst>
                              <p:par>
                                <p:cTn id="5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5" dur="350"/>
                                        <p:tgtEl>
                                          <p:spTgt spid="3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6" fill="hold">
                      <p:stCondLst>
                        <p:cond delay="indefinite"/>
                      </p:stCondLst>
                      <p:childTnLst>
                        <p:par>
                          <p:cTn id="57" fill="hold">
                            <p:stCondLst>
                              <p:cond delay="0"/>
                            </p:stCondLst>
                            <p:childTnLst>
                              <p:par>
                                <p:cTn id="5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0" dur="350"/>
                                        <p:tgtEl>
                                          <p:spTgt spid="3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1" fill="hold">
                      <p:stCondLst>
                        <p:cond delay="indefinite"/>
                      </p:stCondLst>
                      <p:childTnLst>
                        <p:par>
                          <p:cTn id="62" fill="hold">
                            <p:stCondLst>
                              <p:cond delay="0"/>
                            </p:stCondLst>
                            <p:childTnLst>
                              <p:par>
                                <p:cTn id="6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5" dur="350"/>
                                        <p:tgtEl>
                                          <p:spTgt spid="3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3" grpId="0" animBg="1"/>
      <p:bldP spid="24" grpId="0" animBg="1"/>
      <p:bldP spid="25" grpId="0" animBg="1"/>
      <p:bldP spid="26" grpId="0" animBg="1"/>
      <p:bldP spid="27" grpId="0" animBg="1"/>
      <p:bldP spid="28" grpId="0" animBg="1"/>
      <p:bldP spid="29" grpId="0" animBg="1"/>
      <p:bldP spid="30" grpId="0" animBg="1"/>
      <p:bldP spid="31" grpId="0" animBg="1"/>
      <p:bldP spid="32" grpId="0" animBg="1"/>
      <p:bldP spid="33" grpId="0" animBg="1"/>
      <p:bldP spid="34" grpId="0" animBg="1"/>
      <p:bldP spid="35" grpId="0" animBg="1"/>
    </p:bldLst>
  </p:timing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2">
    <p:bg>
      <p:bgPr>
        <a:solidFill>
          <a:srgbClr val="431439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planet"/>
          <p:cNvSpPr/>
          <p:nvPr/>
        </p:nvSpPr>
        <p:spPr>
          <a:xfrm>
            <a:off x="7680960" y="91440"/>
            <a:ext cx="731520" cy="731520"/>
          </a:xfrm>
          <a:prstGeom prst="ellipse">
            <a:avLst/>
          </a:prstGeom>
          <a:solidFill>
            <a:srgbClr val="E0527B"/>
          </a:solidFill>
          <a:ln w="12700">
            <a:solidFill>
              <a:srgbClr val="E0527B"/>
            </a:solidFill>
            <a:prstDash val="solid"/>
          </a:ln>
        </p:spPr>
      </p:sp>
      <p:sp>
        <p:nvSpPr>
          <p:cNvPr id="3" name="Deco planet ring"/>
          <p:cNvSpPr/>
          <p:nvPr/>
        </p:nvSpPr>
        <p:spPr>
          <a:xfrm>
            <a:off x="7452360" y="384048"/>
            <a:ext cx="1188720" cy="164592"/>
          </a:xfrm>
          <a:prstGeom prst="ellipse">
            <a:avLst/>
          </a:prstGeom>
          <a:solidFill>
            <a:srgbClr val="FFFFFF">
              <a:alpha val="0"/>
            </a:srgbClr>
          </a:solidFill>
          <a:ln w="25400">
            <a:solidFill>
              <a:srgbClr val="F2A28C"/>
            </a:solidFill>
            <a:prstDash val="solid"/>
          </a:ln>
        </p:spPr>
      </p:sp>
      <p:sp>
        <p:nvSpPr>
          <p:cNvPr id="4" name="Deco small planet"/>
          <p:cNvSpPr/>
          <p:nvPr/>
        </p:nvSpPr>
        <p:spPr>
          <a:xfrm>
            <a:off x="274320" y="182880"/>
            <a:ext cx="502920" cy="502920"/>
          </a:xfrm>
          <a:prstGeom prst="ellipse">
            <a:avLst/>
          </a:prstGeom>
          <a:solidFill>
            <a:srgbClr val="70DB87"/>
          </a:solidFill>
          <a:ln w="12700">
            <a:solidFill>
              <a:srgbClr val="70DB87"/>
            </a:solidFill>
            <a:prstDash val="solid"/>
          </a:ln>
        </p:spPr>
      </p:sp>
      <p:sp>
        <p:nvSpPr>
          <p:cNvPr id="5" name="Deco star 0"/>
          <p:cNvSpPr/>
          <p:nvPr/>
        </p:nvSpPr>
        <p:spPr>
          <a:xfrm>
            <a:off x="1371600" y="27432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6" name="Deco star 1"/>
          <p:cNvSpPr/>
          <p:nvPr/>
        </p:nvSpPr>
        <p:spPr>
          <a:xfrm>
            <a:off x="2468880" y="91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7" name="Deco star 2"/>
          <p:cNvSpPr/>
          <p:nvPr/>
        </p:nvSpPr>
        <p:spPr>
          <a:xfrm>
            <a:off x="3840480" y="50292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8" name="Deco star 3"/>
          <p:cNvSpPr/>
          <p:nvPr/>
        </p:nvSpPr>
        <p:spPr>
          <a:xfrm>
            <a:off x="5120640" y="137160"/>
            <a:ext cx="256032" cy="256032"/>
          </a:xfrm>
          <a:prstGeom prst="star4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9" name="Deco star 4"/>
          <p:cNvSpPr/>
          <p:nvPr/>
        </p:nvSpPr>
        <p:spPr>
          <a:xfrm>
            <a:off x="6583680" y="4572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Deco star 5"/>
          <p:cNvSpPr/>
          <p:nvPr/>
        </p:nvSpPr>
        <p:spPr>
          <a:xfrm>
            <a:off x="1097280" y="457200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1" name="Deco star 6"/>
          <p:cNvSpPr/>
          <p:nvPr/>
        </p:nvSpPr>
        <p:spPr>
          <a:xfrm>
            <a:off x="2743200" y="475488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12" name="Deco star 7"/>
          <p:cNvSpPr/>
          <p:nvPr/>
        </p:nvSpPr>
        <p:spPr>
          <a:xfrm>
            <a:off x="6217920" y="4663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3" name="Deco star 8"/>
          <p:cNvSpPr/>
          <p:nvPr/>
        </p:nvSpPr>
        <p:spPr>
          <a:xfrm>
            <a:off x="8138160" y="45720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4" name="Deco moon surface"/>
          <p:cNvSpPr/>
          <p:nvPr/>
        </p:nvSpPr>
        <p:spPr>
          <a:xfrm>
            <a:off x="3200400" y="4709160"/>
            <a:ext cx="2743200" cy="1097280"/>
          </a:xfrm>
          <a:prstGeom prst="ellipse">
            <a:avLst/>
          </a:prstGeom>
          <a:solidFill>
            <a:srgbClr val="476385"/>
          </a:solidFill>
          <a:ln w="12700">
            <a:solidFill>
              <a:srgbClr val="476385"/>
            </a:solidFill>
            <a:prstDash val="solid"/>
          </a:ln>
        </p:spPr>
      </p:sp>
      <p:sp>
        <p:nvSpPr>
          <p:cNvPr id="15" name="Circle 1"/>
          <p:cNvSpPr/>
          <p:nvPr/>
        </p:nvSpPr>
        <p:spPr>
          <a:xfrm>
            <a:off x="7589520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6" name="Circle 2"/>
          <p:cNvSpPr/>
          <p:nvPr/>
        </p:nvSpPr>
        <p:spPr>
          <a:xfrm>
            <a:off x="6108192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7" name="Circle 3"/>
          <p:cNvSpPr/>
          <p:nvPr/>
        </p:nvSpPr>
        <p:spPr>
          <a:xfrm>
            <a:off x="4626864" y="1956816"/>
            <a:ext cx="1207008" cy="1207008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18" name="Circle 4"/>
          <p:cNvSpPr/>
          <p:nvPr/>
        </p:nvSpPr>
        <p:spPr>
          <a:xfrm>
            <a:off x="3145536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8E5BD0"/>
            </a:solidFill>
            <a:prstDash val="solid"/>
          </a:ln>
        </p:spPr>
      </p:sp>
      <p:sp>
        <p:nvSpPr>
          <p:cNvPr id="19" name="Result panel"/>
          <p:cNvSpPr/>
          <p:nvPr/>
        </p:nvSpPr>
        <p:spPr>
          <a:xfrm>
            <a:off x="384048" y="1737360"/>
            <a:ext cx="2194560" cy="1645920"/>
          </a:xfrm>
          <a:prstGeom prst="roundRect">
            <a:avLst>
              <a:gd name="adj" fmla="val 16667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20" name="C1 L1 letter"/>
          <p:cNvSpPr txBox="1"/>
          <p:nvPr/>
        </p:nvSpPr>
        <p:spPr>
          <a:xfrm>
            <a:off x="7589520" y="1871682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ر</a:t>
            </a:r>
            <a:endParaRPr lang="ar-SA" sz="4100" dirty="0"/>
          </a:p>
        </p:txBody>
      </p:sp>
      <p:sp>
        <p:nvSpPr>
          <p:cNvPr id="21" name="C2 V1 vowel"/>
          <p:cNvSpPr txBox="1"/>
          <p:nvPr/>
        </p:nvSpPr>
        <p:spPr>
          <a:xfrm>
            <a:off x="7589520" y="1871682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رَ</a:t>
            </a:r>
            <a:endParaRPr lang="ar-SA" sz="4100" dirty="0"/>
          </a:p>
        </p:txBody>
      </p:sp>
      <p:sp>
        <p:nvSpPr>
          <p:cNvPr id="22" name="C3 P1 plus"/>
          <p:cNvSpPr/>
          <p:nvPr/>
        </p:nvSpPr>
        <p:spPr>
          <a:xfrm>
            <a:off x="7333488" y="2441448"/>
            <a:ext cx="237744" cy="237744"/>
          </a:xfrm>
          <a:prstGeom prst="mathPlus">
            <a:avLst/>
          </a:prstGeom>
          <a:solidFill>
            <a:srgbClr val="26D94C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3" name="C4 L2 letter"/>
          <p:cNvSpPr txBox="1"/>
          <p:nvPr/>
        </p:nvSpPr>
        <p:spPr>
          <a:xfrm>
            <a:off x="6108192" y="1866735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س</a:t>
            </a:r>
            <a:endParaRPr lang="ar-SA" sz="4100" dirty="0"/>
          </a:p>
        </p:txBody>
      </p:sp>
      <p:sp>
        <p:nvSpPr>
          <p:cNvPr id="24" name="C5 V2 vowel"/>
          <p:cNvSpPr txBox="1"/>
          <p:nvPr/>
        </p:nvSpPr>
        <p:spPr>
          <a:xfrm>
            <a:off x="6108192" y="1866735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سَ</a:t>
            </a:r>
            <a:endParaRPr lang="ar-SA" sz="4100" dirty="0"/>
          </a:p>
        </p:txBody>
      </p:sp>
      <p:sp>
        <p:nvSpPr>
          <p:cNvPr id="25" name="C6 P2 plus"/>
          <p:cNvSpPr/>
          <p:nvPr/>
        </p:nvSpPr>
        <p:spPr>
          <a:xfrm>
            <a:off x="5852160" y="2441448"/>
            <a:ext cx="237744" cy="237744"/>
          </a:xfrm>
          <a:prstGeom prst="mathPlus">
            <a:avLst/>
          </a:prstGeom>
          <a:solidFill>
            <a:srgbClr val="26D94C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6" name="C7 M3 madd"/>
          <p:cNvSpPr txBox="1"/>
          <p:nvPr/>
        </p:nvSpPr>
        <p:spPr>
          <a:xfrm>
            <a:off x="4626864" y="1969389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ar-SA" altLang="en-US" sz="3300" dirty="0">
                <a:solidFill>
                  <a:srgbClr val="E0313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3300" dirty="0"/>
          </a:p>
        </p:txBody>
      </p:sp>
      <p:sp>
        <p:nvSpPr>
          <p:cNvPr id="27" name="C7 S3 stretch"/>
          <p:cNvSpPr/>
          <p:nvPr/>
        </p:nvSpPr>
        <p:spPr>
          <a:xfrm>
            <a:off x="4937760" y="1627632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8" name="C8 P3 plus"/>
          <p:cNvSpPr/>
          <p:nvPr/>
        </p:nvSpPr>
        <p:spPr>
          <a:xfrm>
            <a:off x="4370832" y="2441448"/>
            <a:ext cx="237744" cy="237744"/>
          </a:xfrm>
          <a:prstGeom prst="mathPlus">
            <a:avLst/>
          </a:prstGeom>
          <a:solidFill>
            <a:srgbClr val="26D94C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9" name="C9 L4 letter"/>
          <p:cNvSpPr txBox="1"/>
          <p:nvPr/>
        </p:nvSpPr>
        <p:spPr>
          <a:xfrm>
            <a:off x="3145536" y="1924272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ز</a:t>
            </a:r>
            <a:endParaRPr lang="ar-SA" sz="4100" dirty="0"/>
          </a:p>
        </p:txBody>
      </p:sp>
      <p:sp>
        <p:nvSpPr>
          <p:cNvPr id="30" name="C10 V4 vowel"/>
          <p:cNvSpPr txBox="1"/>
          <p:nvPr/>
        </p:nvSpPr>
        <p:spPr>
          <a:xfrm>
            <a:off x="3145536" y="1924272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زَ</a:t>
            </a:r>
            <a:endParaRPr lang="ar-SA" sz="4100" dirty="0"/>
          </a:p>
        </p:txBody>
      </p:sp>
      <p:sp>
        <p:nvSpPr>
          <p:cNvPr id="31" name="C11 A arrow"/>
          <p:cNvSpPr/>
          <p:nvPr/>
        </p:nvSpPr>
        <p:spPr>
          <a:xfrm>
            <a:off x="2651760" y="2304288"/>
            <a:ext cx="420624" cy="512064"/>
          </a:xfrm>
          <a:prstGeom prst="leftArrow">
            <a:avLst/>
          </a:prstGeom>
          <a:solidFill>
            <a:srgbClr val="2EB8A7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2" name="C12 R result"/>
          <p:cNvSpPr txBox="1"/>
          <p:nvPr/>
        </p:nvSpPr>
        <p:spPr>
          <a:xfrm>
            <a:off x="384048" y="1687354"/>
            <a:ext cx="2194560" cy="164592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ar-SA" altLang="en-US" sz="63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رَسَ</a:t>
            </a:r>
            <a:pPr algn="ctr" indent="0" marL="0">
              <a:buNone/>
            </a:pPr>
            <a:r>
              <a:rPr lang="ar-SA" altLang="en-US" sz="5000" baseline="12500" dirty="0">
                <a:solidFill>
                  <a:srgbClr val="E0313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pPr algn="ctr" indent="0" marL="0">
              <a:buNone/>
            </a:pPr>
            <a:r>
              <a:rPr lang="ar-SA" altLang="en-US" sz="63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زَ</a:t>
            </a:r>
            <a:endParaRPr lang="ar-SA" sz="6300" dirty="0"/>
          </a:p>
        </p:txBody>
      </p:sp>
    </p:spTree>
  </p:cSld>
  <p:clrMapOvr>
    <a:masterClrMapping/>
  </p:clrMapOvr>
  <p:transition spd="med">
    <p:zoom/>
    <p:sndAc>
      <p:stSnd>
        <p:snd r:embed="rIdTrSnd" name="sparkl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1" fill="hold">
                      <p:stCondLst>
                        <p:cond delay="indefinite"/>
                      </p:stCondLst>
                      <p:childTnLst>
                        <p:par>
                          <p:cTn id="52" fill="hold">
                            <p:stCondLst>
                              <p:cond delay="0"/>
                            </p:stCondLst>
                            <p:childTnLst>
                              <p:par>
                                <p:cTn id="5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5" dur="350"/>
                                        <p:tgtEl>
                                          <p:spTgt spid="3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6" fill="hold">
                      <p:stCondLst>
                        <p:cond delay="indefinite"/>
                      </p:stCondLst>
                      <p:childTnLst>
                        <p:par>
                          <p:cTn id="57" fill="hold">
                            <p:stCondLst>
                              <p:cond delay="0"/>
                            </p:stCondLst>
                            <p:childTnLst>
                              <p:par>
                                <p:cTn id="5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0" dur="350"/>
                                        <p:tgtEl>
                                          <p:spTgt spid="3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1" fill="hold">
                      <p:stCondLst>
                        <p:cond delay="indefinite"/>
                      </p:stCondLst>
                      <p:childTnLst>
                        <p:par>
                          <p:cTn id="62" fill="hold">
                            <p:stCondLst>
                              <p:cond delay="0"/>
                            </p:stCondLst>
                            <p:childTnLst>
                              <p:par>
                                <p:cTn id="6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5" dur="350"/>
                                        <p:tgtEl>
                                          <p:spTgt spid="3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0" grpId="0" animBg="1"/>
      <p:bldP spid="21" grpId="0" animBg="1"/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  <p:bldP spid="28" grpId="0" animBg="1"/>
      <p:bldP spid="29" grpId="0" animBg="1"/>
      <p:bldP spid="30" grpId="0" animBg="1"/>
      <p:bldP spid="31" grpId="0" animBg="1"/>
      <p:bldP spid="32" grpId="0" animBg="1"/>
    </p:bldLst>
  </p:timing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3">
    <p:bg>
      <p:bgPr>
        <a:solidFill>
          <a:srgbClr val="DEF7C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sun low"/>
          <p:cNvSpPr/>
          <p:nvPr/>
        </p:nvSpPr>
        <p:spPr>
          <a:xfrm>
            <a:off x="3566160" y="4343400"/>
            <a:ext cx="2011680" cy="2011680"/>
          </a:xfrm>
          <a:prstGeom prst="ellipse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3" name="Deco dune left"/>
          <p:cNvSpPr/>
          <p:nvPr/>
        </p:nvSpPr>
        <p:spPr>
          <a:xfrm>
            <a:off x="-1097280" y="4572000"/>
            <a:ext cx="4572000" cy="1280160"/>
          </a:xfrm>
          <a:prstGeom prst="ellipse">
            <a:avLst/>
          </a:prstGeom>
          <a:solidFill>
            <a:srgbClr val="6DD864"/>
          </a:solidFill>
          <a:ln w="12700">
            <a:solidFill>
              <a:srgbClr val="6DD864"/>
            </a:solidFill>
            <a:prstDash val="solid"/>
          </a:ln>
        </p:spPr>
      </p:sp>
      <p:sp>
        <p:nvSpPr>
          <p:cNvPr id="4" name="Deco dune right"/>
          <p:cNvSpPr/>
          <p:nvPr/>
        </p:nvSpPr>
        <p:spPr>
          <a:xfrm>
            <a:off x="5303520" y="4617720"/>
            <a:ext cx="5120640" cy="1280160"/>
          </a:xfrm>
          <a:prstGeom prst="ellipse">
            <a:avLst/>
          </a:prstGeom>
          <a:solidFill>
            <a:srgbClr val="69D147"/>
          </a:solidFill>
          <a:ln w="12700">
            <a:solidFill>
              <a:srgbClr val="69D147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320040" y="137160"/>
            <a:ext cx="1371600" cy="5943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right"/>
          <p:cNvSpPr/>
          <p:nvPr/>
        </p:nvSpPr>
        <p:spPr>
          <a:xfrm>
            <a:off x="7223760" y="182880"/>
            <a:ext cx="1280160" cy="548640"/>
          </a:xfrm>
          <a:prstGeom prst="cloud">
            <a:avLst/>
          </a:prstGeom>
          <a:solidFill>
            <a:srgbClr val="FFF3E8"/>
          </a:solidFill>
          <a:ln w="12700">
            <a:solidFill>
              <a:srgbClr val="FFF3E8"/>
            </a:solidFill>
            <a:prstDash val="solid"/>
          </a:ln>
        </p:spPr>
      </p:sp>
      <p:sp>
        <p:nvSpPr>
          <p:cNvPr id="7" name="Deco bird 0"/>
          <p:cNvSpPr/>
          <p:nvPr/>
        </p:nvSpPr>
        <p:spPr>
          <a:xfrm rot="5400000">
            <a:off x="2926080" y="32004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8" name="Deco bird 1"/>
          <p:cNvSpPr/>
          <p:nvPr/>
        </p:nvSpPr>
        <p:spPr>
          <a:xfrm rot="5400000">
            <a:off x="3291840" y="22860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9" name="Deco bird 2"/>
          <p:cNvSpPr/>
          <p:nvPr/>
        </p:nvSpPr>
        <p:spPr>
          <a:xfrm rot="5400000">
            <a:off x="5394960" y="36576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10" name="Circle 1"/>
          <p:cNvSpPr/>
          <p:nvPr/>
        </p:nvSpPr>
        <p:spPr>
          <a:xfrm>
            <a:off x="7589520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1" name="Circle 2"/>
          <p:cNvSpPr/>
          <p:nvPr/>
        </p:nvSpPr>
        <p:spPr>
          <a:xfrm>
            <a:off x="6108192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2" name="Circle 3"/>
          <p:cNvSpPr/>
          <p:nvPr/>
        </p:nvSpPr>
        <p:spPr>
          <a:xfrm>
            <a:off x="4626864" y="1956816"/>
            <a:ext cx="1207008" cy="1207008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13" name="Circle 4"/>
          <p:cNvSpPr/>
          <p:nvPr/>
        </p:nvSpPr>
        <p:spPr>
          <a:xfrm>
            <a:off x="3145536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8E5BD0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384048" y="1737360"/>
            <a:ext cx="2194560" cy="1645920"/>
          </a:xfrm>
          <a:prstGeom prst="roundRect">
            <a:avLst>
              <a:gd name="adj" fmla="val 16667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C1 L1 letter"/>
          <p:cNvSpPr txBox="1"/>
          <p:nvPr/>
        </p:nvSpPr>
        <p:spPr>
          <a:xfrm>
            <a:off x="7589520" y="1924272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ز</a:t>
            </a:r>
            <a:endParaRPr lang="ar-SA" sz="4100" dirty="0"/>
          </a:p>
        </p:txBody>
      </p:sp>
      <p:sp>
        <p:nvSpPr>
          <p:cNvPr id="16" name="C2 V1 vowel"/>
          <p:cNvSpPr txBox="1"/>
          <p:nvPr/>
        </p:nvSpPr>
        <p:spPr>
          <a:xfrm>
            <a:off x="7589520" y="1924272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زَ</a:t>
            </a:r>
            <a:endParaRPr lang="ar-SA" sz="4100" dirty="0"/>
          </a:p>
        </p:txBody>
      </p:sp>
      <p:sp>
        <p:nvSpPr>
          <p:cNvPr id="17" name="C3 P1 plus"/>
          <p:cNvSpPr/>
          <p:nvPr/>
        </p:nvSpPr>
        <p:spPr>
          <a:xfrm>
            <a:off x="7333488" y="2441448"/>
            <a:ext cx="237744" cy="237744"/>
          </a:xfrm>
          <a:prstGeom prst="mathPlus">
            <a:avLst/>
          </a:prstGeom>
          <a:solidFill>
            <a:srgbClr val="8026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8" name="C4 L2 letter"/>
          <p:cNvSpPr txBox="1"/>
          <p:nvPr/>
        </p:nvSpPr>
        <p:spPr>
          <a:xfrm>
            <a:off x="6108192" y="1866735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س</a:t>
            </a:r>
            <a:endParaRPr lang="ar-SA" sz="4100" dirty="0"/>
          </a:p>
        </p:txBody>
      </p:sp>
      <p:sp>
        <p:nvSpPr>
          <p:cNvPr id="19" name="C5 V2 vowel"/>
          <p:cNvSpPr txBox="1"/>
          <p:nvPr/>
        </p:nvSpPr>
        <p:spPr>
          <a:xfrm>
            <a:off x="6108192" y="1866735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سَ</a:t>
            </a:r>
            <a:endParaRPr lang="ar-SA" sz="4100" dirty="0"/>
          </a:p>
        </p:txBody>
      </p:sp>
      <p:sp>
        <p:nvSpPr>
          <p:cNvPr id="20" name="C6 P2 plus"/>
          <p:cNvSpPr/>
          <p:nvPr/>
        </p:nvSpPr>
        <p:spPr>
          <a:xfrm>
            <a:off x="5852160" y="2441448"/>
            <a:ext cx="237744" cy="237744"/>
          </a:xfrm>
          <a:prstGeom prst="mathPlus">
            <a:avLst/>
          </a:prstGeom>
          <a:solidFill>
            <a:srgbClr val="8026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1" name="C7 M3 madd"/>
          <p:cNvSpPr txBox="1"/>
          <p:nvPr/>
        </p:nvSpPr>
        <p:spPr>
          <a:xfrm>
            <a:off x="4626864" y="1969389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ar-SA" altLang="en-US" sz="3300" dirty="0">
                <a:solidFill>
                  <a:srgbClr val="E0313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3300" dirty="0"/>
          </a:p>
        </p:txBody>
      </p:sp>
      <p:sp>
        <p:nvSpPr>
          <p:cNvPr id="22" name="C7 S3 stretch"/>
          <p:cNvSpPr/>
          <p:nvPr/>
        </p:nvSpPr>
        <p:spPr>
          <a:xfrm>
            <a:off x="4937760" y="1627632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3" name="C8 P3 plus"/>
          <p:cNvSpPr/>
          <p:nvPr/>
        </p:nvSpPr>
        <p:spPr>
          <a:xfrm>
            <a:off x="4370832" y="2441448"/>
            <a:ext cx="237744" cy="237744"/>
          </a:xfrm>
          <a:prstGeom prst="mathPlus">
            <a:avLst/>
          </a:prstGeom>
          <a:solidFill>
            <a:srgbClr val="8026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4" name="C9 L4 letter"/>
          <p:cNvSpPr txBox="1"/>
          <p:nvPr/>
        </p:nvSpPr>
        <p:spPr>
          <a:xfrm>
            <a:off x="3145536" y="2073831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أ</a:t>
            </a:r>
            <a:endParaRPr lang="ar-SA" sz="4100" dirty="0"/>
          </a:p>
        </p:txBody>
      </p:sp>
      <p:sp>
        <p:nvSpPr>
          <p:cNvPr id="25" name="C10 V4 vowel"/>
          <p:cNvSpPr txBox="1"/>
          <p:nvPr/>
        </p:nvSpPr>
        <p:spPr>
          <a:xfrm>
            <a:off x="3145536" y="2073831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أَ</a:t>
            </a:r>
            <a:endParaRPr lang="ar-SA" sz="4100" dirty="0"/>
          </a:p>
        </p:txBody>
      </p:sp>
      <p:sp>
        <p:nvSpPr>
          <p:cNvPr id="26" name="C11 A arrow"/>
          <p:cNvSpPr/>
          <p:nvPr/>
        </p:nvSpPr>
        <p:spPr>
          <a:xfrm>
            <a:off x="2651760" y="2304288"/>
            <a:ext cx="420624" cy="512064"/>
          </a:xfrm>
          <a:prstGeom prst="leftArrow">
            <a:avLst/>
          </a:prstGeom>
          <a:solidFill>
            <a:srgbClr val="B82EA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7" name="C12 R result"/>
          <p:cNvSpPr txBox="1"/>
          <p:nvPr/>
        </p:nvSpPr>
        <p:spPr>
          <a:xfrm>
            <a:off x="384048" y="1814618"/>
            <a:ext cx="2194560" cy="164592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ar-SA" altLang="en-US" sz="6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زَسَ</a:t>
            </a:r>
            <a:pPr algn="ctr" indent="0" marL="0">
              <a:buNone/>
            </a:pPr>
            <a:r>
              <a:rPr lang="ar-SA" altLang="en-US" sz="4900" baseline="12500" dirty="0">
                <a:solidFill>
                  <a:srgbClr val="E0313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pPr algn="ctr" indent="0" marL="0">
              <a:buNone/>
            </a:pPr>
            <a:r>
              <a:rPr lang="ar-SA" altLang="en-US" sz="6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أَ</a:t>
            </a:r>
            <a:endParaRPr lang="ar-SA" sz="6100" dirty="0"/>
          </a:p>
        </p:txBody>
      </p:sp>
    </p:spTree>
  </p:cSld>
  <p:clrMapOvr>
    <a:masterClrMapping/>
  </p:clrMapOvr>
  <p:transition spd="med">
    <p:wheel spokes="4"/>
    <p:sndAc>
      <p:stSnd>
        <p:snd r:embed="rIdTrSnd" name="marimba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1" fill="hold">
                      <p:stCondLst>
                        <p:cond delay="indefinite"/>
                      </p:stCondLst>
                      <p:childTnLst>
                        <p:par>
                          <p:cTn id="52" fill="hold">
                            <p:stCondLst>
                              <p:cond delay="0"/>
                            </p:stCondLst>
                            <p:childTnLst>
                              <p:par>
                                <p:cTn id="5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5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6" fill="hold">
                      <p:stCondLst>
                        <p:cond delay="indefinite"/>
                      </p:stCondLst>
                      <p:childTnLst>
                        <p:par>
                          <p:cTn id="57" fill="hold">
                            <p:stCondLst>
                              <p:cond delay="0"/>
                            </p:stCondLst>
                            <p:childTnLst>
                              <p:par>
                                <p:cTn id="5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0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1" fill="hold">
                      <p:stCondLst>
                        <p:cond delay="indefinite"/>
                      </p:stCondLst>
                      <p:childTnLst>
                        <p:par>
                          <p:cTn id="62" fill="hold">
                            <p:stCondLst>
                              <p:cond delay="0"/>
                            </p:stCondLst>
                            <p:childTnLst>
                              <p:par>
                                <p:cTn id="6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5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</p:bldLst>
  </p:timing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4">
    <p:bg>
      <p:bgPr>
        <a:solidFill>
          <a:srgbClr val="C5CF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434840"/>
            <a:ext cx="4754880" cy="1463040"/>
          </a:xfrm>
          <a:prstGeom prst="ellipse">
            <a:avLst/>
          </a:prstGeom>
          <a:solidFill>
            <a:srgbClr val="CC66AA"/>
          </a:solidFill>
          <a:ln w="12700">
            <a:solidFill>
              <a:srgbClr val="CC66AA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023360" y="4526280"/>
            <a:ext cx="5852160" cy="1463040"/>
          </a:xfrm>
          <a:prstGeom prst="ellipse">
            <a:avLst/>
          </a:prstGeom>
          <a:solidFill>
            <a:srgbClr val="BF406A"/>
          </a:solidFill>
          <a:ln w="12700">
            <a:solidFill>
              <a:srgbClr val="BF406A"/>
            </a:solidFill>
            <a:prstDash val="solid"/>
          </a:ln>
        </p:spPr>
      </p:sp>
      <p:sp>
        <p:nvSpPr>
          <p:cNvPr id="4" name="Deco sun"/>
          <p:cNvSpPr/>
          <p:nvPr/>
        </p:nvSpPr>
        <p:spPr>
          <a:xfrm>
            <a:off x="274320" y="91440"/>
            <a:ext cx="731520" cy="73152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85800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863840" y="457200"/>
            <a:ext cx="822960" cy="365760"/>
          </a:xfrm>
          <a:prstGeom prst="cloud">
            <a:avLst/>
          </a:prstGeom>
          <a:solidFill>
            <a:srgbClr val="F4FAFF"/>
          </a:solidFill>
          <a:ln w="12700">
            <a:solidFill>
              <a:srgbClr val="F4FAFF"/>
            </a:solidFill>
            <a:prstDash val="solid"/>
          </a:ln>
        </p:spPr>
      </p:sp>
      <p:sp>
        <p:nvSpPr>
          <p:cNvPr id="7" name="Deco flower 0"/>
          <p:cNvSpPr/>
          <p:nvPr/>
        </p:nvSpPr>
        <p:spPr>
          <a:xfrm>
            <a:off x="128016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8" name="Deco flower 1"/>
          <p:cNvSpPr/>
          <p:nvPr/>
        </p:nvSpPr>
        <p:spPr>
          <a:xfrm>
            <a:off x="1828800" y="4526280"/>
            <a:ext cx="292608" cy="292608"/>
          </a:xfrm>
          <a:prstGeom prst="star5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9" name="Deco flower 2"/>
          <p:cNvSpPr/>
          <p:nvPr/>
        </p:nvSpPr>
        <p:spPr>
          <a:xfrm>
            <a:off x="7315200" y="4526280"/>
            <a:ext cx="292608" cy="292608"/>
          </a:xfrm>
          <a:prstGeom prst="star5">
            <a:avLst/>
          </a:prstGeom>
          <a:solidFill>
            <a:srgbClr val="8E5BD0"/>
          </a:solidFill>
          <a:ln w="12700">
            <a:solidFill>
              <a:srgbClr val="8E5BD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795528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11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2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3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C1 L1 letter"/>
          <p:cNvSpPr txBox="1"/>
          <p:nvPr/>
        </p:nvSpPr>
        <p:spPr>
          <a:xfrm>
            <a:off x="7269480" y="2031519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أ</a:t>
            </a:r>
            <a:endParaRPr lang="ar-SA" sz="4700" dirty="0"/>
          </a:p>
        </p:txBody>
      </p:sp>
      <p:sp>
        <p:nvSpPr>
          <p:cNvPr id="16" name="C2 V1 vowel"/>
          <p:cNvSpPr txBox="1"/>
          <p:nvPr/>
        </p:nvSpPr>
        <p:spPr>
          <a:xfrm>
            <a:off x="7269480" y="2031519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أَ</a:t>
            </a:r>
            <a:endParaRPr lang="ar-SA" sz="4700" dirty="0"/>
          </a:p>
        </p:txBody>
      </p:sp>
      <p:sp>
        <p:nvSpPr>
          <p:cNvPr id="17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D9B4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8" name="C4 L2 letter"/>
          <p:cNvSpPr txBox="1"/>
          <p:nvPr/>
        </p:nvSpPr>
        <p:spPr>
          <a:xfrm>
            <a:off x="5486400" y="1794116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س</a:t>
            </a:r>
            <a:endParaRPr lang="ar-SA" sz="4700" dirty="0"/>
          </a:p>
        </p:txBody>
      </p:sp>
      <p:sp>
        <p:nvSpPr>
          <p:cNvPr id="19" name="C5 V2 vowel"/>
          <p:cNvSpPr txBox="1"/>
          <p:nvPr/>
        </p:nvSpPr>
        <p:spPr>
          <a:xfrm>
            <a:off x="5486400" y="1794116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سَ</a:t>
            </a:r>
            <a:endParaRPr lang="ar-SA" sz="4700" dirty="0"/>
          </a:p>
        </p:txBody>
      </p:sp>
      <p:sp>
        <p:nvSpPr>
          <p:cNvPr id="20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D9B4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1" name="C7 M3 madd"/>
          <p:cNvSpPr txBox="1"/>
          <p:nvPr/>
        </p:nvSpPr>
        <p:spPr>
          <a:xfrm>
            <a:off x="3703320" y="1911858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ar-SA" altLang="en-US" sz="3800" dirty="0">
                <a:solidFill>
                  <a:srgbClr val="E0313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3800" dirty="0"/>
          </a:p>
        </p:txBody>
      </p:sp>
      <p:sp>
        <p:nvSpPr>
          <p:cNvPr id="22" name="C7 S3 stretch"/>
          <p:cNvSpPr/>
          <p:nvPr/>
        </p:nvSpPr>
        <p:spPr>
          <a:xfrm>
            <a:off x="4073652" y="1568196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3" name="C8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78B8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4" name="C9 R result"/>
          <p:cNvSpPr txBox="1"/>
          <p:nvPr/>
        </p:nvSpPr>
        <p:spPr>
          <a:xfrm>
            <a:off x="502920" y="1869536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ar-SA" altLang="en-US" sz="8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أَسَ</a:t>
            </a:r>
            <a:pPr algn="ctr" indent="0" marL="0">
              <a:buNone/>
            </a:pPr>
            <a:r>
              <a:rPr lang="ar-SA" altLang="en-US" sz="6600" baseline="12500" dirty="0">
                <a:solidFill>
                  <a:srgbClr val="E0313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8200" dirty="0"/>
          </a:p>
        </p:txBody>
      </p:sp>
    </p:spTree>
  </p:cSld>
  <p:clrMapOvr>
    <a:masterClrMapping/>
  </p:clrMapOvr>
  <p:transition spd="med">
    <p:wipe dir="l"/>
    <p:sndAc>
      <p:stSnd>
        <p:snd r:embed="rIdTrSnd" name="harp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</p:bldLst>
  </p:timing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5">
    <p:bg>
      <p:bgPr>
        <a:solidFill>
          <a:srgbClr val="43181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moon"/>
          <p:cNvSpPr/>
          <p:nvPr/>
        </p:nvSpPr>
        <p:spPr>
          <a:xfrm>
            <a:off x="365760" y="91440"/>
            <a:ext cx="502920" cy="731520"/>
          </a:xfrm>
          <a:prstGeom prst="moon">
            <a:avLst/>
          </a:prstGeom>
          <a:solidFill>
            <a:srgbClr val="FFE88A"/>
          </a:solidFill>
          <a:ln w="12700">
            <a:solidFill>
              <a:srgbClr val="FFE88A"/>
            </a:solidFill>
            <a:prstDash val="solid"/>
          </a:ln>
        </p:spPr>
      </p:sp>
      <p:sp>
        <p:nvSpPr>
          <p:cNvPr id="3" name="Deco star 0"/>
          <p:cNvSpPr/>
          <p:nvPr/>
        </p:nvSpPr>
        <p:spPr>
          <a:xfrm>
            <a:off x="1280160" y="18288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4" name="Deco star 1"/>
          <p:cNvSpPr/>
          <p:nvPr/>
        </p:nvSpPr>
        <p:spPr>
          <a:xfrm>
            <a:off x="2194560" y="50292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5" name="Deco star 2"/>
          <p:cNvSpPr/>
          <p:nvPr/>
        </p:nvSpPr>
        <p:spPr>
          <a:xfrm>
            <a:off x="3291840" y="137160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6" name="Deco star 3"/>
          <p:cNvSpPr/>
          <p:nvPr/>
        </p:nvSpPr>
        <p:spPr>
          <a:xfrm>
            <a:off x="5760720" y="457200"/>
            <a:ext cx="365760" cy="36576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7" name="Deco star 4"/>
          <p:cNvSpPr/>
          <p:nvPr/>
        </p:nvSpPr>
        <p:spPr>
          <a:xfrm>
            <a:off x="6766560" y="109728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8" name="Deco star 5"/>
          <p:cNvSpPr/>
          <p:nvPr/>
        </p:nvSpPr>
        <p:spPr>
          <a:xfrm>
            <a:off x="7772400" y="41148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9" name="Deco star 6"/>
          <p:cNvSpPr/>
          <p:nvPr/>
        </p:nvSpPr>
        <p:spPr>
          <a:xfrm>
            <a:off x="8503920" y="13716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10" name="Deco hill left"/>
          <p:cNvSpPr/>
          <p:nvPr/>
        </p:nvSpPr>
        <p:spPr>
          <a:xfrm>
            <a:off x="-914400" y="4480560"/>
            <a:ext cx="4937760" cy="1463040"/>
          </a:xfrm>
          <a:prstGeom prst="ellipse">
            <a:avLst/>
          </a:prstGeom>
          <a:solidFill>
            <a:srgbClr val="644C2B"/>
          </a:solidFill>
          <a:ln w="12700">
            <a:solidFill>
              <a:srgbClr val="644C2B"/>
            </a:solidFill>
            <a:prstDash val="solid"/>
          </a:ln>
        </p:spPr>
      </p:sp>
      <p:sp>
        <p:nvSpPr>
          <p:cNvPr id="11" name="Deco hill right"/>
          <p:cNvSpPr/>
          <p:nvPr/>
        </p:nvSpPr>
        <p:spPr>
          <a:xfrm>
            <a:off x="4206240" y="4572000"/>
            <a:ext cx="5669280" cy="1463040"/>
          </a:xfrm>
          <a:prstGeom prst="ellipse">
            <a:avLst/>
          </a:prstGeom>
          <a:solidFill>
            <a:srgbClr val="737934"/>
          </a:solidFill>
          <a:ln w="12700">
            <a:solidFill>
              <a:srgbClr val="737934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4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15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6" name="C1 L1 letter"/>
          <p:cNvSpPr txBox="1"/>
          <p:nvPr/>
        </p:nvSpPr>
        <p:spPr>
          <a:xfrm>
            <a:off x="7269480" y="1807649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</a:t>
            </a:r>
            <a:endParaRPr lang="ar-SA" sz="4700" dirty="0"/>
          </a:p>
        </p:txBody>
      </p:sp>
      <p:sp>
        <p:nvSpPr>
          <p:cNvPr id="17" name="C2 V1 vowel"/>
          <p:cNvSpPr txBox="1"/>
          <p:nvPr/>
        </p:nvSpPr>
        <p:spPr>
          <a:xfrm>
            <a:off x="7269480" y="1807649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بَ</a:t>
            </a:r>
            <a:endParaRPr lang="ar-SA" sz="4700" dirty="0"/>
          </a:p>
        </p:txBody>
      </p:sp>
      <p:sp>
        <p:nvSpPr>
          <p:cNvPr id="18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26C9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9" name="C4 L2 letter"/>
          <p:cNvSpPr txBox="1"/>
          <p:nvPr/>
        </p:nvSpPr>
        <p:spPr>
          <a:xfrm>
            <a:off x="5486400" y="1794116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س</a:t>
            </a:r>
            <a:endParaRPr lang="ar-SA" sz="4700" dirty="0"/>
          </a:p>
        </p:txBody>
      </p:sp>
      <p:sp>
        <p:nvSpPr>
          <p:cNvPr id="20" name="C5 V2 vowel"/>
          <p:cNvSpPr txBox="1"/>
          <p:nvPr/>
        </p:nvSpPr>
        <p:spPr>
          <a:xfrm>
            <a:off x="5486400" y="1794116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سَ</a:t>
            </a:r>
            <a:endParaRPr lang="ar-SA" sz="4700" dirty="0"/>
          </a:p>
        </p:txBody>
      </p:sp>
      <p:sp>
        <p:nvSpPr>
          <p:cNvPr id="21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26C9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2" name="C7 M3 madd"/>
          <p:cNvSpPr txBox="1"/>
          <p:nvPr/>
        </p:nvSpPr>
        <p:spPr>
          <a:xfrm>
            <a:off x="3703320" y="1911858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ar-SA" altLang="en-US" sz="3800" dirty="0">
                <a:solidFill>
                  <a:srgbClr val="E0313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3800" dirty="0"/>
          </a:p>
        </p:txBody>
      </p:sp>
      <p:sp>
        <p:nvSpPr>
          <p:cNvPr id="23" name="C7 S3 stretch"/>
          <p:cNvSpPr/>
          <p:nvPr/>
        </p:nvSpPr>
        <p:spPr>
          <a:xfrm>
            <a:off x="4073652" y="1568196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4" name="C8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2E50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5" name="C9 R result"/>
          <p:cNvSpPr txBox="1"/>
          <p:nvPr/>
        </p:nvSpPr>
        <p:spPr>
          <a:xfrm>
            <a:off x="502920" y="1569910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بَسَ</a:t>
            </a:r>
            <a:pPr algn="ctr" indent="0" marL="0">
              <a:buNone/>
            </a:pPr>
            <a:r>
              <a:rPr lang="ar-SA" altLang="en-US" sz="7200" baseline="12500" dirty="0">
                <a:solidFill>
                  <a:srgbClr val="E0313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9000" dirty="0"/>
          </a:p>
        </p:txBody>
      </p:sp>
    </p:spTree>
  </p:cSld>
  <p:clrMapOvr>
    <a:masterClrMapping/>
  </p:clrMapOvr>
  <p:transition spd="med">
    <p:circle/>
    <p:sndAc>
      <p:stSnd>
        <p:snd r:embed="rIdTrSnd" name="chim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  <p:bldP spid="25" grpId="0" animBg="1"/>
    </p:bldLst>
  </p:timing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6">
    <p:bg>
      <p:bgPr>
        <a:solidFill>
          <a:srgbClr val="C5F7D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wave back"/>
          <p:cNvSpPr/>
          <p:nvPr/>
        </p:nvSpPr>
        <p:spPr>
          <a:xfrm>
            <a:off x="-182880" y="4389120"/>
            <a:ext cx="9509760" cy="548640"/>
          </a:xfrm>
          <a:prstGeom prst="wave">
            <a:avLst/>
          </a:prstGeom>
          <a:solidFill>
            <a:srgbClr val="D65CAD"/>
          </a:solidFill>
          <a:ln w="12700">
            <a:solidFill>
              <a:srgbClr val="D65CAD"/>
            </a:solidFill>
            <a:prstDash val="solid"/>
          </a:ln>
        </p:spPr>
      </p:sp>
      <p:sp>
        <p:nvSpPr>
          <p:cNvPr id="3" name="Deco sea floor"/>
          <p:cNvSpPr/>
          <p:nvPr/>
        </p:nvSpPr>
        <p:spPr>
          <a:xfrm>
            <a:off x="0" y="4709160"/>
            <a:ext cx="9144000" cy="457200"/>
          </a:xfrm>
          <a:prstGeom prst="rect">
            <a:avLst/>
          </a:prstGeom>
          <a:solidFill>
            <a:srgbClr val="CC338C"/>
          </a:solidFill>
          <a:ln w="12700">
            <a:solidFill>
              <a:srgbClr val="CC338C"/>
            </a:solidFill>
            <a:prstDash val="solid"/>
          </a:ln>
        </p:spPr>
      </p:sp>
      <p:sp>
        <p:nvSpPr>
          <p:cNvPr id="4" name="Deco bubble 0"/>
          <p:cNvSpPr/>
          <p:nvPr/>
        </p:nvSpPr>
        <p:spPr>
          <a:xfrm>
            <a:off x="365760" y="182880"/>
            <a:ext cx="411480" cy="4114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5" name="Deco bubble 1"/>
          <p:cNvSpPr/>
          <p:nvPr/>
        </p:nvSpPr>
        <p:spPr>
          <a:xfrm>
            <a:off x="914400" y="502920"/>
            <a:ext cx="256032" cy="256032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6" name="Deco bubble 2"/>
          <p:cNvSpPr/>
          <p:nvPr/>
        </p:nvSpPr>
        <p:spPr>
          <a:xfrm>
            <a:off x="8138160" y="137160"/>
            <a:ext cx="457200" cy="4572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7" name="Deco bubble 3"/>
          <p:cNvSpPr/>
          <p:nvPr/>
        </p:nvSpPr>
        <p:spPr>
          <a:xfrm>
            <a:off x="7680960" y="548640"/>
            <a:ext cx="228600" cy="2286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8" name="Deco bubble 4"/>
          <p:cNvSpPr/>
          <p:nvPr/>
        </p:nvSpPr>
        <p:spPr>
          <a:xfrm>
            <a:off x="8686800" y="566928"/>
            <a:ext cx="182880" cy="1828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9" name="Deco sun"/>
          <p:cNvSpPr/>
          <p:nvPr/>
        </p:nvSpPr>
        <p:spPr>
          <a:xfrm>
            <a:off x="4206240" y="109728"/>
            <a:ext cx="685800" cy="68580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0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1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2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13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4" name="C1 L1 letter"/>
          <p:cNvSpPr txBox="1"/>
          <p:nvPr/>
        </p:nvSpPr>
        <p:spPr>
          <a:xfrm>
            <a:off x="7269480" y="1909915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</a:t>
            </a:r>
            <a:endParaRPr lang="ar-SA" sz="4700" dirty="0"/>
          </a:p>
        </p:txBody>
      </p:sp>
      <p:sp>
        <p:nvSpPr>
          <p:cNvPr id="15" name="C2 V1 vowel"/>
          <p:cNvSpPr txBox="1"/>
          <p:nvPr/>
        </p:nvSpPr>
        <p:spPr>
          <a:xfrm>
            <a:off x="7269480" y="1909915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تَ</a:t>
            </a:r>
            <a:endParaRPr lang="ar-SA" sz="4700" dirty="0"/>
          </a:p>
        </p:txBody>
      </p:sp>
      <p:sp>
        <p:nvSpPr>
          <p:cNvPr id="16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D92695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7" name="C4 L2 letter"/>
          <p:cNvSpPr txBox="1"/>
          <p:nvPr/>
        </p:nvSpPr>
        <p:spPr>
          <a:xfrm>
            <a:off x="5486400" y="1794116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س</a:t>
            </a:r>
            <a:endParaRPr lang="ar-SA" sz="4700" dirty="0"/>
          </a:p>
        </p:txBody>
      </p:sp>
      <p:sp>
        <p:nvSpPr>
          <p:cNvPr id="18" name="C5 V2 vowel"/>
          <p:cNvSpPr txBox="1"/>
          <p:nvPr/>
        </p:nvSpPr>
        <p:spPr>
          <a:xfrm>
            <a:off x="5486400" y="1794116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سَ</a:t>
            </a:r>
            <a:endParaRPr lang="ar-SA" sz="4700" dirty="0"/>
          </a:p>
        </p:txBody>
      </p:sp>
      <p:sp>
        <p:nvSpPr>
          <p:cNvPr id="19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D92695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0" name="C7 M3 madd"/>
          <p:cNvSpPr txBox="1"/>
          <p:nvPr/>
        </p:nvSpPr>
        <p:spPr>
          <a:xfrm>
            <a:off x="3703320" y="1911858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ar-SA" altLang="en-US" sz="3800" dirty="0">
                <a:solidFill>
                  <a:srgbClr val="E0313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3800" dirty="0"/>
          </a:p>
        </p:txBody>
      </p:sp>
      <p:sp>
        <p:nvSpPr>
          <p:cNvPr id="21" name="C7 S3 stretch"/>
          <p:cNvSpPr/>
          <p:nvPr/>
        </p:nvSpPr>
        <p:spPr>
          <a:xfrm>
            <a:off x="4073652" y="1568196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2" name="C8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B834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3" name="C9 R result"/>
          <p:cNvSpPr txBox="1"/>
          <p:nvPr/>
        </p:nvSpPr>
        <p:spPr>
          <a:xfrm>
            <a:off x="502920" y="1736217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تَسَ</a:t>
            </a:r>
            <a:pPr algn="ctr" indent="0" marL="0">
              <a:buNone/>
            </a:pPr>
            <a:r>
              <a:rPr lang="ar-SA" altLang="en-US" sz="7200" baseline="12500" dirty="0">
                <a:solidFill>
                  <a:srgbClr val="E0313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9000" dirty="0"/>
          </a:p>
        </p:txBody>
      </p:sp>
    </p:spTree>
  </p:cSld>
  <p:clrMapOvr>
    <a:masterClrMapping/>
  </p:clrMapOvr>
  <p:transition spd="med">
    <p:randomBar dir="vert"/>
    <p:sndAc>
      <p:stSnd>
        <p:snd r:embed="rIdTrSnd" name="whoosh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4" grpId="0" animBg="1"/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</p:bldLst>
  </p:timing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7">
    <p:bg>
      <p:bgPr>
        <a:solidFill>
          <a:srgbClr val="E6C5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grass"/>
          <p:cNvSpPr/>
          <p:nvPr/>
        </p:nvSpPr>
        <p:spPr>
          <a:xfrm>
            <a:off x="0" y="4617720"/>
            <a:ext cx="9144000" cy="548640"/>
          </a:xfrm>
          <a:prstGeom prst="rect">
            <a:avLst/>
          </a:prstGeom>
          <a:solidFill>
            <a:srgbClr val="C68C53"/>
          </a:solidFill>
          <a:ln w="12700">
            <a:solidFill>
              <a:srgbClr val="C68C53"/>
            </a:solidFill>
            <a:prstDash val="solid"/>
          </a:ln>
        </p:spPr>
      </p:sp>
      <p:sp>
        <p:nvSpPr>
          <p:cNvPr id="3" name="Deco stem 0"/>
          <p:cNvSpPr/>
          <p:nvPr/>
        </p:nvSpPr>
        <p:spPr>
          <a:xfrm>
            <a:off x="57607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4" name="Deco flower 0"/>
          <p:cNvSpPr/>
          <p:nvPr/>
        </p:nvSpPr>
        <p:spPr>
          <a:xfrm>
            <a:off x="457200" y="4370832"/>
            <a:ext cx="274320" cy="274320"/>
          </a:xfrm>
          <a:prstGeom prst="flowChartConnector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5" name="Deco stem 1"/>
          <p:cNvSpPr/>
          <p:nvPr/>
        </p:nvSpPr>
        <p:spPr>
          <a:xfrm>
            <a:off x="13990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6" name="Deco flower 1"/>
          <p:cNvSpPr/>
          <p:nvPr/>
        </p:nvSpPr>
        <p:spPr>
          <a:xfrm>
            <a:off x="1280160" y="4370832"/>
            <a:ext cx="274320" cy="274320"/>
          </a:xfrm>
          <a:prstGeom prst="flowChartConnector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7" name="Deco stem 2"/>
          <p:cNvSpPr/>
          <p:nvPr/>
        </p:nvSpPr>
        <p:spPr>
          <a:xfrm>
            <a:off x="22219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8" name="Deco flower 2"/>
          <p:cNvSpPr/>
          <p:nvPr/>
        </p:nvSpPr>
        <p:spPr>
          <a:xfrm>
            <a:off x="2103120" y="4370832"/>
            <a:ext cx="274320" cy="274320"/>
          </a:xfrm>
          <a:prstGeom prst="flowChartConnector">
            <a:avLst/>
          </a:prstGeom>
          <a:solidFill>
            <a:srgbClr val="B892FF"/>
          </a:solidFill>
          <a:ln w="12700">
            <a:solidFill>
              <a:srgbClr val="B892FF"/>
            </a:solidFill>
            <a:prstDash val="solid"/>
          </a:ln>
        </p:spPr>
      </p:sp>
      <p:sp>
        <p:nvSpPr>
          <p:cNvPr id="9" name="Deco stem 3"/>
          <p:cNvSpPr/>
          <p:nvPr/>
        </p:nvSpPr>
        <p:spPr>
          <a:xfrm>
            <a:off x="68854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6766560" y="4370832"/>
            <a:ext cx="274320" cy="274320"/>
          </a:xfrm>
          <a:prstGeom prst="flowChartConnector">
            <a:avLst/>
          </a:prstGeom>
          <a:solidFill>
            <a:srgbClr val="FF6F91"/>
          </a:solidFill>
          <a:ln w="12700">
            <a:solidFill>
              <a:srgbClr val="FF6F91"/>
            </a:solidFill>
            <a:prstDash val="solid"/>
          </a:ln>
        </p:spPr>
      </p:sp>
      <p:sp>
        <p:nvSpPr>
          <p:cNvPr id="11" name="Deco stem 4"/>
          <p:cNvSpPr/>
          <p:nvPr/>
        </p:nvSpPr>
        <p:spPr>
          <a:xfrm>
            <a:off x="77083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2" name="Deco flower 4"/>
          <p:cNvSpPr/>
          <p:nvPr/>
        </p:nvSpPr>
        <p:spPr>
          <a:xfrm>
            <a:off x="7589520" y="4370832"/>
            <a:ext cx="274320" cy="274320"/>
          </a:xfrm>
          <a:prstGeom prst="flowChartConnector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3" name="Deco stem 5"/>
          <p:cNvSpPr/>
          <p:nvPr/>
        </p:nvSpPr>
        <p:spPr>
          <a:xfrm>
            <a:off x="843991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4" name="Deco flower 5"/>
          <p:cNvSpPr/>
          <p:nvPr/>
        </p:nvSpPr>
        <p:spPr>
          <a:xfrm>
            <a:off x="8321040" y="4370832"/>
            <a:ext cx="274320" cy="274320"/>
          </a:xfrm>
          <a:prstGeom prst="flowChartConnector">
            <a:avLst/>
          </a:prstGeom>
          <a:solidFill>
            <a:srgbClr val="7EC8FF"/>
          </a:solidFill>
          <a:ln w="12700">
            <a:solidFill>
              <a:srgbClr val="7EC8FF"/>
            </a:solidFill>
            <a:prstDash val="solid"/>
          </a:ln>
        </p:spPr>
      </p:sp>
      <p:sp>
        <p:nvSpPr>
          <p:cNvPr id="15" name="Deco heart"/>
          <p:cNvSpPr/>
          <p:nvPr/>
        </p:nvSpPr>
        <p:spPr>
          <a:xfrm>
            <a:off x="411480" y="228600"/>
            <a:ext cx="457200" cy="411480"/>
          </a:xfrm>
          <a:prstGeom prst="heart">
            <a:avLst/>
          </a:prstGeom>
          <a:solidFill>
            <a:srgbClr val="8E5EED"/>
          </a:solidFill>
          <a:ln w="12700">
            <a:solidFill>
              <a:srgbClr val="8E5EED"/>
            </a:solidFill>
            <a:prstDash val="solid"/>
          </a:ln>
        </p:spPr>
      </p:sp>
      <p:sp>
        <p:nvSpPr>
          <p:cNvPr id="16" name="Deco cloud"/>
          <p:cNvSpPr/>
          <p:nvPr/>
        </p:nvSpPr>
        <p:spPr>
          <a:xfrm>
            <a:off x="713232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7" name="Deco friend"/>
          <p:cNvSpPr/>
          <p:nvPr/>
        </p:nvSpPr>
        <p:spPr>
          <a:xfrm>
            <a:off x="6309360" y="182880"/>
            <a:ext cx="548640" cy="548640"/>
          </a:xfrm>
          <a:prstGeom prst="smileyFace">
            <a:avLst/>
          </a:prstGeom>
          <a:solidFill>
            <a:srgbClr val="FFD166"/>
          </a:solidFill>
          <a:ln w="12700">
            <a:solidFill>
              <a:srgbClr val="FFD166"/>
            </a:solidFill>
            <a:prstDash val="solid"/>
          </a:ln>
        </p:spPr>
      </p:sp>
      <p:sp>
        <p:nvSpPr>
          <p:cNvPr id="18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9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20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21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22" name="C1 L1 letter"/>
          <p:cNvSpPr txBox="1"/>
          <p:nvPr/>
        </p:nvSpPr>
        <p:spPr>
          <a:xfrm>
            <a:off x="7269480" y="1942744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</a:t>
            </a:r>
            <a:endParaRPr lang="ar-SA" sz="4700" dirty="0"/>
          </a:p>
        </p:txBody>
      </p:sp>
      <p:sp>
        <p:nvSpPr>
          <p:cNvPr id="23" name="C2 V1 vowel"/>
          <p:cNvSpPr txBox="1"/>
          <p:nvPr/>
        </p:nvSpPr>
        <p:spPr>
          <a:xfrm>
            <a:off x="7269480" y="1942744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ثَ</a:t>
            </a:r>
            <a:endParaRPr lang="ar-SA" sz="4700" dirty="0"/>
          </a:p>
        </p:txBody>
      </p:sp>
      <p:sp>
        <p:nvSpPr>
          <p:cNvPr id="24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61D9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5" name="C4 L2 letter"/>
          <p:cNvSpPr txBox="1"/>
          <p:nvPr/>
        </p:nvSpPr>
        <p:spPr>
          <a:xfrm>
            <a:off x="5486400" y="1794116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س</a:t>
            </a:r>
            <a:endParaRPr lang="ar-SA" sz="4700" dirty="0"/>
          </a:p>
        </p:txBody>
      </p:sp>
      <p:sp>
        <p:nvSpPr>
          <p:cNvPr id="26" name="C5 V2 vowel"/>
          <p:cNvSpPr txBox="1"/>
          <p:nvPr/>
        </p:nvSpPr>
        <p:spPr>
          <a:xfrm>
            <a:off x="5486400" y="1794116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سَ</a:t>
            </a:r>
            <a:endParaRPr lang="ar-SA" sz="4700" dirty="0"/>
          </a:p>
        </p:txBody>
      </p:sp>
      <p:sp>
        <p:nvSpPr>
          <p:cNvPr id="27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61D9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8" name="C7 M3 madd"/>
          <p:cNvSpPr txBox="1"/>
          <p:nvPr/>
        </p:nvSpPr>
        <p:spPr>
          <a:xfrm>
            <a:off x="3703320" y="1911858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ar-SA" altLang="en-US" sz="3800" dirty="0">
                <a:solidFill>
                  <a:srgbClr val="E0313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3800" dirty="0"/>
          </a:p>
        </p:txBody>
      </p:sp>
      <p:sp>
        <p:nvSpPr>
          <p:cNvPr id="29" name="C7 S3 stretch"/>
          <p:cNvSpPr/>
          <p:nvPr/>
        </p:nvSpPr>
        <p:spPr>
          <a:xfrm>
            <a:off x="4073652" y="1568196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0" name="C8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2EB85C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1" name="C9 R result"/>
          <p:cNvSpPr txBox="1"/>
          <p:nvPr/>
        </p:nvSpPr>
        <p:spPr>
          <a:xfrm>
            <a:off x="502920" y="1799082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ثَسَ</a:t>
            </a:r>
            <a:pPr algn="ctr" indent="0" marL="0">
              <a:buNone/>
            </a:pPr>
            <a:r>
              <a:rPr lang="ar-SA" altLang="en-US" sz="7200" baseline="12500" dirty="0">
                <a:solidFill>
                  <a:srgbClr val="E0313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9000" dirty="0"/>
          </a:p>
        </p:txBody>
      </p:sp>
    </p:spTree>
  </p:cSld>
  <p:clrMapOvr>
    <a:masterClrMapping/>
  </p:clrMapOvr>
  <p:transition spd="med">
    <p:push dir="l"/>
    <p:sndAc>
      <p:stSnd>
        <p:snd r:embed="rIdTrSnd" name="bubbles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3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3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  <p:bldP spid="28" grpId="0" animBg="1"/>
      <p:bldP spid="29" grpId="0" animBg="1"/>
      <p:bldP spid="30" grpId="0" animBg="1"/>
      <p:bldP spid="31" grpId="0" animBg="1"/>
    </p:bldLst>
  </p:timing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8">
    <p:bg>
      <p:bgPr>
        <a:solidFill>
          <a:srgbClr val="43411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planet"/>
          <p:cNvSpPr/>
          <p:nvPr/>
        </p:nvSpPr>
        <p:spPr>
          <a:xfrm>
            <a:off x="7680960" y="91440"/>
            <a:ext cx="731520" cy="731520"/>
          </a:xfrm>
          <a:prstGeom prst="ellipse">
            <a:avLst/>
          </a:prstGeom>
          <a:solidFill>
            <a:srgbClr val="9EE052"/>
          </a:solidFill>
          <a:ln w="12700">
            <a:solidFill>
              <a:srgbClr val="9EE052"/>
            </a:solidFill>
            <a:prstDash val="solid"/>
          </a:ln>
        </p:spPr>
      </p:sp>
      <p:sp>
        <p:nvSpPr>
          <p:cNvPr id="3" name="Deco planet ring"/>
          <p:cNvSpPr/>
          <p:nvPr/>
        </p:nvSpPr>
        <p:spPr>
          <a:xfrm>
            <a:off x="7452360" y="384048"/>
            <a:ext cx="1188720" cy="164592"/>
          </a:xfrm>
          <a:prstGeom prst="ellipse">
            <a:avLst/>
          </a:prstGeom>
          <a:solidFill>
            <a:srgbClr val="FFFFFF">
              <a:alpha val="0"/>
            </a:srgbClr>
          </a:solidFill>
          <a:ln w="25400">
            <a:solidFill>
              <a:srgbClr val="90F28C"/>
            </a:solidFill>
            <a:prstDash val="solid"/>
          </a:ln>
        </p:spPr>
      </p:sp>
      <p:sp>
        <p:nvSpPr>
          <p:cNvPr id="4" name="Deco small planet"/>
          <p:cNvSpPr/>
          <p:nvPr/>
        </p:nvSpPr>
        <p:spPr>
          <a:xfrm>
            <a:off x="274320" y="182880"/>
            <a:ext cx="502920" cy="502920"/>
          </a:xfrm>
          <a:prstGeom prst="ellipse">
            <a:avLst/>
          </a:prstGeom>
          <a:solidFill>
            <a:srgbClr val="7074DB"/>
          </a:solidFill>
          <a:ln w="12700">
            <a:solidFill>
              <a:srgbClr val="7074DB"/>
            </a:solidFill>
            <a:prstDash val="solid"/>
          </a:ln>
        </p:spPr>
      </p:sp>
      <p:sp>
        <p:nvSpPr>
          <p:cNvPr id="5" name="Deco star 0"/>
          <p:cNvSpPr/>
          <p:nvPr/>
        </p:nvSpPr>
        <p:spPr>
          <a:xfrm>
            <a:off x="1371600" y="27432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6" name="Deco star 1"/>
          <p:cNvSpPr/>
          <p:nvPr/>
        </p:nvSpPr>
        <p:spPr>
          <a:xfrm>
            <a:off x="2468880" y="91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7" name="Deco star 2"/>
          <p:cNvSpPr/>
          <p:nvPr/>
        </p:nvSpPr>
        <p:spPr>
          <a:xfrm>
            <a:off x="3840480" y="50292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8" name="Deco star 3"/>
          <p:cNvSpPr/>
          <p:nvPr/>
        </p:nvSpPr>
        <p:spPr>
          <a:xfrm>
            <a:off x="5120640" y="137160"/>
            <a:ext cx="256032" cy="256032"/>
          </a:xfrm>
          <a:prstGeom prst="star4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9" name="Deco star 4"/>
          <p:cNvSpPr/>
          <p:nvPr/>
        </p:nvSpPr>
        <p:spPr>
          <a:xfrm>
            <a:off x="6583680" y="4572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Deco star 5"/>
          <p:cNvSpPr/>
          <p:nvPr/>
        </p:nvSpPr>
        <p:spPr>
          <a:xfrm>
            <a:off x="1097280" y="457200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1" name="Deco star 6"/>
          <p:cNvSpPr/>
          <p:nvPr/>
        </p:nvSpPr>
        <p:spPr>
          <a:xfrm>
            <a:off x="2743200" y="475488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12" name="Deco star 7"/>
          <p:cNvSpPr/>
          <p:nvPr/>
        </p:nvSpPr>
        <p:spPr>
          <a:xfrm>
            <a:off x="6217920" y="4663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3" name="Deco star 8"/>
          <p:cNvSpPr/>
          <p:nvPr/>
        </p:nvSpPr>
        <p:spPr>
          <a:xfrm>
            <a:off x="8138160" y="45720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4" name="Deco moon surface"/>
          <p:cNvSpPr/>
          <p:nvPr/>
        </p:nvSpPr>
        <p:spPr>
          <a:xfrm>
            <a:off x="3200400" y="4709160"/>
            <a:ext cx="2743200" cy="1097280"/>
          </a:xfrm>
          <a:prstGeom prst="ellipse">
            <a:avLst/>
          </a:prstGeom>
          <a:solidFill>
            <a:srgbClr val="854773"/>
          </a:solidFill>
          <a:ln w="12700">
            <a:solidFill>
              <a:srgbClr val="854773"/>
            </a:solidFill>
            <a:prstDash val="solid"/>
          </a:ln>
        </p:spPr>
      </p:sp>
      <p:sp>
        <p:nvSpPr>
          <p:cNvPr id="15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6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7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18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9" name="C1 L1 letter"/>
          <p:cNvSpPr txBox="1"/>
          <p:nvPr/>
        </p:nvSpPr>
        <p:spPr>
          <a:xfrm>
            <a:off x="7269480" y="1774419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</a:t>
            </a:r>
            <a:endParaRPr lang="ar-SA" sz="4700" dirty="0"/>
          </a:p>
        </p:txBody>
      </p:sp>
      <p:sp>
        <p:nvSpPr>
          <p:cNvPr id="20" name="C2 V1 vowel"/>
          <p:cNvSpPr txBox="1"/>
          <p:nvPr/>
        </p:nvSpPr>
        <p:spPr>
          <a:xfrm>
            <a:off x="7269480" y="1774419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جَ</a:t>
            </a:r>
            <a:endParaRPr lang="ar-SA" sz="4700" dirty="0"/>
          </a:p>
        </p:txBody>
      </p:sp>
      <p:sp>
        <p:nvSpPr>
          <p:cNvPr id="21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262D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2" name="C4 L2 letter"/>
          <p:cNvSpPr txBox="1"/>
          <p:nvPr/>
        </p:nvSpPr>
        <p:spPr>
          <a:xfrm>
            <a:off x="5486400" y="1794116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س</a:t>
            </a:r>
            <a:endParaRPr lang="ar-SA" sz="4700" dirty="0"/>
          </a:p>
        </p:txBody>
      </p:sp>
      <p:sp>
        <p:nvSpPr>
          <p:cNvPr id="23" name="C5 V2 vowel"/>
          <p:cNvSpPr txBox="1"/>
          <p:nvPr/>
        </p:nvSpPr>
        <p:spPr>
          <a:xfrm>
            <a:off x="5486400" y="1794116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سَ</a:t>
            </a:r>
            <a:endParaRPr lang="ar-SA" sz="4700" dirty="0"/>
          </a:p>
        </p:txBody>
      </p:sp>
      <p:sp>
        <p:nvSpPr>
          <p:cNvPr id="24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262D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5" name="C7 M3 madd"/>
          <p:cNvSpPr txBox="1"/>
          <p:nvPr/>
        </p:nvSpPr>
        <p:spPr>
          <a:xfrm>
            <a:off x="3703320" y="1911858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ar-SA" altLang="en-US" sz="3800" dirty="0">
                <a:solidFill>
                  <a:srgbClr val="E0313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3800" dirty="0"/>
          </a:p>
        </p:txBody>
      </p:sp>
      <p:sp>
        <p:nvSpPr>
          <p:cNvPr id="26" name="C7 S3 stretch"/>
          <p:cNvSpPr/>
          <p:nvPr/>
        </p:nvSpPr>
        <p:spPr>
          <a:xfrm>
            <a:off x="4073652" y="1568196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7" name="C8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842E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8" name="C9 R result"/>
          <p:cNvSpPr txBox="1"/>
          <p:nvPr/>
        </p:nvSpPr>
        <p:spPr>
          <a:xfrm>
            <a:off x="502920" y="1572768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جَسَ</a:t>
            </a:r>
            <a:pPr algn="ctr" indent="0" marL="0">
              <a:buNone/>
            </a:pPr>
            <a:r>
              <a:rPr lang="ar-SA" altLang="en-US" sz="7200" baseline="12500" dirty="0">
                <a:solidFill>
                  <a:srgbClr val="E0313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9000" dirty="0"/>
          </a:p>
        </p:txBody>
      </p:sp>
    </p:spTree>
  </p:cSld>
  <p:clrMapOvr>
    <a:masterClrMapping/>
  </p:clrMapOvr>
  <p:transition spd="med">
    <p:split orient="vert" dir="out"/>
    <p:sndAc>
      <p:stSnd>
        <p:snd r:embed="rIdTrSnd" name="sparkl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  <p:bldP spid="28" grpId="0" animBg="1"/>
    </p:bldLst>
  </p:timing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9">
    <p:bg>
      <p:bgPr>
        <a:solidFill>
          <a:srgbClr val="C5EA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sun low"/>
          <p:cNvSpPr/>
          <p:nvPr/>
        </p:nvSpPr>
        <p:spPr>
          <a:xfrm>
            <a:off x="3566160" y="4343400"/>
            <a:ext cx="2011680" cy="2011680"/>
          </a:xfrm>
          <a:prstGeom prst="ellipse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3" name="Deco dune left"/>
          <p:cNvSpPr/>
          <p:nvPr/>
        </p:nvSpPr>
        <p:spPr>
          <a:xfrm>
            <a:off x="-1097280" y="4572000"/>
            <a:ext cx="4572000" cy="1280160"/>
          </a:xfrm>
          <a:prstGeom prst="ellipse">
            <a:avLst/>
          </a:prstGeom>
          <a:solidFill>
            <a:srgbClr val="648AD8"/>
          </a:solidFill>
          <a:ln w="12700">
            <a:solidFill>
              <a:srgbClr val="648AD8"/>
            </a:solidFill>
            <a:prstDash val="solid"/>
          </a:ln>
        </p:spPr>
      </p:sp>
      <p:sp>
        <p:nvSpPr>
          <p:cNvPr id="4" name="Deco dune right"/>
          <p:cNvSpPr/>
          <p:nvPr/>
        </p:nvSpPr>
        <p:spPr>
          <a:xfrm>
            <a:off x="5303520" y="4617720"/>
            <a:ext cx="5120640" cy="1280160"/>
          </a:xfrm>
          <a:prstGeom prst="ellipse">
            <a:avLst/>
          </a:prstGeom>
          <a:solidFill>
            <a:srgbClr val="478CD1"/>
          </a:solidFill>
          <a:ln w="12700">
            <a:solidFill>
              <a:srgbClr val="478CD1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320040" y="137160"/>
            <a:ext cx="1371600" cy="5943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right"/>
          <p:cNvSpPr/>
          <p:nvPr/>
        </p:nvSpPr>
        <p:spPr>
          <a:xfrm>
            <a:off x="7223760" y="182880"/>
            <a:ext cx="1280160" cy="548640"/>
          </a:xfrm>
          <a:prstGeom prst="cloud">
            <a:avLst/>
          </a:prstGeom>
          <a:solidFill>
            <a:srgbClr val="FFF3E8"/>
          </a:solidFill>
          <a:ln w="12700">
            <a:solidFill>
              <a:srgbClr val="FFF3E8"/>
            </a:solidFill>
            <a:prstDash val="solid"/>
          </a:ln>
        </p:spPr>
      </p:sp>
      <p:sp>
        <p:nvSpPr>
          <p:cNvPr id="7" name="Deco bird 0"/>
          <p:cNvSpPr/>
          <p:nvPr/>
        </p:nvSpPr>
        <p:spPr>
          <a:xfrm rot="5400000">
            <a:off x="2926080" y="32004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8" name="Deco bird 1"/>
          <p:cNvSpPr/>
          <p:nvPr/>
        </p:nvSpPr>
        <p:spPr>
          <a:xfrm rot="5400000">
            <a:off x="3291840" y="22860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9" name="Deco bird 2"/>
          <p:cNvSpPr/>
          <p:nvPr/>
        </p:nvSpPr>
        <p:spPr>
          <a:xfrm rot="5400000">
            <a:off x="5394960" y="36576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10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1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2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13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4" name="C1 L1 letter"/>
          <p:cNvSpPr txBox="1"/>
          <p:nvPr/>
        </p:nvSpPr>
        <p:spPr>
          <a:xfrm>
            <a:off x="7269480" y="1774419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</a:t>
            </a:r>
            <a:endParaRPr lang="ar-SA" sz="4700" dirty="0"/>
          </a:p>
        </p:txBody>
      </p:sp>
      <p:sp>
        <p:nvSpPr>
          <p:cNvPr id="15" name="C2 V1 vowel"/>
          <p:cNvSpPr txBox="1"/>
          <p:nvPr/>
        </p:nvSpPr>
        <p:spPr>
          <a:xfrm>
            <a:off x="7269480" y="1774419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حَ</a:t>
            </a:r>
            <a:endParaRPr lang="ar-SA" sz="4700" dirty="0"/>
          </a:p>
        </p:txBody>
      </p:sp>
      <p:sp>
        <p:nvSpPr>
          <p:cNvPr id="16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D954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7" name="C4 L2 letter"/>
          <p:cNvSpPr txBox="1"/>
          <p:nvPr/>
        </p:nvSpPr>
        <p:spPr>
          <a:xfrm>
            <a:off x="5486400" y="1794116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س</a:t>
            </a:r>
            <a:endParaRPr lang="ar-SA" sz="4700" dirty="0"/>
          </a:p>
        </p:txBody>
      </p:sp>
      <p:sp>
        <p:nvSpPr>
          <p:cNvPr id="18" name="C5 V2 vowel"/>
          <p:cNvSpPr txBox="1"/>
          <p:nvPr/>
        </p:nvSpPr>
        <p:spPr>
          <a:xfrm>
            <a:off x="5486400" y="1794116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سَ</a:t>
            </a:r>
            <a:endParaRPr lang="ar-SA" sz="4700" dirty="0"/>
          </a:p>
        </p:txBody>
      </p:sp>
      <p:sp>
        <p:nvSpPr>
          <p:cNvPr id="19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D954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0" name="C7 M3 madd"/>
          <p:cNvSpPr txBox="1"/>
          <p:nvPr/>
        </p:nvSpPr>
        <p:spPr>
          <a:xfrm>
            <a:off x="3703320" y="1911858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ar-SA" altLang="en-US" sz="3800" dirty="0">
                <a:solidFill>
                  <a:srgbClr val="E0313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3800" dirty="0"/>
          </a:p>
        </p:txBody>
      </p:sp>
      <p:sp>
        <p:nvSpPr>
          <p:cNvPr id="21" name="C7 S3 stretch"/>
          <p:cNvSpPr/>
          <p:nvPr/>
        </p:nvSpPr>
        <p:spPr>
          <a:xfrm>
            <a:off x="4073652" y="1568196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2" name="C8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B8AD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3" name="C9 R result"/>
          <p:cNvSpPr txBox="1"/>
          <p:nvPr/>
        </p:nvSpPr>
        <p:spPr>
          <a:xfrm>
            <a:off x="502920" y="1668780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حَسَ</a:t>
            </a:r>
            <a:pPr algn="ctr" indent="0" marL="0">
              <a:buNone/>
            </a:pPr>
            <a:r>
              <a:rPr lang="ar-SA" altLang="en-US" sz="7200" baseline="12500" dirty="0">
                <a:solidFill>
                  <a:srgbClr val="E0313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9000" dirty="0"/>
          </a:p>
        </p:txBody>
      </p:sp>
    </p:spTree>
  </p:cSld>
  <p:clrMapOvr>
    <a:masterClrMapping/>
  </p:clrMapOvr>
  <p:transition spd="med">
    <p:pull dir="l"/>
    <p:sndAc>
      <p:stSnd>
        <p:snd r:embed="rIdTrSnd" name="marimba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4" grpId="0" animBg="1"/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</p:bldLst>
  </p:timing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0">
    <p:bg>
      <p:bgPr>
        <a:solidFill>
          <a:srgbClr val="F7C5D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434840"/>
            <a:ext cx="4754880" cy="1463040"/>
          </a:xfrm>
          <a:prstGeom prst="ellipse">
            <a:avLst/>
          </a:prstGeom>
          <a:solidFill>
            <a:srgbClr val="AACC66"/>
          </a:solidFill>
          <a:ln w="12700">
            <a:solidFill>
              <a:srgbClr val="AACC66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023360" y="4526280"/>
            <a:ext cx="5852160" cy="1463040"/>
          </a:xfrm>
          <a:prstGeom prst="ellipse">
            <a:avLst/>
          </a:prstGeom>
          <a:solidFill>
            <a:srgbClr val="6ABF40"/>
          </a:solidFill>
          <a:ln w="12700">
            <a:solidFill>
              <a:srgbClr val="6ABF40"/>
            </a:solidFill>
            <a:prstDash val="solid"/>
          </a:ln>
        </p:spPr>
      </p:sp>
      <p:sp>
        <p:nvSpPr>
          <p:cNvPr id="4" name="Deco sun"/>
          <p:cNvSpPr/>
          <p:nvPr/>
        </p:nvSpPr>
        <p:spPr>
          <a:xfrm>
            <a:off x="274320" y="91440"/>
            <a:ext cx="731520" cy="73152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85800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863840" y="457200"/>
            <a:ext cx="822960" cy="365760"/>
          </a:xfrm>
          <a:prstGeom prst="cloud">
            <a:avLst/>
          </a:prstGeom>
          <a:solidFill>
            <a:srgbClr val="F4FAFF"/>
          </a:solidFill>
          <a:ln w="12700">
            <a:solidFill>
              <a:srgbClr val="F4FAFF"/>
            </a:solidFill>
            <a:prstDash val="solid"/>
          </a:ln>
        </p:spPr>
      </p:sp>
      <p:sp>
        <p:nvSpPr>
          <p:cNvPr id="7" name="Deco flower 0"/>
          <p:cNvSpPr/>
          <p:nvPr/>
        </p:nvSpPr>
        <p:spPr>
          <a:xfrm>
            <a:off x="128016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8" name="Deco flower 1"/>
          <p:cNvSpPr/>
          <p:nvPr/>
        </p:nvSpPr>
        <p:spPr>
          <a:xfrm>
            <a:off x="1828800" y="4526280"/>
            <a:ext cx="292608" cy="292608"/>
          </a:xfrm>
          <a:prstGeom prst="star5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9" name="Deco flower 2"/>
          <p:cNvSpPr/>
          <p:nvPr/>
        </p:nvSpPr>
        <p:spPr>
          <a:xfrm>
            <a:off x="7315200" y="4526280"/>
            <a:ext cx="292608" cy="292608"/>
          </a:xfrm>
          <a:prstGeom prst="star5">
            <a:avLst/>
          </a:prstGeom>
          <a:solidFill>
            <a:srgbClr val="8E5BD0"/>
          </a:solidFill>
          <a:ln w="12700">
            <a:solidFill>
              <a:srgbClr val="8E5BD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795528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11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2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3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C1 L1 letter"/>
          <p:cNvSpPr txBox="1"/>
          <p:nvPr/>
        </p:nvSpPr>
        <p:spPr>
          <a:xfrm>
            <a:off x="7269480" y="1837373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</a:t>
            </a:r>
            <a:endParaRPr lang="ar-SA" sz="4500" dirty="0"/>
          </a:p>
        </p:txBody>
      </p:sp>
      <p:sp>
        <p:nvSpPr>
          <p:cNvPr id="16" name="C2 V1 vowel"/>
          <p:cNvSpPr txBox="1"/>
          <p:nvPr/>
        </p:nvSpPr>
        <p:spPr>
          <a:xfrm>
            <a:off x="7269480" y="1837373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خَ</a:t>
            </a:r>
            <a:endParaRPr lang="ar-SA" sz="4500" dirty="0"/>
          </a:p>
        </p:txBody>
      </p:sp>
      <p:sp>
        <p:nvSpPr>
          <p:cNvPr id="17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26D98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8" name="C4 L2 letter"/>
          <p:cNvSpPr txBox="1"/>
          <p:nvPr/>
        </p:nvSpPr>
        <p:spPr>
          <a:xfrm>
            <a:off x="5486400" y="1798511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س</a:t>
            </a:r>
            <a:endParaRPr lang="ar-SA" sz="4500" dirty="0"/>
          </a:p>
        </p:txBody>
      </p:sp>
      <p:sp>
        <p:nvSpPr>
          <p:cNvPr id="19" name="C5 V2 vowel"/>
          <p:cNvSpPr txBox="1"/>
          <p:nvPr/>
        </p:nvSpPr>
        <p:spPr>
          <a:xfrm>
            <a:off x="5486400" y="1798511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سَ</a:t>
            </a:r>
            <a:endParaRPr lang="ar-SA" sz="4500" dirty="0"/>
          </a:p>
        </p:txBody>
      </p:sp>
      <p:sp>
        <p:nvSpPr>
          <p:cNvPr id="20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26D98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1" name="C7 M3 madd"/>
          <p:cNvSpPr txBox="1"/>
          <p:nvPr/>
        </p:nvSpPr>
        <p:spPr>
          <a:xfrm>
            <a:off x="3703320" y="1911096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ar-SA" altLang="en-US" sz="3600" dirty="0">
                <a:solidFill>
                  <a:srgbClr val="E0313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3600" dirty="0"/>
          </a:p>
        </p:txBody>
      </p:sp>
      <p:sp>
        <p:nvSpPr>
          <p:cNvPr id="22" name="C7 S3 stretch"/>
          <p:cNvSpPr/>
          <p:nvPr/>
        </p:nvSpPr>
        <p:spPr>
          <a:xfrm>
            <a:off x="4073652" y="1568196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3" name="C8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2E9A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4" name="C9 R result"/>
          <p:cNvSpPr txBox="1"/>
          <p:nvPr/>
        </p:nvSpPr>
        <p:spPr>
          <a:xfrm>
            <a:off x="502920" y="1706499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خَسَ</a:t>
            </a:r>
            <a:pPr algn="ctr" indent="0" marL="0">
              <a:buNone/>
            </a:pPr>
            <a:r>
              <a:rPr lang="ar-SA" altLang="en-US" sz="7200" baseline="12500" dirty="0">
                <a:solidFill>
                  <a:srgbClr val="E0313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9000" dirty="0"/>
          </a:p>
        </p:txBody>
      </p:sp>
    </p:spTree>
  </p:cSld>
  <p:clrMapOvr>
    <a:masterClrMapping/>
  </p:clrMapOvr>
  <p:transition spd="med">
    <p:fade/>
    <p:sndAc>
      <p:stSnd>
        <p:snd r:embed="rIdTrSnd" name="harp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</p:bldLst>
  </p:timing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1">
    <p:bg>
      <p:bgPr>
        <a:solidFill>
          <a:srgbClr val="1B431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moon"/>
          <p:cNvSpPr/>
          <p:nvPr/>
        </p:nvSpPr>
        <p:spPr>
          <a:xfrm>
            <a:off x="365760" y="91440"/>
            <a:ext cx="502920" cy="731520"/>
          </a:xfrm>
          <a:prstGeom prst="moon">
            <a:avLst/>
          </a:prstGeom>
          <a:solidFill>
            <a:srgbClr val="FFE88A"/>
          </a:solidFill>
          <a:ln w="12700">
            <a:solidFill>
              <a:srgbClr val="FFE88A"/>
            </a:solidFill>
            <a:prstDash val="solid"/>
          </a:ln>
        </p:spPr>
      </p:sp>
      <p:sp>
        <p:nvSpPr>
          <p:cNvPr id="3" name="Deco star 0"/>
          <p:cNvSpPr/>
          <p:nvPr/>
        </p:nvSpPr>
        <p:spPr>
          <a:xfrm>
            <a:off x="1280160" y="18288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4" name="Deco star 1"/>
          <p:cNvSpPr/>
          <p:nvPr/>
        </p:nvSpPr>
        <p:spPr>
          <a:xfrm>
            <a:off x="2194560" y="50292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5" name="Deco star 2"/>
          <p:cNvSpPr/>
          <p:nvPr/>
        </p:nvSpPr>
        <p:spPr>
          <a:xfrm>
            <a:off x="3291840" y="137160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6" name="Deco star 3"/>
          <p:cNvSpPr/>
          <p:nvPr/>
        </p:nvSpPr>
        <p:spPr>
          <a:xfrm>
            <a:off x="5760720" y="457200"/>
            <a:ext cx="365760" cy="36576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7" name="Deco star 4"/>
          <p:cNvSpPr/>
          <p:nvPr/>
        </p:nvSpPr>
        <p:spPr>
          <a:xfrm>
            <a:off x="6766560" y="109728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8" name="Deco star 5"/>
          <p:cNvSpPr/>
          <p:nvPr/>
        </p:nvSpPr>
        <p:spPr>
          <a:xfrm>
            <a:off x="7772400" y="41148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9" name="Deco star 6"/>
          <p:cNvSpPr/>
          <p:nvPr/>
        </p:nvSpPr>
        <p:spPr>
          <a:xfrm>
            <a:off x="8503920" y="13716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10" name="Deco hill left"/>
          <p:cNvSpPr/>
          <p:nvPr/>
        </p:nvSpPr>
        <p:spPr>
          <a:xfrm>
            <a:off x="-914400" y="4480560"/>
            <a:ext cx="4937760" cy="1463040"/>
          </a:xfrm>
          <a:prstGeom prst="ellipse">
            <a:avLst/>
          </a:prstGeom>
          <a:solidFill>
            <a:srgbClr val="2B643E"/>
          </a:solidFill>
          <a:ln w="12700">
            <a:solidFill>
              <a:srgbClr val="2B643E"/>
            </a:solidFill>
            <a:prstDash val="solid"/>
          </a:ln>
        </p:spPr>
      </p:sp>
      <p:sp>
        <p:nvSpPr>
          <p:cNvPr id="11" name="Deco hill right"/>
          <p:cNvSpPr/>
          <p:nvPr/>
        </p:nvSpPr>
        <p:spPr>
          <a:xfrm>
            <a:off x="4206240" y="4572000"/>
            <a:ext cx="5669280" cy="1463040"/>
          </a:xfrm>
          <a:prstGeom prst="ellipse">
            <a:avLst/>
          </a:prstGeom>
          <a:solidFill>
            <a:srgbClr val="34796E"/>
          </a:solidFill>
          <a:ln w="12700">
            <a:solidFill>
              <a:srgbClr val="34796E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4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15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6" name="C1 L1 letter"/>
          <p:cNvSpPr txBox="1"/>
          <p:nvPr/>
        </p:nvSpPr>
        <p:spPr>
          <a:xfrm>
            <a:off x="7269480" y="1900066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د</a:t>
            </a:r>
            <a:endParaRPr lang="ar-SA" sz="4700" dirty="0"/>
          </a:p>
        </p:txBody>
      </p:sp>
      <p:sp>
        <p:nvSpPr>
          <p:cNvPr id="17" name="C2 V1 vowel"/>
          <p:cNvSpPr txBox="1"/>
          <p:nvPr/>
        </p:nvSpPr>
        <p:spPr>
          <a:xfrm>
            <a:off x="7269480" y="1900066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دَ</a:t>
            </a:r>
            <a:endParaRPr lang="ar-SA" sz="4700" dirty="0"/>
          </a:p>
        </p:txBody>
      </p:sp>
      <p:sp>
        <p:nvSpPr>
          <p:cNvPr id="18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BC26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9" name="C4 L2 letter"/>
          <p:cNvSpPr txBox="1"/>
          <p:nvPr/>
        </p:nvSpPr>
        <p:spPr>
          <a:xfrm>
            <a:off x="5486400" y="1794116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س</a:t>
            </a:r>
            <a:endParaRPr lang="ar-SA" sz="4700" dirty="0"/>
          </a:p>
        </p:txBody>
      </p:sp>
      <p:sp>
        <p:nvSpPr>
          <p:cNvPr id="20" name="C5 V2 vowel"/>
          <p:cNvSpPr txBox="1"/>
          <p:nvPr/>
        </p:nvSpPr>
        <p:spPr>
          <a:xfrm>
            <a:off x="5486400" y="1794116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سَ</a:t>
            </a:r>
            <a:endParaRPr lang="ar-SA" sz="4700" dirty="0"/>
          </a:p>
        </p:txBody>
      </p:sp>
      <p:sp>
        <p:nvSpPr>
          <p:cNvPr id="21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BC26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2" name="C7 M3 madd"/>
          <p:cNvSpPr txBox="1"/>
          <p:nvPr/>
        </p:nvSpPr>
        <p:spPr>
          <a:xfrm>
            <a:off x="3703320" y="1911858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ar-SA" altLang="en-US" sz="3800" dirty="0">
                <a:solidFill>
                  <a:srgbClr val="E0313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3800" dirty="0"/>
          </a:p>
        </p:txBody>
      </p:sp>
      <p:sp>
        <p:nvSpPr>
          <p:cNvPr id="23" name="C7 S3 stretch"/>
          <p:cNvSpPr/>
          <p:nvPr/>
        </p:nvSpPr>
        <p:spPr>
          <a:xfrm>
            <a:off x="4073652" y="1568196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4" name="C8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B82E72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5" name="C9 R result"/>
          <p:cNvSpPr txBox="1"/>
          <p:nvPr/>
        </p:nvSpPr>
        <p:spPr>
          <a:xfrm>
            <a:off x="502920" y="1668780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دَسَ</a:t>
            </a:r>
            <a:pPr algn="ctr" indent="0" marL="0">
              <a:buNone/>
            </a:pPr>
            <a:r>
              <a:rPr lang="ar-SA" altLang="en-US" sz="7200" baseline="12500" dirty="0">
                <a:solidFill>
                  <a:srgbClr val="E0313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9000" dirty="0"/>
          </a:p>
        </p:txBody>
      </p:sp>
    </p:spTree>
  </p:cSld>
  <p:clrMapOvr>
    <a:masterClrMapping/>
  </p:clrMapOvr>
  <p:transition spd="med">
    <p:cover dir="l"/>
    <p:sndAc>
      <p:stSnd>
        <p:snd r:embed="rIdTrSnd" name="chim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  <p:bldP spid="25" grpId="0" animBg="1"/>
    </p:bldLst>
  </p:timing>
</p:sld>
</file>

<file path=ppt/slides/slide3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2">
    <p:bg>
      <p:bgPr>
        <a:solidFill>
          <a:srgbClr val="CBC5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wave back"/>
          <p:cNvSpPr/>
          <p:nvPr/>
        </p:nvSpPr>
        <p:spPr>
          <a:xfrm>
            <a:off x="-182880" y="4389120"/>
            <a:ext cx="9509760" cy="548640"/>
          </a:xfrm>
          <a:prstGeom prst="wave">
            <a:avLst/>
          </a:prstGeom>
          <a:solidFill>
            <a:srgbClr val="ADD65C"/>
          </a:solidFill>
          <a:ln w="12700">
            <a:solidFill>
              <a:srgbClr val="ADD65C"/>
            </a:solidFill>
            <a:prstDash val="solid"/>
          </a:ln>
        </p:spPr>
      </p:sp>
      <p:sp>
        <p:nvSpPr>
          <p:cNvPr id="3" name="Deco sea floor"/>
          <p:cNvSpPr/>
          <p:nvPr/>
        </p:nvSpPr>
        <p:spPr>
          <a:xfrm>
            <a:off x="0" y="4709160"/>
            <a:ext cx="9144000" cy="457200"/>
          </a:xfrm>
          <a:prstGeom prst="rect">
            <a:avLst/>
          </a:prstGeom>
          <a:solidFill>
            <a:srgbClr val="8CCC33"/>
          </a:solidFill>
          <a:ln w="12700">
            <a:solidFill>
              <a:srgbClr val="8CCC33"/>
            </a:solidFill>
            <a:prstDash val="solid"/>
          </a:ln>
        </p:spPr>
      </p:sp>
      <p:sp>
        <p:nvSpPr>
          <p:cNvPr id="4" name="Deco bubble 0"/>
          <p:cNvSpPr/>
          <p:nvPr/>
        </p:nvSpPr>
        <p:spPr>
          <a:xfrm>
            <a:off x="365760" y="182880"/>
            <a:ext cx="411480" cy="4114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5" name="Deco bubble 1"/>
          <p:cNvSpPr/>
          <p:nvPr/>
        </p:nvSpPr>
        <p:spPr>
          <a:xfrm>
            <a:off x="914400" y="502920"/>
            <a:ext cx="256032" cy="256032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6" name="Deco bubble 2"/>
          <p:cNvSpPr/>
          <p:nvPr/>
        </p:nvSpPr>
        <p:spPr>
          <a:xfrm>
            <a:off x="8138160" y="137160"/>
            <a:ext cx="457200" cy="4572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7" name="Deco bubble 3"/>
          <p:cNvSpPr/>
          <p:nvPr/>
        </p:nvSpPr>
        <p:spPr>
          <a:xfrm>
            <a:off x="7680960" y="548640"/>
            <a:ext cx="228600" cy="2286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8" name="Deco bubble 4"/>
          <p:cNvSpPr/>
          <p:nvPr/>
        </p:nvSpPr>
        <p:spPr>
          <a:xfrm>
            <a:off x="8686800" y="566928"/>
            <a:ext cx="182880" cy="1828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9" name="Deco sun"/>
          <p:cNvSpPr/>
          <p:nvPr/>
        </p:nvSpPr>
        <p:spPr>
          <a:xfrm>
            <a:off x="4206240" y="109728"/>
            <a:ext cx="685800" cy="68580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0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1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2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13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4" name="C1 L1 letter"/>
          <p:cNvSpPr txBox="1"/>
          <p:nvPr/>
        </p:nvSpPr>
        <p:spPr>
          <a:xfrm>
            <a:off x="7269480" y="1960353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ذ</a:t>
            </a:r>
            <a:endParaRPr lang="ar-SA" sz="4700" dirty="0"/>
          </a:p>
        </p:txBody>
      </p:sp>
      <p:sp>
        <p:nvSpPr>
          <p:cNvPr id="15" name="C2 V1 vowel"/>
          <p:cNvSpPr txBox="1"/>
          <p:nvPr/>
        </p:nvSpPr>
        <p:spPr>
          <a:xfrm>
            <a:off x="7269480" y="1960353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ذَ</a:t>
            </a:r>
            <a:endParaRPr lang="ar-SA" sz="4700" dirty="0"/>
          </a:p>
        </p:txBody>
      </p:sp>
      <p:sp>
        <p:nvSpPr>
          <p:cNvPr id="16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C2D9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7" name="C4 L2 letter"/>
          <p:cNvSpPr txBox="1"/>
          <p:nvPr/>
        </p:nvSpPr>
        <p:spPr>
          <a:xfrm>
            <a:off x="5486400" y="1794116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س</a:t>
            </a:r>
            <a:endParaRPr lang="ar-SA" sz="4700" dirty="0"/>
          </a:p>
        </p:txBody>
      </p:sp>
      <p:sp>
        <p:nvSpPr>
          <p:cNvPr id="18" name="C5 V2 vowel"/>
          <p:cNvSpPr txBox="1"/>
          <p:nvPr/>
        </p:nvSpPr>
        <p:spPr>
          <a:xfrm>
            <a:off x="5486400" y="1794116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سَ</a:t>
            </a:r>
            <a:endParaRPr lang="ar-SA" sz="4700" dirty="0"/>
          </a:p>
        </p:txBody>
      </p:sp>
      <p:sp>
        <p:nvSpPr>
          <p:cNvPr id="19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C2D9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0" name="C7 M3 madd"/>
          <p:cNvSpPr txBox="1"/>
          <p:nvPr/>
        </p:nvSpPr>
        <p:spPr>
          <a:xfrm>
            <a:off x="3703320" y="1911858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ar-SA" altLang="en-US" sz="3800" dirty="0">
                <a:solidFill>
                  <a:srgbClr val="E0313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3800" dirty="0"/>
          </a:p>
        </p:txBody>
      </p:sp>
      <p:sp>
        <p:nvSpPr>
          <p:cNvPr id="21" name="C7 S3 stretch"/>
          <p:cNvSpPr/>
          <p:nvPr/>
        </p:nvSpPr>
        <p:spPr>
          <a:xfrm>
            <a:off x="4073652" y="1568196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2" name="C8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4AB8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3" name="C9 R result"/>
          <p:cNvSpPr txBox="1"/>
          <p:nvPr/>
        </p:nvSpPr>
        <p:spPr>
          <a:xfrm>
            <a:off x="502920" y="1766507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ذَسَ</a:t>
            </a:r>
            <a:pPr algn="ctr" indent="0" marL="0">
              <a:buNone/>
            </a:pPr>
            <a:r>
              <a:rPr lang="ar-SA" altLang="en-US" sz="7200" baseline="12500" dirty="0">
                <a:solidFill>
                  <a:srgbClr val="E0313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9000" dirty="0"/>
          </a:p>
        </p:txBody>
      </p:sp>
    </p:spTree>
  </p:cSld>
  <p:clrMapOvr>
    <a:masterClrMapping/>
  </p:clrMapOvr>
  <p:transition spd="med">
    <p:zoom/>
    <p:sndAc>
      <p:stSnd>
        <p:snd r:embed="rIdTrSnd" name="whoosh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4" grpId="0" animBg="1"/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</p:bldLst>
  </p:timing>
</p:sld>
</file>

<file path=ppt/slides/slide3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3">
    <p:bg>
      <p:bgPr>
        <a:solidFill>
          <a:srgbClr val="F7DAC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grass"/>
          <p:cNvSpPr/>
          <p:nvPr/>
        </p:nvSpPr>
        <p:spPr>
          <a:xfrm>
            <a:off x="0" y="4617720"/>
            <a:ext cx="9144000" cy="548640"/>
          </a:xfrm>
          <a:prstGeom prst="rect">
            <a:avLst/>
          </a:prstGeom>
          <a:solidFill>
            <a:srgbClr val="66C653"/>
          </a:solidFill>
          <a:ln w="12700">
            <a:solidFill>
              <a:srgbClr val="66C653"/>
            </a:solidFill>
            <a:prstDash val="solid"/>
          </a:ln>
        </p:spPr>
      </p:sp>
      <p:sp>
        <p:nvSpPr>
          <p:cNvPr id="3" name="Deco stem 0"/>
          <p:cNvSpPr/>
          <p:nvPr/>
        </p:nvSpPr>
        <p:spPr>
          <a:xfrm>
            <a:off x="57607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4" name="Deco flower 0"/>
          <p:cNvSpPr/>
          <p:nvPr/>
        </p:nvSpPr>
        <p:spPr>
          <a:xfrm>
            <a:off x="457200" y="4370832"/>
            <a:ext cx="274320" cy="274320"/>
          </a:xfrm>
          <a:prstGeom prst="flowChartConnector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5" name="Deco stem 1"/>
          <p:cNvSpPr/>
          <p:nvPr/>
        </p:nvSpPr>
        <p:spPr>
          <a:xfrm>
            <a:off x="13990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6" name="Deco flower 1"/>
          <p:cNvSpPr/>
          <p:nvPr/>
        </p:nvSpPr>
        <p:spPr>
          <a:xfrm>
            <a:off x="1280160" y="4370832"/>
            <a:ext cx="274320" cy="274320"/>
          </a:xfrm>
          <a:prstGeom prst="flowChartConnector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7" name="Deco stem 2"/>
          <p:cNvSpPr/>
          <p:nvPr/>
        </p:nvSpPr>
        <p:spPr>
          <a:xfrm>
            <a:off x="22219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8" name="Deco flower 2"/>
          <p:cNvSpPr/>
          <p:nvPr/>
        </p:nvSpPr>
        <p:spPr>
          <a:xfrm>
            <a:off x="2103120" y="4370832"/>
            <a:ext cx="274320" cy="274320"/>
          </a:xfrm>
          <a:prstGeom prst="flowChartConnector">
            <a:avLst/>
          </a:prstGeom>
          <a:solidFill>
            <a:srgbClr val="B892FF"/>
          </a:solidFill>
          <a:ln w="12700">
            <a:solidFill>
              <a:srgbClr val="B892FF"/>
            </a:solidFill>
            <a:prstDash val="solid"/>
          </a:ln>
        </p:spPr>
      </p:sp>
      <p:sp>
        <p:nvSpPr>
          <p:cNvPr id="9" name="Deco stem 3"/>
          <p:cNvSpPr/>
          <p:nvPr/>
        </p:nvSpPr>
        <p:spPr>
          <a:xfrm>
            <a:off x="68854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6766560" y="4370832"/>
            <a:ext cx="274320" cy="274320"/>
          </a:xfrm>
          <a:prstGeom prst="flowChartConnector">
            <a:avLst/>
          </a:prstGeom>
          <a:solidFill>
            <a:srgbClr val="FF6F91"/>
          </a:solidFill>
          <a:ln w="12700">
            <a:solidFill>
              <a:srgbClr val="FF6F91"/>
            </a:solidFill>
            <a:prstDash val="solid"/>
          </a:ln>
        </p:spPr>
      </p:sp>
      <p:sp>
        <p:nvSpPr>
          <p:cNvPr id="11" name="Deco stem 4"/>
          <p:cNvSpPr/>
          <p:nvPr/>
        </p:nvSpPr>
        <p:spPr>
          <a:xfrm>
            <a:off x="77083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2" name="Deco flower 4"/>
          <p:cNvSpPr/>
          <p:nvPr/>
        </p:nvSpPr>
        <p:spPr>
          <a:xfrm>
            <a:off x="7589520" y="4370832"/>
            <a:ext cx="274320" cy="274320"/>
          </a:xfrm>
          <a:prstGeom prst="flowChartConnector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3" name="Deco stem 5"/>
          <p:cNvSpPr/>
          <p:nvPr/>
        </p:nvSpPr>
        <p:spPr>
          <a:xfrm>
            <a:off x="843991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4" name="Deco flower 5"/>
          <p:cNvSpPr/>
          <p:nvPr/>
        </p:nvSpPr>
        <p:spPr>
          <a:xfrm>
            <a:off x="8321040" y="4370832"/>
            <a:ext cx="274320" cy="274320"/>
          </a:xfrm>
          <a:prstGeom prst="flowChartConnector">
            <a:avLst/>
          </a:prstGeom>
          <a:solidFill>
            <a:srgbClr val="7EC8FF"/>
          </a:solidFill>
          <a:ln w="12700">
            <a:solidFill>
              <a:srgbClr val="7EC8FF"/>
            </a:solidFill>
            <a:prstDash val="solid"/>
          </a:ln>
        </p:spPr>
      </p:sp>
      <p:sp>
        <p:nvSpPr>
          <p:cNvPr id="15" name="Deco heart"/>
          <p:cNvSpPr/>
          <p:nvPr/>
        </p:nvSpPr>
        <p:spPr>
          <a:xfrm>
            <a:off x="411480" y="228600"/>
            <a:ext cx="457200" cy="411480"/>
          </a:xfrm>
          <a:prstGeom prst="heart">
            <a:avLst/>
          </a:prstGeom>
          <a:solidFill>
            <a:srgbClr val="ED6B5E"/>
          </a:solidFill>
          <a:ln w="12700">
            <a:solidFill>
              <a:srgbClr val="ED6B5E"/>
            </a:solidFill>
            <a:prstDash val="solid"/>
          </a:ln>
        </p:spPr>
      </p:sp>
      <p:sp>
        <p:nvSpPr>
          <p:cNvPr id="16" name="Deco cloud"/>
          <p:cNvSpPr/>
          <p:nvPr/>
        </p:nvSpPr>
        <p:spPr>
          <a:xfrm>
            <a:off x="713232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7" name="Deco friend"/>
          <p:cNvSpPr/>
          <p:nvPr/>
        </p:nvSpPr>
        <p:spPr>
          <a:xfrm>
            <a:off x="6309360" y="182880"/>
            <a:ext cx="548640" cy="548640"/>
          </a:xfrm>
          <a:prstGeom prst="smileyFace">
            <a:avLst/>
          </a:prstGeom>
          <a:solidFill>
            <a:srgbClr val="FFD166"/>
          </a:solidFill>
          <a:ln w="12700">
            <a:solidFill>
              <a:srgbClr val="FFD166"/>
            </a:solidFill>
            <a:prstDash val="solid"/>
          </a:ln>
        </p:spPr>
      </p:sp>
      <p:sp>
        <p:nvSpPr>
          <p:cNvPr id="18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9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20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21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22" name="C1 L1 letter"/>
          <p:cNvSpPr txBox="1"/>
          <p:nvPr/>
        </p:nvSpPr>
        <p:spPr>
          <a:xfrm>
            <a:off x="7269480" y="1799787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ر</a:t>
            </a:r>
            <a:endParaRPr lang="ar-SA" sz="4700" dirty="0"/>
          </a:p>
        </p:txBody>
      </p:sp>
      <p:sp>
        <p:nvSpPr>
          <p:cNvPr id="23" name="C2 V1 vowel"/>
          <p:cNvSpPr txBox="1"/>
          <p:nvPr/>
        </p:nvSpPr>
        <p:spPr>
          <a:xfrm>
            <a:off x="7269480" y="1799787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رَ</a:t>
            </a:r>
            <a:endParaRPr lang="ar-SA" sz="4700" dirty="0"/>
          </a:p>
        </p:txBody>
      </p:sp>
      <p:sp>
        <p:nvSpPr>
          <p:cNvPr id="24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268E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5" name="C4 L2 letter"/>
          <p:cNvSpPr txBox="1"/>
          <p:nvPr/>
        </p:nvSpPr>
        <p:spPr>
          <a:xfrm>
            <a:off x="5486400" y="1794116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س</a:t>
            </a:r>
            <a:endParaRPr lang="ar-SA" sz="4700" dirty="0"/>
          </a:p>
        </p:txBody>
      </p:sp>
      <p:sp>
        <p:nvSpPr>
          <p:cNvPr id="26" name="C5 V2 vowel"/>
          <p:cNvSpPr txBox="1"/>
          <p:nvPr/>
        </p:nvSpPr>
        <p:spPr>
          <a:xfrm>
            <a:off x="5486400" y="1794116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سَ</a:t>
            </a:r>
            <a:endParaRPr lang="ar-SA" sz="4700" dirty="0"/>
          </a:p>
        </p:txBody>
      </p:sp>
      <p:sp>
        <p:nvSpPr>
          <p:cNvPr id="27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268E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8" name="C7 M3 madd"/>
          <p:cNvSpPr txBox="1"/>
          <p:nvPr/>
        </p:nvSpPr>
        <p:spPr>
          <a:xfrm>
            <a:off x="3703320" y="1911858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ar-SA" altLang="en-US" sz="3800" dirty="0">
                <a:solidFill>
                  <a:srgbClr val="E0313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3800" dirty="0"/>
          </a:p>
        </p:txBody>
      </p:sp>
      <p:sp>
        <p:nvSpPr>
          <p:cNvPr id="29" name="C7 S3 stretch"/>
          <p:cNvSpPr/>
          <p:nvPr/>
        </p:nvSpPr>
        <p:spPr>
          <a:xfrm>
            <a:off x="4073652" y="1568196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0" name="C8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3A2E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1" name="C9 R result"/>
          <p:cNvSpPr txBox="1"/>
          <p:nvPr/>
        </p:nvSpPr>
        <p:spPr>
          <a:xfrm>
            <a:off x="502920" y="1537335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رَسَ</a:t>
            </a:r>
            <a:pPr algn="ctr" indent="0" marL="0">
              <a:buNone/>
            </a:pPr>
            <a:r>
              <a:rPr lang="ar-SA" altLang="en-US" sz="7200" baseline="12500" dirty="0">
                <a:solidFill>
                  <a:srgbClr val="E0313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9000" dirty="0"/>
          </a:p>
        </p:txBody>
      </p:sp>
    </p:spTree>
  </p:cSld>
  <p:clrMapOvr>
    <a:masterClrMapping/>
  </p:clrMapOvr>
  <p:transition spd="med">
    <p:wheel spokes="4"/>
    <p:sndAc>
      <p:stSnd>
        <p:snd r:embed="rIdTrSnd" name="bubbles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3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3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  <p:bldP spid="28" grpId="0" animBg="1"/>
      <p:bldP spid="29" grpId="0" animBg="1"/>
      <p:bldP spid="30" grpId="0" animBg="1"/>
      <p:bldP spid="31" grpId="0" animBg="1"/>
    </p:bldLst>
  </p:timing>
</p:sld>
</file>

<file path=ppt/slides/slide3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4">
    <p:bg>
      <p:bgPr>
        <a:solidFill>
          <a:srgbClr val="14433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planet"/>
          <p:cNvSpPr/>
          <p:nvPr/>
        </p:nvSpPr>
        <p:spPr>
          <a:xfrm>
            <a:off x="7680960" y="91440"/>
            <a:ext cx="731520" cy="731520"/>
          </a:xfrm>
          <a:prstGeom prst="ellipse">
            <a:avLst/>
          </a:prstGeom>
          <a:solidFill>
            <a:srgbClr val="52C2E0"/>
          </a:solidFill>
          <a:ln w="12700">
            <a:solidFill>
              <a:srgbClr val="52C2E0"/>
            </a:solidFill>
            <a:prstDash val="solid"/>
          </a:ln>
        </p:spPr>
      </p:sp>
      <p:sp>
        <p:nvSpPr>
          <p:cNvPr id="3" name="Deco planet ring"/>
          <p:cNvSpPr/>
          <p:nvPr/>
        </p:nvSpPr>
        <p:spPr>
          <a:xfrm>
            <a:off x="7452360" y="384048"/>
            <a:ext cx="1188720" cy="164592"/>
          </a:xfrm>
          <a:prstGeom prst="ellipse">
            <a:avLst/>
          </a:prstGeom>
          <a:solidFill>
            <a:srgbClr val="FFFFFF">
              <a:alpha val="0"/>
            </a:srgbClr>
          </a:solidFill>
          <a:ln w="25400">
            <a:solidFill>
              <a:srgbClr val="8CAAF2"/>
            </a:solidFill>
            <a:prstDash val="solid"/>
          </a:ln>
        </p:spPr>
      </p:sp>
      <p:sp>
        <p:nvSpPr>
          <p:cNvPr id="4" name="Deco small planet"/>
          <p:cNvSpPr/>
          <p:nvPr/>
        </p:nvSpPr>
        <p:spPr>
          <a:xfrm>
            <a:off x="274320" y="182880"/>
            <a:ext cx="502920" cy="502920"/>
          </a:xfrm>
          <a:prstGeom prst="ellipse">
            <a:avLst/>
          </a:prstGeom>
          <a:solidFill>
            <a:srgbClr val="DB708F"/>
          </a:solidFill>
          <a:ln w="12700">
            <a:solidFill>
              <a:srgbClr val="DB708F"/>
            </a:solidFill>
            <a:prstDash val="solid"/>
          </a:ln>
        </p:spPr>
      </p:sp>
      <p:sp>
        <p:nvSpPr>
          <p:cNvPr id="5" name="Deco star 0"/>
          <p:cNvSpPr/>
          <p:nvPr/>
        </p:nvSpPr>
        <p:spPr>
          <a:xfrm>
            <a:off x="1371600" y="27432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6" name="Deco star 1"/>
          <p:cNvSpPr/>
          <p:nvPr/>
        </p:nvSpPr>
        <p:spPr>
          <a:xfrm>
            <a:off x="2468880" y="91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7" name="Deco star 2"/>
          <p:cNvSpPr/>
          <p:nvPr/>
        </p:nvSpPr>
        <p:spPr>
          <a:xfrm>
            <a:off x="3840480" y="50292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8" name="Deco star 3"/>
          <p:cNvSpPr/>
          <p:nvPr/>
        </p:nvSpPr>
        <p:spPr>
          <a:xfrm>
            <a:off x="5120640" y="137160"/>
            <a:ext cx="256032" cy="256032"/>
          </a:xfrm>
          <a:prstGeom prst="star4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9" name="Deco star 4"/>
          <p:cNvSpPr/>
          <p:nvPr/>
        </p:nvSpPr>
        <p:spPr>
          <a:xfrm>
            <a:off x="6583680" y="4572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Deco star 5"/>
          <p:cNvSpPr/>
          <p:nvPr/>
        </p:nvSpPr>
        <p:spPr>
          <a:xfrm>
            <a:off x="1097280" y="457200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1" name="Deco star 6"/>
          <p:cNvSpPr/>
          <p:nvPr/>
        </p:nvSpPr>
        <p:spPr>
          <a:xfrm>
            <a:off x="2743200" y="475488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12" name="Deco star 7"/>
          <p:cNvSpPr/>
          <p:nvPr/>
        </p:nvSpPr>
        <p:spPr>
          <a:xfrm>
            <a:off x="6217920" y="4663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3" name="Deco star 8"/>
          <p:cNvSpPr/>
          <p:nvPr/>
        </p:nvSpPr>
        <p:spPr>
          <a:xfrm>
            <a:off x="8138160" y="45720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4" name="Deco moon surface"/>
          <p:cNvSpPr/>
          <p:nvPr/>
        </p:nvSpPr>
        <p:spPr>
          <a:xfrm>
            <a:off x="3200400" y="4709160"/>
            <a:ext cx="2743200" cy="1097280"/>
          </a:xfrm>
          <a:prstGeom prst="ellipse">
            <a:avLst/>
          </a:prstGeom>
          <a:solidFill>
            <a:srgbClr val="828547"/>
          </a:solidFill>
          <a:ln w="12700">
            <a:solidFill>
              <a:srgbClr val="828547"/>
            </a:solidFill>
            <a:prstDash val="solid"/>
          </a:ln>
        </p:spPr>
      </p:sp>
      <p:sp>
        <p:nvSpPr>
          <p:cNvPr id="15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6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7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18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9" name="C1 L1 letter"/>
          <p:cNvSpPr txBox="1"/>
          <p:nvPr/>
        </p:nvSpPr>
        <p:spPr>
          <a:xfrm>
            <a:off x="7269480" y="1860074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ز</a:t>
            </a:r>
            <a:endParaRPr lang="ar-SA" sz="4700" dirty="0"/>
          </a:p>
        </p:txBody>
      </p:sp>
      <p:sp>
        <p:nvSpPr>
          <p:cNvPr id="20" name="C2 V1 vowel"/>
          <p:cNvSpPr txBox="1"/>
          <p:nvPr/>
        </p:nvSpPr>
        <p:spPr>
          <a:xfrm>
            <a:off x="7269480" y="1860074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زَ</a:t>
            </a:r>
            <a:endParaRPr lang="ar-SA" sz="4700" dirty="0"/>
          </a:p>
        </p:txBody>
      </p:sp>
      <p:sp>
        <p:nvSpPr>
          <p:cNvPr id="21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D9265A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2" name="C4 L2 letter"/>
          <p:cNvSpPr txBox="1"/>
          <p:nvPr/>
        </p:nvSpPr>
        <p:spPr>
          <a:xfrm>
            <a:off x="5486400" y="1794116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س</a:t>
            </a:r>
            <a:endParaRPr lang="ar-SA" sz="4700" dirty="0"/>
          </a:p>
        </p:txBody>
      </p:sp>
      <p:sp>
        <p:nvSpPr>
          <p:cNvPr id="23" name="C5 V2 vowel"/>
          <p:cNvSpPr txBox="1"/>
          <p:nvPr/>
        </p:nvSpPr>
        <p:spPr>
          <a:xfrm>
            <a:off x="5486400" y="1794116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سَ</a:t>
            </a:r>
            <a:endParaRPr lang="ar-SA" sz="4700" dirty="0"/>
          </a:p>
        </p:txBody>
      </p:sp>
      <p:sp>
        <p:nvSpPr>
          <p:cNvPr id="24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D9265A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5" name="C7 M3 madd"/>
          <p:cNvSpPr txBox="1"/>
          <p:nvPr/>
        </p:nvSpPr>
        <p:spPr>
          <a:xfrm>
            <a:off x="3703320" y="1911858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ar-SA" altLang="en-US" sz="3800" dirty="0">
                <a:solidFill>
                  <a:srgbClr val="E0313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3800" dirty="0"/>
          </a:p>
        </p:txBody>
      </p:sp>
      <p:sp>
        <p:nvSpPr>
          <p:cNvPr id="26" name="C7 S3 stretch"/>
          <p:cNvSpPr/>
          <p:nvPr/>
        </p:nvSpPr>
        <p:spPr>
          <a:xfrm>
            <a:off x="4073652" y="1568196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7" name="C8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B862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8" name="C9 R result"/>
          <p:cNvSpPr txBox="1"/>
          <p:nvPr/>
        </p:nvSpPr>
        <p:spPr>
          <a:xfrm>
            <a:off x="502920" y="1576070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ar-SA" altLang="en-US" sz="8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زَسَ</a:t>
            </a:r>
            <a:pPr algn="ctr" indent="0" marL="0">
              <a:buNone/>
            </a:pPr>
            <a:r>
              <a:rPr lang="ar-SA" altLang="en-US" sz="7000" baseline="12500" dirty="0">
                <a:solidFill>
                  <a:srgbClr val="E0313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8800" dirty="0"/>
          </a:p>
        </p:txBody>
      </p:sp>
    </p:spTree>
  </p:cSld>
  <p:clrMapOvr>
    <a:masterClrMapping/>
  </p:clrMapOvr>
  <p:transition spd="med">
    <p:wipe dir="l"/>
    <p:sndAc>
      <p:stSnd>
        <p:snd r:embed="rIdTrSnd" name="sparkl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  <p:bldP spid="28" grpId="0" animBg="1"/>
    </p:bldLst>
  </p:timing>
</p:sld>
</file>

<file path=ppt/slides/slide3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5">
    <p:bg>
      <p:bgPr>
        <a:solidFill>
          <a:srgbClr val="F7C5F6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sun low"/>
          <p:cNvSpPr/>
          <p:nvPr/>
        </p:nvSpPr>
        <p:spPr>
          <a:xfrm>
            <a:off x="3566160" y="4343400"/>
            <a:ext cx="2011680" cy="2011680"/>
          </a:xfrm>
          <a:prstGeom prst="ellipse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3" name="Deco dune left"/>
          <p:cNvSpPr/>
          <p:nvPr/>
        </p:nvSpPr>
        <p:spPr>
          <a:xfrm>
            <a:off x="-1097280" y="4572000"/>
            <a:ext cx="4572000" cy="1280160"/>
          </a:xfrm>
          <a:prstGeom prst="ellipse">
            <a:avLst/>
          </a:prstGeom>
          <a:solidFill>
            <a:srgbClr val="D864A7"/>
          </a:solidFill>
          <a:ln w="12700">
            <a:solidFill>
              <a:srgbClr val="D864A7"/>
            </a:solidFill>
            <a:prstDash val="solid"/>
          </a:ln>
        </p:spPr>
      </p:sp>
      <p:sp>
        <p:nvSpPr>
          <p:cNvPr id="4" name="Deco dune right"/>
          <p:cNvSpPr/>
          <p:nvPr/>
        </p:nvSpPr>
        <p:spPr>
          <a:xfrm>
            <a:off x="5303520" y="4617720"/>
            <a:ext cx="5120640" cy="1280160"/>
          </a:xfrm>
          <a:prstGeom prst="ellipse">
            <a:avLst/>
          </a:prstGeom>
          <a:solidFill>
            <a:srgbClr val="D147AE"/>
          </a:solidFill>
          <a:ln w="12700">
            <a:solidFill>
              <a:srgbClr val="D147AE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320040" y="137160"/>
            <a:ext cx="1371600" cy="5943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right"/>
          <p:cNvSpPr/>
          <p:nvPr/>
        </p:nvSpPr>
        <p:spPr>
          <a:xfrm>
            <a:off x="7223760" y="182880"/>
            <a:ext cx="1280160" cy="548640"/>
          </a:xfrm>
          <a:prstGeom prst="cloud">
            <a:avLst/>
          </a:prstGeom>
          <a:solidFill>
            <a:srgbClr val="FFF3E8"/>
          </a:solidFill>
          <a:ln w="12700">
            <a:solidFill>
              <a:srgbClr val="FFF3E8"/>
            </a:solidFill>
            <a:prstDash val="solid"/>
          </a:ln>
        </p:spPr>
      </p:sp>
      <p:sp>
        <p:nvSpPr>
          <p:cNvPr id="7" name="Deco bird 0"/>
          <p:cNvSpPr/>
          <p:nvPr/>
        </p:nvSpPr>
        <p:spPr>
          <a:xfrm rot="5400000">
            <a:off x="2926080" y="32004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8" name="Deco bird 1"/>
          <p:cNvSpPr/>
          <p:nvPr/>
        </p:nvSpPr>
        <p:spPr>
          <a:xfrm rot="5400000">
            <a:off x="3291840" y="22860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9" name="Deco bird 2"/>
          <p:cNvSpPr/>
          <p:nvPr/>
        </p:nvSpPr>
        <p:spPr>
          <a:xfrm rot="5400000">
            <a:off x="5394960" y="36576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10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1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12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3" name="C1 L1 letter"/>
          <p:cNvSpPr txBox="1"/>
          <p:nvPr/>
        </p:nvSpPr>
        <p:spPr>
          <a:xfrm>
            <a:off x="6720840" y="1678902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ش</a:t>
            </a:r>
            <a:endParaRPr lang="ar-SA" sz="5900" dirty="0"/>
          </a:p>
        </p:txBody>
      </p:sp>
      <p:sp>
        <p:nvSpPr>
          <p:cNvPr id="14" name="C2 V1 vowel"/>
          <p:cNvSpPr txBox="1"/>
          <p:nvPr/>
        </p:nvSpPr>
        <p:spPr>
          <a:xfrm>
            <a:off x="6720840" y="1678902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شَ</a:t>
            </a:r>
            <a:endParaRPr lang="ar-SA" sz="5900" dirty="0"/>
          </a:p>
        </p:txBody>
      </p:sp>
      <p:sp>
        <p:nvSpPr>
          <p:cNvPr id="15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26D927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6" name="C4 M2 madd"/>
          <p:cNvSpPr txBox="1"/>
          <p:nvPr/>
        </p:nvSpPr>
        <p:spPr>
          <a:xfrm>
            <a:off x="4343400" y="1709547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ar-SA" altLang="en-US" sz="4700" dirty="0">
                <a:solidFill>
                  <a:srgbClr val="E0313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4700" dirty="0"/>
          </a:p>
        </p:txBody>
      </p:sp>
      <p:sp>
        <p:nvSpPr>
          <p:cNvPr id="17" name="C4 S2 stretch"/>
          <p:cNvSpPr/>
          <p:nvPr/>
        </p:nvSpPr>
        <p:spPr>
          <a:xfrm>
            <a:off x="4919472" y="1362456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8" name="C5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2EB88A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9" name="C6 R result"/>
          <p:cNvSpPr txBox="1"/>
          <p:nvPr/>
        </p:nvSpPr>
        <p:spPr>
          <a:xfrm>
            <a:off x="685800" y="1691386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ar-SA" altLang="en-US" sz="11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شَ</a:t>
            </a:r>
            <a:pPr algn="ctr" indent="0" marL="0">
              <a:buNone/>
            </a:pPr>
            <a:r>
              <a:rPr lang="ar-SA" altLang="en-US" sz="8800" baseline="12500" dirty="0">
                <a:solidFill>
                  <a:srgbClr val="E0313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11000" dirty="0"/>
          </a:p>
        </p:txBody>
      </p:sp>
    </p:spTree>
  </p:cSld>
  <p:clrMapOvr>
    <a:masterClrMapping/>
  </p:clrMapOvr>
  <p:transition spd="med">
    <p:circle/>
    <p:sndAc>
      <p:stSnd>
        <p:snd r:embed="rIdTrSnd" name="marimba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3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5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6" fill="hold">
                      <p:stCondLst>
                        <p:cond delay="indefinite"/>
                      </p:stCondLst>
                      <p:childTnLst>
                        <p:par>
                          <p:cTn id="27" fill="hold">
                            <p:stCondLst>
                              <p:cond delay="0"/>
                            </p:stCondLst>
                            <p:childTnLst>
                              <p:par>
                                <p:cTn id="2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0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1" fill="hold">
                      <p:stCondLst>
                        <p:cond delay="indefinite"/>
                      </p:stCondLst>
                      <p:childTnLst>
                        <p:par>
                          <p:cTn id="32" fill="hold">
                            <p:stCondLst>
                              <p:cond delay="0"/>
                            </p:stCondLst>
                            <p:childTnLst>
                              <p:par>
                                <p:cTn id="3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5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3" grpId="0" animBg="1"/>
      <p:bldP spid="14" grpId="0" animBg="1"/>
      <p:bldP spid="15" grpId="0" animBg="1"/>
      <p:bldP spid="16" grpId="0" animBg="1"/>
      <p:bldP spid="17" grpId="0" animBg="1"/>
      <p:bldP spid="18" grpId="0" animBg="1"/>
      <p:bldP spid="19" grpId="0" animBg="1"/>
    </p:bldLst>
  </p:timing>
</p:sld>
</file>

<file path=ppt/slides/slide3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6">
    <p:bg>
      <p:bgPr>
        <a:solidFill>
          <a:srgbClr val="E8F7C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434840"/>
            <a:ext cx="4754880" cy="1463040"/>
          </a:xfrm>
          <a:prstGeom prst="ellipse">
            <a:avLst/>
          </a:prstGeom>
          <a:solidFill>
            <a:srgbClr val="66CCAA"/>
          </a:solidFill>
          <a:ln w="12700">
            <a:solidFill>
              <a:srgbClr val="66CCAA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023360" y="4526280"/>
            <a:ext cx="5852160" cy="1463040"/>
          </a:xfrm>
          <a:prstGeom prst="ellipse">
            <a:avLst/>
          </a:prstGeom>
          <a:solidFill>
            <a:srgbClr val="40BFBF"/>
          </a:solidFill>
          <a:ln w="12700">
            <a:solidFill>
              <a:srgbClr val="40BFBF"/>
            </a:solidFill>
            <a:prstDash val="solid"/>
          </a:ln>
        </p:spPr>
      </p:sp>
      <p:sp>
        <p:nvSpPr>
          <p:cNvPr id="4" name="Deco sun"/>
          <p:cNvSpPr/>
          <p:nvPr/>
        </p:nvSpPr>
        <p:spPr>
          <a:xfrm>
            <a:off x="274320" y="91440"/>
            <a:ext cx="731520" cy="73152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85800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863840" y="457200"/>
            <a:ext cx="822960" cy="365760"/>
          </a:xfrm>
          <a:prstGeom prst="cloud">
            <a:avLst/>
          </a:prstGeom>
          <a:solidFill>
            <a:srgbClr val="F4FAFF"/>
          </a:solidFill>
          <a:ln w="12700">
            <a:solidFill>
              <a:srgbClr val="F4FAFF"/>
            </a:solidFill>
            <a:prstDash val="solid"/>
          </a:ln>
        </p:spPr>
      </p:sp>
      <p:sp>
        <p:nvSpPr>
          <p:cNvPr id="7" name="Deco flower 0"/>
          <p:cNvSpPr/>
          <p:nvPr/>
        </p:nvSpPr>
        <p:spPr>
          <a:xfrm>
            <a:off x="128016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8" name="Deco flower 1"/>
          <p:cNvSpPr/>
          <p:nvPr/>
        </p:nvSpPr>
        <p:spPr>
          <a:xfrm>
            <a:off x="1828800" y="4526280"/>
            <a:ext cx="292608" cy="292608"/>
          </a:xfrm>
          <a:prstGeom prst="star5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9" name="Deco flower 2"/>
          <p:cNvSpPr/>
          <p:nvPr/>
        </p:nvSpPr>
        <p:spPr>
          <a:xfrm>
            <a:off x="7315200" y="4526280"/>
            <a:ext cx="292608" cy="292608"/>
          </a:xfrm>
          <a:prstGeom prst="star5">
            <a:avLst/>
          </a:prstGeom>
          <a:solidFill>
            <a:srgbClr val="8E5BD0"/>
          </a:solidFill>
          <a:ln w="12700">
            <a:solidFill>
              <a:srgbClr val="8E5BD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795528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11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2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13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C1 L1 letter"/>
          <p:cNvSpPr txBox="1"/>
          <p:nvPr/>
        </p:nvSpPr>
        <p:spPr>
          <a:xfrm>
            <a:off x="7269480" y="1888528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ش</a:t>
            </a:r>
            <a:endParaRPr lang="ar-SA" sz="4100" dirty="0"/>
          </a:p>
        </p:txBody>
      </p:sp>
      <p:sp>
        <p:nvSpPr>
          <p:cNvPr id="16" name="C2 V1 vowel"/>
          <p:cNvSpPr txBox="1"/>
          <p:nvPr/>
        </p:nvSpPr>
        <p:spPr>
          <a:xfrm>
            <a:off x="7269480" y="1888528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شَ</a:t>
            </a:r>
            <a:endParaRPr lang="ar-SA" sz="4100" dirty="0"/>
          </a:p>
        </p:txBody>
      </p:sp>
      <p:sp>
        <p:nvSpPr>
          <p:cNvPr id="17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5B26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8" name="C4 M2 madd"/>
          <p:cNvSpPr txBox="1"/>
          <p:nvPr/>
        </p:nvSpPr>
        <p:spPr>
          <a:xfrm>
            <a:off x="5486400" y="1909953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ar-SA" altLang="en-US" sz="3300" dirty="0">
                <a:solidFill>
                  <a:srgbClr val="E0313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3300" dirty="0"/>
          </a:p>
        </p:txBody>
      </p:sp>
      <p:sp>
        <p:nvSpPr>
          <p:cNvPr id="19" name="C4 S2 stretch"/>
          <p:cNvSpPr/>
          <p:nvPr/>
        </p:nvSpPr>
        <p:spPr>
          <a:xfrm>
            <a:off x="5856732" y="1568196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0" name="C5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5B26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1" name="C6 L3 letter"/>
          <p:cNvSpPr txBox="1"/>
          <p:nvPr/>
        </p:nvSpPr>
        <p:spPr>
          <a:xfrm>
            <a:off x="3703320" y="2014395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أ</a:t>
            </a:r>
            <a:endParaRPr lang="ar-SA" sz="4100" dirty="0"/>
          </a:p>
        </p:txBody>
      </p:sp>
      <p:sp>
        <p:nvSpPr>
          <p:cNvPr id="22" name="C7 V3 vowel"/>
          <p:cNvSpPr txBox="1"/>
          <p:nvPr/>
        </p:nvSpPr>
        <p:spPr>
          <a:xfrm>
            <a:off x="3703320" y="2014395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أَ</a:t>
            </a:r>
            <a:endParaRPr lang="ar-SA" sz="4100" dirty="0"/>
          </a:p>
        </p:txBody>
      </p:sp>
      <p:sp>
        <p:nvSpPr>
          <p:cNvPr id="23" name="C8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B32E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4" name="C9 R result"/>
          <p:cNvSpPr txBox="1"/>
          <p:nvPr/>
        </p:nvSpPr>
        <p:spPr>
          <a:xfrm>
            <a:off x="502920" y="1869536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ar-SA" altLang="en-US" sz="8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شَ</a:t>
            </a:r>
            <a:pPr algn="ctr" indent="0" marL="0">
              <a:buNone/>
            </a:pPr>
            <a:r>
              <a:rPr lang="ar-SA" altLang="en-US" sz="6600" baseline="12500" dirty="0">
                <a:solidFill>
                  <a:srgbClr val="E0313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pPr algn="ctr" indent="0" marL="0">
              <a:buNone/>
            </a:pPr>
            <a:r>
              <a:rPr lang="ar-SA" altLang="en-US" sz="8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أَ</a:t>
            </a:r>
            <a:endParaRPr lang="ar-SA" sz="8200" dirty="0"/>
          </a:p>
        </p:txBody>
      </p:sp>
    </p:spTree>
  </p:cSld>
  <p:clrMapOvr>
    <a:masterClrMapping/>
  </p:clrMapOvr>
  <p:transition spd="med">
    <p:randomBar dir="vert"/>
    <p:sndAc>
      <p:stSnd>
        <p:snd r:embed="rIdTrSnd" name="harp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3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5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6" fill="hold">
                      <p:stCondLst>
                        <p:cond delay="indefinite"/>
                      </p:stCondLst>
                      <p:childTnLst>
                        <p:par>
                          <p:cTn id="27" fill="hold">
                            <p:stCondLst>
                              <p:cond delay="0"/>
                            </p:stCondLst>
                            <p:childTnLst>
                              <p:par>
                                <p:cTn id="2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0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1" fill="hold">
                      <p:stCondLst>
                        <p:cond delay="indefinite"/>
                      </p:stCondLst>
                      <p:childTnLst>
                        <p:par>
                          <p:cTn id="32" fill="hold">
                            <p:stCondLst>
                              <p:cond delay="0"/>
                            </p:stCondLst>
                            <p:childTnLst>
                              <p:par>
                                <p:cTn id="3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5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6" fill="hold">
                      <p:stCondLst>
                        <p:cond delay="indefinite"/>
                      </p:stCondLst>
                      <p:childTnLst>
                        <p:par>
                          <p:cTn id="37" fill="hold">
                            <p:stCondLst>
                              <p:cond delay="0"/>
                            </p:stCondLst>
                            <p:childTnLst>
                              <p:par>
                                <p:cTn id="3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</p:bldLst>
  </p:timing>
</p:sld>
</file>

<file path=ppt/slides/slide3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7">
    <p:bg>
      <p:bgPr>
        <a:solidFill>
          <a:srgbClr val="14274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moon"/>
          <p:cNvSpPr/>
          <p:nvPr/>
        </p:nvSpPr>
        <p:spPr>
          <a:xfrm>
            <a:off x="365760" y="91440"/>
            <a:ext cx="502920" cy="731520"/>
          </a:xfrm>
          <a:prstGeom prst="moon">
            <a:avLst/>
          </a:prstGeom>
          <a:solidFill>
            <a:srgbClr val="FFE88A"/>
          </a:solidFill>
          <a:ln w="12700">
            <a:solidFill>
              <a:srgbClr val="FFE88A"/>
            </a:solidFill>
            <a:prstDash val="solid"/>
          </a:ln>
        </p:spPr>
      </p:sp>
      <p:sp>
        <p:nvSpPr>
          <p:cNvPr id="3" name="Deco star 0"/>
          <p:cNvSpPr/>
          <p:nvPr/>
        </p:nvSpPr>
        <p:spPr>
          <a:xfrm>
            <a:off x="1280160" y="18288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4" name="Deco star 1"/>
          <p:cNvSpPr/>
          <p:nvPr/>
        </p:nvSpPr>
        <p:spPr>
          <a:xfrm>
            <a:off x="2194560" y="50292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5" name="Deco star 2"/>
          <p:cNvSpPr/>
          <p:nvPr/>
        </p:nvSpPr>
        <p:spPr>
          <a:xfrm>
            <a:off x="3291840" y="137160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6" name="Deco star 3"/>
          <p:cNvSpPr/>
          <p:nvPr/>
        </p:nvSpPr>
        <p:spPr>
          <a:xfrm>
            <a:off x="5760720" y="457200"/>
            <a:ext cx="365760" cy="36576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7" name="Deco star 4"/>
          <p:cNvSpPr/>
          <p:nvPr/>
        </p:nvSpPr>
        <p:spPr>
          <a:xfrm>
            <a:off x="6766560" y="109728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8" name="Deco star 5"/>
          <p:cNvSpPr/>
          <p:nvPr/>
        </p:nvSpPr>
        <p:spPr>
          <a:xfrm>
            <a:off x="7772400" y="41148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9" name="Deco star 6"/>
          <p:cNvSpPr/>
          <p:nvPr/>
        </p:nvSpPr>
        <p:spPr>
          <a:xfrm>
            <a:off x="8503920" y="13716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10" name="Deco hill left"/>
          <p:cNvSpPr/>
          <p:nvPr/>
        </p:nvSpPr>
        <p:spPr>
          <a:xfrm>
            <a:off x="-914400" y="4480560"/>
            <a:ext cx="4937760" cy="1463040"/>
          </a:xfrm>
          <a:prstGeom prst="ellipse">
            <a:avLst/>
          </a:prstGeom>
          <a:solidFill>
            <a:srgbClr val="302B64"/>
          </a:solidFill>
          <a:ln w="12700">
            <a:solidFill>
              <a:srgbClr val="302B64"/>
            </a:solidFill>
            <a:prstDash val="solid"/>
          </a:ln>
        </p:spPr>
      </p:sp>
      <p:sp>
        <p:nvSpPr>
          <p:cNvPr id="11" name="Deco hill right"/>
          <p:cNvSpPr/>
          <p:nvPr/>
        </p:nvSpPr>
        <p:spPr>
          <a:xfrm>
            <a:off x="4206240" y="4572000"/>
            <a:ext cx="5669280" cy="1463040"/>
          </a:xfrm>
          <a:prstGeom prst="ellipse">
            <a:avLst/>
          </a:prstGeom>
          <a:solidFill>
            <a:srgbClr val="5D3479"/>
          </a:solidFill>
          <a:ln w="12700">
            <a:solidFill>
              <a:srgbClr val="5D3479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14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5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6" name="C1 L1 letter"/>
          <p:cNvSpPr txBox="1"/>
          <p:nvPr/>
        </p:nvSpPr>
        <p:spPr>
          <a:xfrm>
            <a:off x="7269480" y="1888528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ش</a:t>
            </a:r>
            <a:endParaRPr lang="ar-SA" sz="4100" dirty="0"/>
          </a:p>
        </p:txBody>
      </p:sp>
      <p:sp>
        <p:nvSpPr>
          <p:cNvPr id="17" name="C2 V1 vowel"/>
          <p:cNvSpPr txBox="1"/>
          <p:nvPr/>
        </p:nvSpPr>
        <p:spPr>
          <a:xfrm>
            <a:off x="7269480" y="1888528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شَ</a:t>
            </a:r>
            <a:endParaRPr lang="ar-SA" sz="4100" dirty="0"/>
          </a:p>
        </p:txBody>
      </p:sp>
      <p:sp>
        <p:nvSpPr>
          <p:cNvPr id="18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D98F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9" name="C4 M2 madd"/>
          <p:cNvSpPr txBox="1"/>
          <p:nvPr/>
        </p:nvSpPr>
        <p:spPr>
          <a:xfrm>
            <a:off x="5486400" y="1909953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ar-SA" altLang="en-US" sz="3300" dirty="0">
                <a:solidFill>
                  <a:srgbClr val="E0313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3300" dirty="0"/>
          </a:p>
        </p:txBody>
      </p:sp>
      <p:sp>
        <p:nvSpPr>
          <p:cNvPr id="20" name="C4 S2 stretch"/>
          <p:cNvSpPr/>
          <p:nvPr/>
        </p:nvSpPr>
        <p:spPr>
          <a:xfrm>
            <a:off x="5856732" y="1568196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1" name="C5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D98F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2" name="C6 L3 letter"/>
          <p:cNvSpPr txBox="1"/>
          <p:nvPr/>
        </p:nvSpPr>
        <p:spPr>
          <a:xfrm>
            <a:off x="3703320" y="1819104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</a:t>
            </a:r>
            <a:endParaRPr lang="ar-SA" sz="4100" dirty="0"/>
          </a:p>
        </p:txBody>
      </p:sp>
      <p:sp>
        <p:nvSpPr>
          <p:cNvPr id="23" name="C7 V3 vowel"/>
          <p:cNvSpPr txBox="1"/>
          <p:nvPr/>
        </p:nvSpPr>
        <p:spPr>
          <a:xfrm>
            <a:off x="3703320" y="1819104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بَ</a:t>
            </a:r>
            <a:endParaRPr lang="ar-SA" sz="4100" dirty="0"/>
          </a:p>
        </p:txBody>
      </p:sp>
      <p:sp>
        <p:nvSpPr>
          <p:cNvPr id="24" name="C8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95B8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5" name="C9 R result"/>
          <p:cNvSpPr txBox="1"/>
          <p:nvPr/>
        </p:nvSpPr>
        <p:spPr>
          <a:xfrm>
            <a:off x="502920" y="1647425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ar-SA" altLang="en-US" sz="7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شَ</a:t>
            </a:r>
            <a:pPr algn="ctr" indent="0" marL="0">
              <a:buNone/>
            </a:pPr>
            <a:r>
              <a:rPr lang="ar-SA" altLang="en-US" sz="6300" baseline="12500" dirty="0">
                <a:solidFill>
                  <a:srgbClr val="E0313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pPr algn="ctr" indent="0" marL="0">
              <a:buNone/>
            </a:pPr>
            <a:r>
              <a:rPr lang="ar-SA" altLang="en-US" sz="7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بَ</a:t>
            </a:r>
            <a:endParaRPr lang="ar-SA" sz="7900" dirty="0"/>
          </a:p>
        </p:txBody>
      </p:sp>
    </p:spTree>
  </p:cSld>
  <p:clrMapOvr>
    <a:masterClrMapping/>
  </p:clrMapOvr>
  <p:transition spd="med">
    <p:push dir="l"/>
    <p:sndAc>
      <p:stSnd>
        <p:snd r:embed="rIdTrSnd" name="chim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3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5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6" fill="hold">
                      <p:stCondLst>
                        <p:cond delay="indefinite"/>
                      </p:stCondLst>
                      <p:childTnLst>
                        <p:par>
                          <p:cTn id="27" fill="hold">
                            <p:stCondLst>
                              <p:cond delay="0"/>
                            </p:stCondLst>
                            <p:childTnLst>
                              <p:par>
                                <p:cTn id="2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0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1" fill="hold">
                      <p:stCondLst>
                        <p:cond delay="indefinite"/>
                      </p:stCondLst>
                      <p:childTnLst>
                        <p:par>
                          <p:cTn id="32" fill="hold">
                            <p:stCondLst>
                              <p:cond delay="0"/>
                            </p:stCondLst>
                            <p:childTnLst>
                              <p:par>
                                <p:cTn id="3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5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6" fill="hold">
                      <p:stCondLst>
                        <p:cond delay="indefinite"/>
                      </p:stCondLst>
                      <p:childTnLst>
                        <p:par>
                          <p:cTn id="37" fill="hold">
                            <p:stCondLst>
                              <p:cond delay="0"/>
                            </p:stCondLst>
                            <p:childTnLst>
                              <p:par>
                                <p:cTn id="3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  <p:bldP spid="25" grpId="0" animBg="1"/>
    </p:bldLst>
  </p:timing>
</p:sld>
</file>

<file path=ppt/slides/slide3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8">
    <p:bg>
      <p:bgPr>
        <a:solidFill>
          <a:srgbClr val="F7C5C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wave back"/>
          <p:cNvSpPr/>
          <p:nvPr/>
        </p:nvSpPr>
        <p:spPr>
          <a:xfrm>
            <a:off x="-182880" y="4389120"/>
            <a:ext cx="9509760" cy="548640"/>
          </a:xfrm>
          <a:prstGeom prst="wave">
            <a:avLst/>
          </a:prstGeom>
          <a:solidFill>
            <a:srgbClr val="5CD6C2"/>
          </a:solidFill>
          <a:ln w="12700">
            <a:solidFill>
              <a:srgbClr val="5CD6C2"/>
            </a:solidFill>
            <a:prstDash val="solid"/>
          </a:ln>
        </p:spPr>
      </p:sp>
      <p:sp>
        <p:nvSpPr>
          <p:cNvPr id="3" name="Deco sea floor"/>
          <p:cNvSpPr/>
          <p:nvPr/>
        </p:nvSpPr>
        <p:spPr>
          <a:xfrm>
            <a:off x="0" y="4709160"/>
            <a:ext cx="9144000" cy="457200"/>
          </a:xfrm>
          <a:prstGeom prst="rect">
            <a:avLst/>
          </a:prstGeom>
          <a:solidFill>
            <a:srgbClr val="33CCBF"/>
          </a:solidFill>
          <a:ln w="12700">
            <a:solidFill>
              <a:srgbClr val="33CCBF"/>
            </a:solidFill>
            <a:prstDash val="solid"/>
          </a:ln>
        </p:spPr>
      </p:sp>
      <p:sp>
        <p:nvSpPr>
          <p:cNvPr id="4" name="Deco bubble 0"/>
          <p:cNvSpPr/>
          <p:nvPr/>
        </p:nvSpPr>
        <p:spPr>
          <a:xfrm>
            <a:off x="365760" y="182880"/>
            <a:ext cx="411480" cy="4114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5" name="Deco bubble 1"/>
          <p:cNvSpPr/>
          <p:nvPr/>
        </p:nvSpPr>
        <p:spPr>
          <a:xfrm>
            <a:off x="914400" y="502920"/>
            <a:ext cx="256032" cy="256032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6" name="Deco bubble 2"/>
          <p:cNvSpPr/>
          <p:nvPr/>
        </p:nvSpPr>
        <p:spPr>
          <a:xfrm>
            <a:off x="8138160" y="137160"/>
            <a:ext cx="457200" cy="4572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7" name="Deco bubble 3"/>
          <p:cNvSpPr/>
          <p:nvPr/>
        </p:nvSpPr>
        <p:spPr>
          <a:xfrm>
            <a:off x="7680960" y="548640"/>
            <a:ext cx="228600" cy="2286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8" name="Deco bubble 4"/>
          <p:cNvSpPr/>
          <p:nvPr/>
        </p:nvSpPr>
        <p:spPr>
          <a:xfrm>
            <a:off x="8686800" y="566928"/>
            <a:ext cx="182880" cy="1828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9" name="Deco sun"/>
          <p:cNvSpPr/>
          <p:nvPr/>
        </p:nvSpPr>
        <p:spPr>
          <a:xfrm>
            <a:off x="4206240" y="109728"/>
            <a:ext cx="685800" cy="68580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0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1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12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3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4" name="C1 L1 letter"/>
          <p:cNvSpPr txBox="1"/>
          <p:nvPr/>
        </p:nvSpPr>
        <p:spPr>
          <a:xfrm>
            <a:off x="7269480" y="1888528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ش</a:t>
            </a:r>
            <a:endParaRPr lang="ar-SA" sz="4100" dirty="0"/>
          </a:p>
        </p:txBody>
      </p:sp>
      <p:sp>
        <p:nvSpPr>
          <p:cNvPr id="15" name="C2 V1 vowel"/>
          <p:cNvSpPr txBox="1"/>
          <p:nvPr/>
        </p:nvSpPr>
        <p:spPr>
          <a:xfrm>
            <a:off x="7269480" y="1888528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شَ</a:t>
            </a:r>
            <a:endParaRPr lang="ar-SA" sz="4100" dirty="0"/>
          </a:p>
        </p:txBody>
      </p:sp>
      <p:sp>
        <p:nvSpPr>
          <p:cNvPr id="16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26D9C3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7" name="C4 M2 madd"/>
          <p:cNvSpPr txBox="1"/>
          <p:nvPr/>
        </p:nvSpPr>
        <p:spPr>
          <a:xfrm>
            <a:off x="5486400" y="1909953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ar-SA" altLang="en-US" sz="3300" dirty="0">
                <a:solidFill>
                  <a:srgbClr val="E0313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3300" dirty="0"/>
          </a:p>
        </p:txBody>
      </p:sp>
      <p:sp>
        <p:nvSpPr>
          <p:cNvPr id="18" name="C4 S2 stretch"/>
          <p:cNvSpPr/>
          <p:nvPr/>
        </p:nvSpPr>
        <p:spPr>
          <a:xfrm>
            <a:off x="5856732" y="1568196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9" name="C5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26D9C3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0" name="C6 L3 letter"/>
          <p:cNvSpPr txBox="1"/>
          <p:nvPr/>
        </p:nvSpPr>
        <p:spPr>
          <a:xfrm>
            <a:off x="3703320" y="1908315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</a:t>
            </a:r>
            <a:endParaRPr lang="ar-SA" sz="4100" dirty="0"/>
          </a:p>
        </p:txBody>
      </p:sp>
      <p:sp>
        <p:nvSpPr>
          <p:cNvPr id="21" name="C7 V3 vowel"/>
          <p:cNvSpPr txBox="1"/>
          <p:nvPr/>
        </p:nvSpPr>
        <p:spPr>
          <a:xfrm>
            <a:off x="3703320" y="1908315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تَ</a:t>
            </a:r>
            <a:endParaRPr lang="ar-SA" sz="4100" dirty="0"/>
          </a:p>
        </p:txBody>
      </p:sp>
      <p:sp>
        <p:nvSpPr>
          <p:cNvPr id="22" name="C8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2E6C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3" name="C9 R result"/>
          <p:cNvSpPr txBox="1"/>
          <p:nvPr/>
        </p:nvSpPr>
        <p:spPr>
          <a:xfrm>
            <a:off x="502920" y="1739227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ar-SA" altLang="en-US" sz="7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شَ</a:t>
            </a:r>
            <a:pPr algn="ctr" indent="0" marL="0">
              <a:buNone/>
            </a:pPr>
            <a:r>
              <a:rPr lang="ar-SA" altLang="en-US" sz="6300" baseline="12500" dirty="0">
                <a:solidFill>
                  <a:srgbClr val="E0313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pPr algn="ctr" indent="0" marL="0">
              <a:buNone/>
            </a:pPr>
            <a:r>
              <a:rPr lang="ar-SA" altLang="en-US" sz="7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تَ</a:t>
            </a:r>
            <a:endParaRPr lang="ar-SA" sz="7900" dirty="0"/>
          </a:p>
        </p:txBody>
      </p:sp>
    </p:spTree>
  </p:cSld>
  <p:clrMapOvr>
    <a:masterClrMapping/>
  </p:clrMapOvr>
  <p:transition spd="med">
    <p:split orient="vert" dir="out"/>
    <p:sndAc>
      <p:stSnd>
        <p:snd r:embed="rIdTrSnd" name="whoosh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3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5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6" fill="hold">
                      <p:stCondLst>
                        <p:cond delay="indefinite"/>
                      </p:stCondLst>
                      <p:childTnLst>
                        <p:par>
                          <p:cTn id="27" fill="hold">
                            <p:stCondLst>
                              <p:cond delay="0"/>
                            </p:stCondLst>
                            <p:childTnLst>
                              <p:par>
                                <p:cTn id="2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0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1" fill="hold">
                      <p:stCondLst>
                        <p:cond delay="indefinite"/>
                      </p:stCondLst>
                      <p:childTnLst>
                        <p:par>
                          <p:cTn id="32" fill="hold">
                            <p:stCondLst>
                              <p:cond delay="0"/>
                            </p:stCondLst>
                            <p:childTnLst>
                              <p:par>
                                <p:cTn id="3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5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6" fill="hold">
                      <p:stCondLst>
                        <p:cond delay="indefinite"/>
                      </p:stCondLst>
                      <p:childTnLst>
                        <p:par>
                          <p:cTn id="37" fill="hold">
                            <p:stCondLst>
                              <p:cond delay="0"/>
                            </p:stCondLst>
                            <p:childTnLst>
                              <p:par>
                                <p:cTn id="3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4" grpId="0" animBg="1"/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</p:bldLst>
  </p:timing>
</p:sld>
</file>

<file path=ppt/slides/slide3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9">
    <p:bg>
      <p:bgPr>
        <a:solidFill>
          <a:srgbClr val="C5F7CE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grass"/>
          <p:cNvSpPr/>
          <p:nvPr/>
        </p:nvSpPr>
        <p:spPr>
          <a:xfrm>
            <a:off x="0" y="4617720"/>
            <a:ext cx="9144000" cy="548640"/>
          </a:xfrm>
          <a:prstGeom prst="rect">
            <a:avLst/>
          </a:prstGeom>
          <a:solidFill>
            <a:srgbClr val="5366C6"/>
          </a:solidFill>
          <a:ln w="12700">
            <a:solidFill>
              <a:srgbClr val="5366C6"/>
            </a:solidFill>
            <a:prstDash val="solid"/>
          </a:ln>
        </p:spPr>
      </p:sp>
      <p:sp>
        <p:nvSpPr>
          <p:cNvPr id="3" name="Deco stem 0"/>
          <p:cNvSpPr/>
          <p:nvPr/>
        </p:nvSpPr>
        <p:spPr>
          <a:xfrm>
            <a:off x="57607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4" name="Deco flower 0"/>
          <p:cNvSpPr/>
          <p:nvPr/>
        </p:nvSpPr>
        <p:spPr>
          <a:xfrm>
            <a:off x="457200" y="4370832"/>
            <a:ext cx="274320" cy="274320"/>
          </a:xfrm>
          <a:prstGeom prst="flowChartConnector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5" name="Deco stem 1"/>
          <p:cNvSpPr/>
          <p:nvPr/>
        </p:nvSpPr>
        <p:spPr>
          <a:xfrm>
            <a:off x="13990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6" name="Deco flower 1"/>
          <p:cNvSpPr/>
          <p:nvPr/>
        </p:nvSpPr>
        <p:spPr>
          <a:xfrm>
            <a:off x="1280160" y="4370832"/>
            <a:ext cx="274320" cy="274320"/>
          </a:xfrm>
          <a:prstGeom prst="flowChartConnector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7" name="Deco stem 2"/>
          <p:cNvSpPr/>
          <p:nvPr/>
        </p:nvSpPr>
        <p:spPr>
          <a:xfrm>
            <a:off x="22219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8" name="Deco flower 2"/>
          <p:cNvSpPr/>
          <p:nvPr/>
        </p:nvSpPr>
        <p:spPr>
          <a:xfrm>
            <a:off x="2103120" y="4370832"/>
            <a:ext cx="274320" cy="274320"/>
          </a:xfrm>
          <a:prstGeom prst="flowChartConnector">
            <a:avLst/>
          </a:prstGeom>
          <a:solidFill>
            <a:srgbClr val="B892FF"/>
          </a:solidFill>
          <a:ln w="12700">
            <a:solidFill>
              <a:srgbClr val="B892FF"/>
            </a:solidFill>
            <a:prstDash val="solid"/>
          </a:ln>
        </p:spPr>
      </p:sp>
      <p:sp>
        <p:nvSpPr>
          <p:cNvPr id="9" name="Deco stem 3"/>
          <p:cNvSpPr/>
          <p:nvPr/>
        </p:nvSpPr>
        <p:spPr>
          <a:xfrm>
            <a:off x="68854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6766560" y="4370832"/>
            <a:ext cx="274320" cy="274320"/>
          </a:xfrm>
          <a:prstGeom prst="flowChartConnector">
            <a:avLst/>
          </a:prstGeom>
          <a:solidFill>
            <a:srgbClr val="FF6F91"/>
          </a:solidFill>
          <a:ln w="12700">
            <a:solidFill>
              <a:srgbClr val="FF6F91"/>
            </a:solidFill>
            <a:prstDash val="solid"/>
          </a:ln>
        </p:spPr>
      </p:sp>
      <p:sp>
        <p:nvSpPr>
          <p:cNvPr id="11" name="Deco stem 4"/>
          <p:cNvSpPr/>
          <p:nvPr/>
        </p:nvSpPr>
        <p:spPr>
          <a:xfrm>
            <a:off x="77083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2" name="Deco flower 4"/>
          <p:cNvSpPr/>
          <p:nvPr/>
        </p:nvSpPr>
        <p:spPr>
          <a:xfrm>
            <a:off x="7589520" y="4370832"/>
            <a:ext cx="274320" cy="274320"/>
          </a:xfrm>
          <a:prstGeom prst="flowChartConnector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3" name="Deco stem 5"/>
          <p:cNvSpPr/>
          <p:nvPr/>
        </p:nvSpPr>
        <p:spPr>
          <a:xfrm>
            <a:off x="843991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4" name="Deco flower 5"/>
          <p:cNvSpPr/>
          <p:nvPr/>
        </p:nvSpPr>
        <p:spPr>
          <a:xfrm>
            <a:off x="8321040" y="4370832"/>
            <a:ext cx="274320" cy="274320"/>
          </a:xfrm>
          <a:prstGeom prst="flowChartConnector">
            <a:avLst/>
          </a:prstGeom>
          <a:solidFill>
            <a:srgbClr val="7EC8FF"/>
          </a:solidFill>
          <a:ln w="12700">
            <a:solidFill>
              <a:srgbClr val="7EC8FF"/>
            </a:solidFill>
            <a:prstDash val="solid"/>
          </a:ln>
        </p:spPr>
      </p:sp>
      <p:sp>
        <p:nvSpPr>
          <p:cNvPr id="15" name="Deco heart"/>
          <p:cNvSpPr/>
          <p:nvPr/>
        </p:nvSpPr>
        <p:spPr>
          <a:xfrm>
            <a:off x="411480" y="228600"/>
            <a:ext cx="457200" cy="411480"/>
          </a:xfrm>
          <a:prstGeom prst="heart">
            <a:avLst/>
          </a:prstGeom>
          <a:solidFill>
            <a:srgbClr val="75ED5E"/>
          </a:solidFill>
          <a:ln w="12700">
            <a:solidFill>
              <a:srgbClr val="75ED5E"/>
            </a:solidFill>
            <a:prstDash val="solid"/>
          </a:ln>
        </p:spPr>
      </p:sp>
      <p:sp>
        <p:nvSpPr>
          <p:cNvPr id="16" name="Deco cloud"/>
          <p:cNvSpPr/>
          <p:nvPr/>
        </p:nvSpPr>
        <p:spPr>
          <a:xfrm>
            <a:off x="713232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7" name="Deco friend"/>
          <p:cNvSpPr/>
          <p:nvPr/>
        </p:nvSpPr>
        <p:spPr>
          <a:xfrm>
            <a:off x="6309360" y="182880"/>
            <a:ext cx="548640" cy="548640"/>
          </a:xfrm>
          <a:prstGeom prst="smileyFace">
            <a:avLst/>
          </a:prstGeom>
          <a:solidFill>
            <a:srgbClr val="FFD166"/>
          </a:solidFill>
          <a:ln w="12700">
            <a:solidFill>
              <a:srgbClr val="FFD166"/>
            </a:solidFill>
            <a:prstDash val="solid"/>
          </a:ln>
        </p:spPr>
      </p:sp>
      <p:sp>
        <p:nvSpPr>
          <p:cNvPr id="18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9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20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21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22" name="C1 L1 letter"/>
          <p:cNvSpPr txBox="1"/>
          <p:nvPr/>
        </p:nvSpPr>
        <p:spPr>
          <a:xfrm>
            <a:off x="7269480" y="1888528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ش</a:t>
            </a:r>
            <a:endParaRPr lang="ar-SA" sz="4100" dirty="0"/>
          </a:p>
        </p:txBody>
      </p:sp>
      <p:sp>
        <p:nvSpPr>
          <p:cNvPr id="23" name="C2 V1 vowel"/>
          <p:cNvSpPr txBox="1"/>
          <p:nvPr/>
        </p:nvSpPr>
        <p:spPr>
          <a:xfrm>
            <a:off x="7269480" y="1888528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شَ</a:t>
            </a:r>
            <a:endParaRPr lang="ar-SA" sz="4100" dirty="0"/>
          </a:p>
        </p:txBody>
      </p:sp>
      <p:sp>
        <p:nvSpPr>
          <p:cNvPr id="24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D926BA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5" name="C4 M2 madd"/>
          <p:cNvSpPr txBox="1"/>
          <p:nvPr/>
        </p:nvSpPr>
        <p:spPr>
          <a:xfrm>
            <a:off x="5486400" y="1909953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ar-SA" altLang="en-US" sz="3300" dirty="0">
                <a:solidFill>
                  <a:srgbClr val="E0313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3300" dirty="0"/>
          </a:p>
        </p:txBody>
      </p:sp>
      <p:sp>
        <p:nvSpPr>
          <p:cNvPr id="26" name="C4 S2 stretch"/>
          <p:cNvSpPr/>
          <p:nvPr/>
        </p:nvSpPr>
        <p:spPr>
          <a:xfrm>
            <a:off x="5856732" y="1568196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7" name="C5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D926BA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8" name="C6 L3 letter"/>
          <p:cNvSpPr txBox="1"/>
          <p:nvPr/>
        </p:nvSpPr>
        <p:spPr>
          <a:xfrm>
            <a:off x="3703320" y="1936953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</a:t>
            </a:r>
            <a:endParaRPr lang="ar-SA" sz="4100" dirty="0"/>
          </a:p>
        </p:txBody>
      </p:sp>
      <p:sp>
        <p:nvSpPr>
          <p:cNvPr id="29" name="C7 V3 vowel"/>
          <p:cNvSpPr txBox="1"/>
          <p:nvPr/>
        </p:nvSpPr>
        <p:spPr>
          <a:xfrm>
            <a:off x="3703320" y="1936953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ثَ</a:t>
            </a:r>
            <a:endParaRPr lang="ar-SA" sz="4100" dirty="0"/>
          </a:p>
        </p:txBody>
      </p:sp>
      <p:sp>
        <p:nvSpPr>
          <p:cNvPr id="30" name="C8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B82E44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1" name="C9 R result"/>
          <p:cNvSpPr txBox="1"/>
          <p:nvPr/>
        </p:nvSpPr>
        <p:spPr>
          <a:xfrm>
            <a:off x="502920" y="1739227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ar-SA" altLang="en-US" sz="7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شَ</a:t>
            </a:r>
            <a:pPr algn="ctr" indent="0" marL="0">
              <a:buNone/>
            </a:pPr>
            <a:r>
              <a:rPr lang="ar-SA" altLang="en-US" sz="6300" baseline="12500" dirty="0">
                <a:solidFill>
                  <a:srgbClr val="E0313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pPr algn="ctr" indent="0" marL="0">
              <a:buNone/>
            </a:pPr>
            <a:r>
              <a:rPr lang="ar-SA" altLang="en-US" sz="7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ثَ</a:t>
            </a:r>
            <a:endParaRPr lang="ar-SA" sz="7900" dirty="0"/>
          </a:p>
        </p:txBody>
      </p:sp>
    </p:spTree>
  </p:cSld>
  <p:clrMapOvr>
    <a:masterClrMapping/>
  </p:clrMapOvr>
  <p:transition spd="med">
    <p:pull dir="l"/>
    <p:sndAc>
      <p:stSnd>
        <p:snd r:embed="rIdTrSnd" name="bubbles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3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5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6" fill="hold">
                      <p:stCondLst>
                        <p:cond delay="indefinite"/>
                      </p:stCondLst>
                      <p:childTnLst>
                        <p:par>
                          <p:cTn id="27" fill="hold">
                            <p:stCondLst>
                              <p:cond delay="0"/>
                            </p:stCondLst>
                            <p:childTnLst>
                              <p:par>
                                <p:cTn id="2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0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1" fill="hold">
                      <p:stCondLst>
                        <p:cond delay="indefinite"/>
                      </p:stCondLst>
                      <p:childTnLst>
                        <p:par>
                          <p:cTn id="32" fill="hold">
                            <p:stCondLst>
                              <p:cond delay="0"/>
                            </p:stCondLst>
                            <p:childTnLst>
                              <p:par>
                                <p:cTn id="3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5" dur="35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6" fill="hold">
                      <p:stCondLst>
                        <p:cond delay="indefinite"/>
                      </p:stCondLst>
                      <p:childTnLst>
                        <p:par>
                          <p:cTn id="37" fill="hold">
                            <p:stCondLst>
                              <p:cond delay="0"/>
                            </p:stCondLst>
                            <p:childTnLst>
                              <p:par>
                                <p:cTn id="3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3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3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  <p:bldP spid="28" grpId="0" animBg="1"/>
      <p:bldP spid="29" grpId="0" animBg="1"/>
      <p:bldP spid="30" grpId="0" animBg="1"/>
      <p:bldP spid="31" grpId="0" animBg="1"/>
    </p:bldLst>
  </p:timing>
</p:sld>
</file>

<file path=ppt/slides/slide4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0">
    <p:bg>
      <p:bgPr>
        <a:solidFill>
          <a:srgbClr val="2A144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planet"/>
          <p:cNvSpPr/>
          <p:nvPr/>
        </p:nvSpPr>
        <p:spPr>
          <a:xfrm>
            <a:off x="7680960" y="91440"/>
            <a:ext cx="731520" cy="731520"/>
          </a:xfrm>
          <a:prstGeom prst="ellipse">
            <a:avLst/>
          </a:prstGeom>
          <a:solidFill>
            <a:srgbClr val="DB52E0"/>
          </a:solidFill>
          <a:ln w="12700">
            <a:solidFill>
              <a:srgbClr val="DB52E0"/>
            </a:solidFill>
            <a:prstDash val="solid"/>
          </a:ln>
        </p:spPr>
      </p:sp>
      <p:sp>
        <p:nvSpPr>
          <p:cNvPr id="3" name="Deco planet ring"/>
          <p:cNvSpPr/>
          <p:nvPr/>
        </p:nvSpPr>
        <p:spPr>
          <a:xfrm>
            <a:off x="7452360" y="384048"/>
            <a:ext cx="1188720" cy="164592"/>
          </a:xfrm>
          <a:prstGeom prst="ellipse">
            <a:avLst/>
          </a:prstGeom>
          <a:solidFill>
            <a:srgbClr val="FFFFFF">
              <a:alpha val="0"/>
            </a:srgbClr>
          </a:solidFill>
          <a:ln w="25400">
            <a:solidFill>
              <a:srgbClr val="F28CC3"/>
            </a:solidFill>
            <a:prstDash val="solid"/>
          </a:ln>
        </p:spPr>
      </p:sp>
      <p:sp>
        <p:nvSpPr>
          <p:cNvPr id="4" name="Deco small planet"/>
          <p:cNvSpPr/>
          <p:nvPr/>
        </p:nvSpPr>
        <p:spPr>
          <a:xfrm>
            <a:off x="274320" y="182880"/>
            <a:ext cx="502920" cy="502920"/>
          </a:xfrm>
          <a:prstGeom prst="ellipse">
            <a:avLst/>
          </a:prstGeom>
          <a:solidFill>
            <a:srgbClr val="AADB70"/>
          </a:solidFill>
          <a:ln w="12700">
            <a:solidFill>
              <a:srgbClr val="AADB70"/>
            </a:solidFill>
            <a:prstDash val="solid"/>
          </a:ln>
        </p:spPr>
      </p:sp>
      <p:sp>
        <p:nvSpPr>
          <p:cNvPr id="5" name="Deco star 0"/>
          <p:cNvSpPr/>
          <p:nvPr/>
        </p:nvSpPr>
        <p:spPr>
          <a:xfrm>
            <a:off x="1371600" y="27432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6" name="Deco star 1"/>
          <p:cNvSpPr/>
          <p:nvPr/>
        </p:nvSpPr>
        <p:spPr>
          <a:xfrm>
            <a:off x="2468880" y="91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7" name="Deco star 2"/>
          <p:cNvSpPr/>
          <p:nvPr/>
        </p:nvSpPr>
        <p:spPr>
          <a:xfrm>
            <a:off x="3840480" y="50292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8" name="Deco star 3"/>
          <p:cNvSpPr/>
          <p:nvPr/>
        </p:nvSpPr>
        <p:spPr>
          <a:xfrm>
            <a:off x="5120640" y="137160"/>
            <a:ext cx="256032" cy="256032"/>
          </a:xfrm>
          <a:prstGeom prst="star4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9" name="Deco star 4"/>
          <p:cNvSpPr/>
          <p:nvPr/>
        </p:nvSpPr>
        <p:spPr>
          <a:xfrm>
            <a:off x="6583680" y="4572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Deco star 5"/>
          <p:cNvSpPr/>
          <p:nvPr/>
        </p:nvSpPr>
        <p:spPr>
          <a:xfrm>
            <a:off x="1097280" y="457200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1" name="Deco star 6"/>
          <p:cNvSpPr/>
          <p:nvPr/>
        </p:nvSpPr>
        <p:spPr>
          <a:xfrm>
            <a:off x="2743200" y="475488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12" name="Deco star 7"/>
          <p:cNvSpPr/>
          <p:nvPr/>
        </p:nvSpPr>
        <p:spPr>
          <a:xfrm>
            <a:off x="6217920" y="4663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3" name="Deco star 8"/>
          <p:cNvSpPr/>
          <p:nvPr/>
        </p:nvSpPr>
        <p:spPr>
          <a:xfrm>
            <a:off x="8138160" y="45720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4" name="Deco moon surface"/>
          <p:cNvSpPr/>
          <p:nvPr/>
        </p:nvSpPr>
        <p:spPr>
          <a:xfrm>
            <a:off x="3200400" y="4709160"/>
            <a:ext cx="2743200" cy="1097280"/>
          </a:xfrm>
          <a:prstGeom prst="ellipse">
            <a:avLst/>
          </a:prstGeom>
          <a:solidFill>
            <a:srgbClr val="478578"/>
          </a:solidFill>
          <a:ln w="12700">
            <a:solidFill>
              <a:srgbClr val="478578"/>
            </a:solidFill>
            <a:prstDash val="solid"/>
          </a:ln>
        </p:spPr>
      </p:sp>
      <p:sp>
        <p:nvSpPr>
          <p:cNvPr id="15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6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17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8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9" name="C1 L1 letter"/>
          <p:cNvSpPr txBox="1"/>
          <p:nvPr/>
        </p:nvSpPr>
        <p:spPr>
          <a:xfrm>
            <a:off x="7269480" y="1888528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ش</a:t>
            </a:r>
            <a:endParaRPr lang="ar-SA" sz="4100" dirty="0"/>
          </a:p>
        </p:txBody>
      </p:sp>
      <p:sp>
        <p:nvSpPr>
          <p:cNvPr id="20" name="C2 V1 vowel"/>
          <p:cNvSpPr txBox="1"/>
          <p:nvPr/>
        </p:nvSpPr>
        <p:spPr>
          <a:xfrm>
            <a:off x="7269480" y="1888528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شَ</a:t>
            </a:r>
            <a:endParaRPr lang="ar-SA" sz="4100" dirty="0"/>
          </a:p>
        </p:txBody>
      </p:sp>
      <p:sp>
        <p:nvSpPr>
          <p:cNvPr id="21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86D9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2" name="C4 M2 madd"/>
          <p:cNvSpPr txBox="1"/>
          <p:nvPr/>
        </p:nvSpPr>
        <p:spPr>
          <a:xfrm>
            <a:off x="5486400" y="1909953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ar-SA" altLang="en-US" sz="3300" dirty="0">
                <a:solidFill>
                  <a:srgbClr val="E0313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3300" dirty="0"/>
          </a:p>
        </p:txBody>
      </p:sp>
      <p:sp>
        <p:nvSpPr>
          <p:cNvPr id="23" name="C4 S2 stretch"/>
          <p:cNvSpPr/>
          <p:nvPr/>
        </p:nvSpPr>
        <p:spPr>
          <a:xfrm>
            <a:off x="5856732" y="1568196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4" name="C5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86D9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5" name="C6 L3 letter"/>
          <p:cNvSpPr txBox="1"/>
          <p:nvPr/>
        </p:nvSpPr>
        <p:spPr>
          <a:xfrm>
            <a:off x="3703320" y="1790116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</a:t>
            </a:r>
            <a:endParaRPr lang="ar-SA" sz="4100" dirty="0"/>
          </a:p>
        </p:txBody>
      </p:sp>
      <p:sp>
        <p:nvSpPr>
          <p:cNvPr id="26" name="C7 V3 vowel"/>
          <p:cNvSpPr txBox="1"/>
          <p:nvPr/>
        </p:nvSpPr>
        <p:spPr>
          <a:xfrm>
            <a:off x="3703320" y="1790116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جَ</a:t>
            </a:r>
            <a:endParaRPr lang="ar-SA" sz="4100" dirty="0"/>
          </a:p>
        </p:txBody>
      </p:sp>
      <p:sp>
        <p:nvSpPr>
          <p:cNvPr id="27" name="C8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2EB84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8" name="C9 R result"/>
          <p:cNvSpPr txBox="1"/>
          <p:nvPr/>
        </p:nvSpPr>
        <p:spPr>
          <a:xfrm>
            <a:off x="502920" y="1559458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ar-SA" altLang="en-US" sz="7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شَ</a:t>
            </a:r>
            <a:pPr algn="ctr" indent="0" marL="0">
              <a:buNone/>
            </a:pPr>
            <a:r>
              <a:rPr lang="ar-SA" altLang="en-US" sz="5900" baseline="12500" dirty="0">
                <a:solidFill>
                  <a:srgbClr val="E0313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pPr algn="ctr" indent="0" marL="0">
              <a:buNone/>
            </a:pPr>
            <a:r>
              <a:rPr lang="ar-SA" altLang="en-US" sz="7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جَ</a:t>
            </a:r>
            <a:endParaRPr lang="ar-SA" sz="7400" dirty="0"/>
          </a:p>
        </p:txBody>
      </p:sp>
    </p:spTree>
  </p:cSld>
  <p:clrMapOvr>
    <a:masterClrMapping/>
  </p:clrMapOvr>
  <p:transition spd="med">
    <p:fade/>
    <p:sndAc>
      <p:stSnd>
        <p:snd r:embed="rIdTrSnd" name="sparkl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3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5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6" fill="hold">
                      <p:stCondLst>
                        <p:cond delay="indefinite"/>
                      </p:stCondLst>
                      <p:childTnLst>
                        <p:par>
                          <p:cTn id="27" fill="hold">
                            <p:stCondLst>
                              <p:cond delay="0"/>
                            </p:stCondLst>
                            <p:childTnLst>
                              <p:par>
                                <p:cTn id="2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0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1" fill="hold">
                      <p:stCondLst>
                        <p:cond delay="indefinite"/>
                      </p:stCondLst>
                      <p:childTnLst>
                        <p:par>
                          <p:cTn id="32" fill="hold">
                            <p:stCondLst>
                              <p:cond delay="0"/>
                            </p:stCondLst>
                            <p:childTnLst>
                              <p:par>
                                <p:cTn id="3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5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6" fill="hold">
                      <p:stCondLst>
                        <p:cond delay="indefinite"/>
                      </p:stCondLst>
                      <p:childTnLst>
                        <p:par>
                          <p:cTn id="37" fill="hold">
                            <p:stCondLst>
                              <p:cond delay="0"/>
                            </p:stCondLst>
                            <p:childTnLst>
                              <p:par>
                                <p:cTn id="3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  <p:bldP spid="28" grpId="0" animBg="1"/>
    </p:bldLst>
  </p:timing>
</p:sld>
</file>

<file path=ppt/slides/slide4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1">
    <p:bg>
      <p:bgPr>
        <a:solidFill>
          <a:srgbClr val="F7EBC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sun low"/>
          <p:cNvSpPr/>
          <p:nvPr/>
        </p:nvSpPr>
        <p:spPr>
          <a:xfrm>
            <a:off x="3566160" y="4343400"/>
            <a:ext cx="2011680" cy="2011680"/>
          </a:xfrm>
          <a:prstGeom prst="ellipse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3" name="Deco dune left"/>
          <p:cNvSpPr/>
          <p:nvPr/>
        </p:nvSpPr>
        <p:spPr>
          <a:xfrm>
            <a:off x="-1097280" y="4572000"/>
            <a:ext cx="4572000" cy="1280160"/>
          </a:xfrm>
          <a:prstGeom prst="ellipse">
            <a:avLst/>
          </a:prstGeom>
          <a:solidFill>
            <a:srgbClr val="C4D864"/>
          </a:solidFill>
          <a:ln w="12700">
            <a:solidFill>
              <a:srgbClr val="C4D864"/>
            </a:solidFill>
            <a:prstDash val="solid"/>
          </a:ln>
        </p:spPr>
      </p:sp>
      <p:sp>
        <p:nvSpPr>
          <p:cNvPr id="4" name="Deco dune right"/>
          <p:cNvSpPr/>
          <p:nvPr/>
        </p:nvSpPr>
        <p:spPr>
          <a:xfrm>
            <a:off x="5303520" y="4617720"/>
            <a:ext cx="5120640" cy="1280160"/>
          </a:xfrm>
          <a:prstGeom prst="ellipse">
            <a:avLst/>
          </a:prstGeom>
          <a:solidFill>
            <a:srgbClr val="D0D147"/>
          </a:solidFill>
          <a:ln w="12700">
            <a:solidFill>
              <a:srgbClr val="D0D147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320040" y="137160"/>
            <a:ext cx="1371600" cy="5943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right"/>
          <p:cNvSpPr/>
          <p:nvPr/>
        </p:nvSpPr>
        <p:spPr>
          <a:xfrm>
            <a:off x="7223760" y="182880"/>
            <a:ext cx="1280160" cy="548640"/>
          </a:xfrm>
          <a:prstGeom prst="cloud">
            <a:avLst/>
          </a:prstGeom>
          <a:solidFill>
            <a:srgbClr val="FFF3E8"/>
          </a:solidFill>
          <a:ln w="12700">
            <a:solidFill>
              <a:srgbClr val="FFF3E8"/>
            </a:solidFill>
            <a:prstDash val="solid"/>
          </a:ln>
        </p:spPr>
      </p:sp>
      <p:sp>
        <p:nvSpPr>
          <p:cNvPr id="7" name="Deco bird 0"/>
          <p:cNvSpPr/>
          <p:nvPr/>
        </p:nvSpPr>
        <p:spPr>
          <a:xfrm rot="5400000">
            <a:off x="2926080" y="32004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8" name="Deco bird 1"/>
          <p:cNvSpPr/>
          <p:nvPr/>
        </p:nvSpPr>
        <p:spPr>
          <a:xfrm rot="5400000">
            <a:off x="3291840" y="22860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9" name="Deco bird 2"/>
          <p:cNvSpPr/>
          <p:nvPr/>
        </p:nvSpPr>
        <p:spPr>
          <a:xfrm rot="5400000">
            <a:off x="5394960" y="36576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10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1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12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3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4" name="C1 L1 letter"/>
          <p:cNvSpPr txBox="1"/>
          <p:nvPr/>
        </p:nvSpPr>
        <p:spPr>
          <a:xfrm>
            <a:off x="7269480" y="1888528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ش</a:t>
            </a:r>
            <a:endParaRPr lang="ar-SA" sz="4100" dirty="0"/>
          </a:p>
        </p:txBody>
      </p:sp>
      <p:sp>
        <p:nvSpPr>
          <p:cNvPr id="15" name="C2 V1 vowel"/>
          <p:cNvSpPr txBox="1"/>
          <p:nvPr/>
        </p:nvSpPr>
        <p:spPr>
          <a:xfrm>
            <a:off x="7269480" y="1888528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شَ</a:t>
            </a:r>
            <a:endParaRPr lang="ar-SA" sz="4100" dirty="0"/>
          </a:p>
        </p:txBody>
      </p:sp>
      <p:sp>
        <p:nvSpPr>
          <p:cNvPr id="16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2652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7" name="C4 M2 madd"/>
          <p:cNvSpPr txBox="1"/>
          <p:nvPr/>
        </p:nvSpPr>
        <p:spPr>
          <a:xfrm>
            <a:off x="5486400" y="1909953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ar-SA" altLang="en-US" sz="3300" dirty="0">
                <a:solidFill>
                  <a:srgbClr val="E0313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3300" dirty="0"/>
          </a:p>
        </p:txBody>
      </p:sp>
      <p:sp>
        <p:nvSpPr>
          <p:cNvPr id="18" name="C4 S2 stretch"/>
          <p:cNvSpPr/>
          <p:nvPr/>
        </p:nvSpPr>
        <p:spPr>
          <a:xfrm>
            <a:off x="5856732" y="1568196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9" name="C5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2652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0" name="C6 L3 letter"/>
          <p:cNvSpPr txBox="1"/>
          <p:nvPr/>
        </p:nvSpPr>
        <p:spPr>
          <a:xfrm>
            <a:off x="3703320" y="1790116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</a:t>
            </a:r>
            <a:endParaRPr lang="ar-SA" sz="4100" dirty="0"/>
          </a:p>
        </p:txBody>
      </p:sp>
      <p:sp>
        <p:nvSpPr>
          <p:cNvPr id="21" name="C7 V3 vowel"/>
          <p:cNvSpPr txBox="1"/>
          <p:nvPr/>
        </p:nvSpPr>
        <p:spPr>
          <a:xfrm>
            <a:off x="3703320" y="1790116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حَ</a:t>
            </a:r>
            <a:endParaRPr lang="ar-SA" sz="4100" dirty="0"/>
          </a:p>
        </p:txBody>
      </p:sp>
      <p:sp>
        <p:nvSpPr>
          <p:cNvPr id="22" name="C8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682E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3" name="C9 R result"/>
          <p:cNvSpPr txBox="1"/>
          <p:nvPr/>
        </p:nvSpPr>
        <p:spPr>
          <a:xfrm>
            <a:off x="502920" y="1559458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ar-SA" altLang="en-US" sz="7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شَ</a:t>
            </a:r>
            <a:pPr algn="ctr" indent="0" marL="0">
              <a:buNone/>
            </a:pPr>
            <a:r>
              <a:rPr lang="ar-SA" altLang="en-US" sz="5900" baseline="12500" dirty="0">
                <a:solidFill>
                  <a:srgbClr val="E0313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pPr algn="ctr" indent="0" marL="0">
              <a:buNone/>
            </a:pPr>
            <a:r>
              <a:rPr lang="ar-SA" altLang="en-US" sz="7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حَ</a:t>
            </a:r>
            <a:endParaRPr lang="ar-SA" sz="7400" dirty="0"/>
          </a:p>
        </p:txBody>
      </p:sp>
    </p:spTree>
  </p:cSld>
  <p:clrMapOvr>
    <a:masterClrMapping/>
  </p:clrMapOvr>
  <p:transition spd="med">
    <p:cover dir="l"/>
    <p:sndAc>
      <p:stSnd>
        <p:snd r:embed="rIdTrSnd" name="marimba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3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5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6" fill="hold">
                      <p:stCondLst>
                        <p:cond delay="indefinite"/>
                      </p:stCondLst>
                      <p:childTnLst>
                        <p:par>
                          <p:cTn id="27" fill="hold">
                            <p:stCondLst>
                              <p:cond delay="0"/>
                            </p:stCondLst>
                            <p:childTnLst>
                              <p:par>
                                <p:cTn id="2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0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1" fill="hold">
                      <p:stCondLst>
                        <p:cond delay="indefinite"/>
                      </p:stCondLst>
                      <p:childTnLst>
                        <p:par>
                          <p:cTn id="32" fill="hold">
                            <p:stCondLst>
                              <p:cond delay="0"/>
                            </p:stCondLst>
                            <p:childTnLst>
                              <p:par>
                                <p:cTn id="3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5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6" fill="hold">
                      <p:stCondLst>
                        <p:cond delay="indefinite"/>
                      </p:stCondLst>
                      <p:childTnLst>
                        <p:par>
                          <p:cTn id="37" fill="hold">
                            <p:stCondLst>
                              <p:cond delay="0"/>
                            </p:stCondLst>
                            <p:childTnLst>
                              <p:par>
                                <p:cTn id="3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4" grpId="0" animBg="1"/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</p:bldLst>
  </p:timing>
</p:sld>
</file>

<file path=ppt/slides/slide4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2">
    <p:bg>
      <p:bgPr>
        <a:solidFill>
          <a:srgbClr val="C5F4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434840"/>
            <a:ext cx="4754880" cy="1463040"/>
          </a:xfrm>
          <a:prstGeom prst="ellipse">
            <a:avLst/>
          </a:prstGeom>
          <a:solidFill>
            <a:srgbClr val="AA66CC"/>
          </a:solidFill>
          <a:ln w="12700">
            <a:solidFill>
              <a:srgbClr val="AA66CC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023360" y="4526280"/>
            <a:ext cx="5852160" cy="1463040"/>
          </a:xfrm>
          <a:prstGeom prst="ellipse">
            <a:avLst/>
          </a:prstGeom>
          <a:solidFill>
            <a:srgbClr val="BF40BF"/>
          </a:solidFill>
          <a:ln w="12700">
            <a:solidFill>
              <a:srgbClr val="BF40BF"/>
            </a:solidFill>
            <a:prstDash val="solid"/>
          </a:ln>
        </p:spPr>
      </p:sp>
      <p:sp>
        <p:nvSpPr>
          <p:cNvPr id="4" name="Deco sun"/>
          <p:cNvSpPr/>
          <p:nvPr/>
        </p:nvSpPr>
        <p:spPr>
          <a:xfrm>
            <a:off x="274320" y="91440"/>
            <a:ext cx="731520" cy="73152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85800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863840" y="457200"/>
            <a:ext cx="822960" cy="365760"/>
          </a:xfrm>
          <a:prstGeom prst="cloud">
            <a:avLst/>
          </a:prstGeom>
          <a:solidFill>
            <a:srgbClr val="F4FAFF"/>
          </a:solidFill>
          <a:ln w="12700">
            <a:solidFill>
              <a:srgbClr val="F4FAFF"/>
            </a:solidFill>
            <a:prstDash val="solid"/>
          </a:ln>
        </p:spPr>
      </p:sp>
      <p:sp>
        <p:nvSpPr>
          <p:cNvPr id="7" name="Deco flower 0"/>
          <p:cNvSpPr/>
          <p:nvPr/>
        </p:nvSpPr>
        <p:spPr>
          <a:xfrm>
            <a:off x="128016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8" name="Deco flower 1"/>
          <p:cNvSpPr/>
          <p:nvPr/>
        </p:nvSpPr>
        <p:spPr>
          <a:xfrm>
            <a:off x="1828800" y="4526280"/>
            <a:ext cx="292608" cy="292608"/>
          </a:xfrm>
          <a:prstGeom prst="star5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9" name="Deco flower 2"/>
          <p:cNvSpPr/>
          <p:nvPr/>
        </p:nvSpPr>
        <p:spPr>
          <a:xfrm>
            <a:off x="7315200" y="4526280"/>
            <a:ext cx="292608" cy="292608"/>
          </a:xfrm>
          <a:prstGeom prst="star5">
            <a:avLst/>
          </a:prstGeom>
          <a:solidFill>
            <a:srgbClr val="8E5BD0"/>
          </a:solidFill>
          <a:ln w="12700">
            <a:solidFill>
              <a:srgbClr val="8E5BD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795528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11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2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13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C1 L1 letter"/>
          <p:cNvSpPr txBox="1"/>
          <p:nvPr/>
        </p:nvSpPr>
        <p:spPr>
          <a:xfrm>
            <a:off x="7269480" y="1888528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ش</a:t>
            </a:r>
            <a:endParaRPr lang="ar-SA" sz="4100" dirty="0"/>
          </a:p>
        </p:txBody>
      </p:sp>
      <p:sp>
        <p:nvSpPr>
          <p:cNvPr id="16" name="C2 V1 vowel"/>
          <p:cNvSpPr txBox="1"/>
          <p:nvPr/>
        </p:nvSpPr>
        <p:spPr>
          <a:xfrm>
            <a:off x="7269480" y="1888528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شَ</a:t>
            </a:r>
            <a:endParaRPr lang="ar-SA" sz="4100" dirty="0"/>
          </a:p>
        </p:txBody>
      </p:sp>
      <p:sp>
        <p:nvSpPr>
          <p:cNvPr id="17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D92F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8" name="C4 M2 madd"/>
          <p:cNvSpPr txBox="1"/>
          <p:nvPr/>
        </p:nvSpPr>
        <p:spPr>
          <a:xfrm>
            <a:off x="5486400" y="1909953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ar-SA" altLang="en-US" sz="3300" dirty="0">
                <a:solidFill>
                  <a:srgbClr val="E0313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3300" dirty="0"/>
          </a:p>
        </p:txBody>
      </p:sp>
      <p:sp>
        <p:nvSpPr>
          <p:cNvPr id="19" name="C4 S2 stretch"/>
          <p:cNvSpPr/>
          <p:nvPr/>
        </p:nvSpPr>
        <p:spPr>
          <a:xfrm>
            <a:off x="5856732" y="1568196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0" name="C5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D92F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1" name="C6 L3 letter"/>
          <p:cNvSpPr txBox="1"/>
          <p:nvPr/>
        </p:nvSpPr>
        <p:spPr>
          <a:xfrm>
            <a:off x="3703320" y="1842707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</a:t>
            </a:r>
            <a:endParaRPr lang="ar-SA" sz="4100" dirty="0"/>
          </a:p>
        </p:txBody>
      </p:sp>
      <p:sp>
        <p:nvSpPr>
          <p:cNvPr id="22" name="C7 V3 vowel"/>
          <p:cNvSpPr txBox="1"/>
          <p:nvPr/>
        </p:nvSpPr>
        <p:spPr>
          <a:xfrm>
            <a:off x="3703320" y="1842707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خَ</a:t>
            </a:r>
            <a:endParaRPr lang="ar-SA" sz="4100" dirty="0"/>
          </a:p>
        </p:txBody>
      </p:sp>
      <p:sp>
        <p:nvSpPr>
          <p:cNvPr id="23" name="C8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B890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4" name="C9 R result"/>
          <p:cNvSpPr txBox="1"/>
          <p:nvPr/>
        </p:nvSpPr>
        <p:spPr>
          <a:xfrm>
            <a:off x="502920" y="1559458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ar-SA" altLang="en-US" sz="7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شَ</a:t>
            </a:r>
            <a:pPr algn="ctr" indent="0" marL="0">
              <a:buNone/>
            </a:pPr>
            <a:r>
              <a:rPr lang="ar-SA" altLang="en-US" sz="5900" baseline="12500" dirty="0">
                <a:solidFill>
                  <a:srgbClr val="E0313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pPr algn="ctr" indent="0" marL="0">
              <a:buNone/>
            </a:pPr>
            <a:r>
              <a:rPr lang="ar-SA" altLang="en-US" sz="7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خَ</a:t>
            </a:r>
            <a:endParaRPr lang="ar-SA" sz="7400" dirty="0"/>
          </a:p>
        </p:txBody>
      </p:sp>
    </p:spTree>
  </p:cSld>
  <p:clrMapOvr>
    <a:masterClrMapping/>
  </p:clrMapOvr>
  <p:transition spd="med">
    <p:zoom/>
    <p:sndAc>
      <p:stSnd>
        <p:snd r:embed="rIdTrSnd" name="harp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3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5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6" fill="hold">
                      <p:stCondLst>
                        <p:cond delay="indefinite"/>
                      </p:stCondLst>
                      <p:childTnLst>
                        <p:par>
                          <p:cTn id="27" fill="hold">
                            <p:stCondLst>
                              <p:cond delay="0"/>
                            </p:stCondLst>
                            <p:childTnLst>
                              <p:par>
                                <p:cTn id="2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0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1" fill="hold">
                      <p:stCondLst>
                        <p:cond delay="indefinite"/>
                      </p:stCondLst>
                      <p:childTnLst>
                        <p:par>
                          <p:cTn id="32" fill="hold">
                            <p:stCondLst>
                              <p:cond delay="0"/>
                            </p:stCondLst>
                            <p:childTnLst>
                              <p:par>
                                <p:cTn id="3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5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6" fill="hold">
                      <p:stCondLst>
                        <p:cond delay="indefinite"/>
                      </p:stCondLst>
                      <p:childTnLst>
                        <p:par>
                          <p:cTn id="37" fill="hold">
                            <p:stCondLst>
                              <p:cond delay="0"/>
                            </p:stCondLst>
                            <p:childTnLst>
                              <p:par>
                                <p:cTn id="3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</p:bldLst>
  </p:timing>
</p:sld>
</file>

<file path=ppt/slides/slide4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3">
    <p:bg>
      <p:bgPr>
        <a:solidFill>
          <a:srgbClr val="43143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moon"/>
          <p:cNvSpPr/>
          <p:nvPr/>
        </p:nvSpPr>
        <p:spPr>
          <a:xfrm>
            <a:off x="365760" y="91440"/>
            <a:ext cx="502920" cy="731520"/>
          </a:xfrm>
          <a:prstGeom prst="moon">
            <a:avLst/>
          </a:prstGeom>
          <a:solidFill>
            <a:srgbClr val="FFE88A"/>
          </a:solidFill>
          <a:ln w="12700">
            <a:solidFill>
              <a:srgbClr val="FFE88A"/>
            </a:solidFill>
            <a:prstDash val="solid"/>
          </a:ln>
        </p:spPr>
      </p:sp>
      <p:sp>
        <p:nvSpPr>
          <p:cNvPr id="3" name="Deco star 0"/>
          <p:cNvSpPr/>
          <p:nvPr/>
        </p:nvSpPr>
        <p:spPr>
          <a:xfrm>
            <a:off x="1280160" y="18288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4" name="Deco star 1"/>
          <p:cNvSpPr/>
          <p:nvPr/>
        </p:nvSpPr>
        <p:spPr>
          <a:xfrm>
            <a:off x="2194560" y="50292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5" name="Deco star 2"/>
          <p:cNvSpPr/>
          <p:nvPr/>
        </p:nvSpPr>
        <p:spPr>
          <a:xfrm>
            <a:off x="3291840" y="137160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6" name="Deco star 3"/>
          <p:cNvSpPr/>
          <p:nvPr/>
        </p:nvSpPr>
        <p:spPr>
          <a:xfrm>
            <a:off x="5760720" y="457200"/>
            <a:ext cx="365760" cy="36576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7" name="Deco star 4"/>
          <p:cNvSpPr/>
          <p:nvPr/>
        </p:nvSpPr>
        <p:spPr>
          <a:xfrm>
            <a:off x="6766560" y="109728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8" name="Deco star 5"/>
          <p:cNvSpPr/>
          <p:nvPr/>
        </p:nvSpPr>
        <p:spPr>
          <a:xfrm>
            <a:off x="7772400" y="41148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9" name="Deco star 6"/>
          <p:cNvSpPr/>
          <p:nvPr/>
        </p:nvSpPr>
        <p:spPr>
          <a:xfrm>
            <a:off x="8503920" y="13716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10" name="Deco hill left"/>
          <p:cNvSpPr/>
          <p:nvPr/>
        </p:nvSpPr>
        <p:spPr>
          <a:xfrm>
            <a:off x="-914400" y="4480560"/>
            <a:ext cx="4937760" cy="1463040"/>
          </a:xfrm>
          <a:prstGeom prst="ellipse">
            <a:avLst/>
          </a:prstGeom>
          <a:solidFill>
            <a:srgbClr val="642B34"/>
          </a:solidFill>
          <a:ln w="12700">
            <a:solidFill>
              <a:srgbClr val="642B34"/>
            </a:solidFill>
            <a:prstDash val="solid"/>
          </a:ln>
        </p:spPr>
      </p:sp>
      <p:sp>
        <p:nvSpPr>
          <p:cNvPr id="11" name="Deco hill right"/>
          <p:cNvSpPr/>
          <p:nvPr/>
        </p:nvSpPr>
        <p:spPr>
          <a:xfrm>
            <a:off x="4206240" y="4572000"/>
            <a:ext cx="5669280" cy="1463040"/>
          </a:xfrm>
          <a:prstGeom prst="ellipse">
            <a:avLst/>
          </a:prstGeom>
          <a:solidFill>
            <a:srgbClr val="794C34"/>
          </a:solidFill>
          <a:ln w="12700">
            <a:solidFill>
              <a:srgbClr val="794C34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14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5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6" name="C1 L1 letter"/>
          <p:cNvSpPr txBox="1"/>
          <p:nvPr/>
        </p:nvSpPr>
        <p:spPr>
          <a:xfrm>
            <a:off x="7269480" y="1888528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ش</a:t>
            </a:r>
            <a:endParaRPr lang="ar-SA" sz="4100" dirty="0"/>
          </a:p>
        </p:txBody>
      </p:sp>
      <p:sp>
        <p:nvSpPr>
          <p:cNvPr id="17" name="C2 V1 vowel"/>
          <p:cNvSpPr txBox="1"/>
          <p:nvPr/>
        </p:nvSpPr>
        <p:spPr>
          <a:xfrm>
            <a:off x="7269480" y="1888528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شَ</a:t>
            </a:r>
            <a:endParaRPr lang="ar-SA" sz="4100" dirty="0"/>
          </a:p>
        </p:txBody>
      </p:sp>
      <p:sp>
        <p:nvSpPr>
          <p:cNvPr id="18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26D963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9" name="C4 M2 madd"/>
          <p:cNvSpPr txBox="1"/>
          <p:nvPr/>
        </p:nvSpPr>
        <p:spPr>
          <a:xfrm>
            <a:off x="5486400" y="1909953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ar-SA" altLang="en-US" sz="3300" dirty="0">
                <a:solidFill>
                  <a:srgbClr val="E0313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3300" dirty="0"/>
          </a:p>
        </p:txBody>
      </p:sp>
      <p:sp>
        <p:nvSpPr>
          <p:cNvPr id="20" name="C4 S2 stretch"/>
          <p:cNvSpPr/>
          <p:nvPr/>
        </p:nvSpPr>
        <p:spPr>
          <a:xfrm>
            <a:off x="5856732" y="1568196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1" name="C5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26D963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2" name="C6 L3 letter"/>
          <p:cNvSpPr txBox="1"/>
          <p:nvPr/>
        </p:nvSpPr>
        <p:spPr>
          <a:xfrm>
            <a:off x="3703320" y="1899723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د</a:t>
            </a:r>
            <a:endParaRPr lang="ar-SA" sz="4100" dirty="0"/>
          </a:p>
        </p:txBody>
      </p:sp>
      <p:sp>
        <p:nvSpPr>
          <p:cNvPr id="23" name="C7 V3 vowel"/>
          <p:cNvSpPr txBox="1"/>
          <p:nvPr/>
        </p:nvSpPr>
        <p:spPr>
          <a:xfrm>
            <a:off x="3703320" y="1899723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دَ</a:t>
            </a:r>
            <a:endParaRPr lang="ar-SA" sz="4100" dirty="0"/>
          </a:p>
        </p:txBody>
      </p:sp>
      <p:sp>
        <p:nvSpPr>
          <p:cNvPr id="24" name="C8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2EB7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5" name="C9 R result"/>
          <p:cNvSpPr txBox="1"/>
          <p:nvPr/>
        </p:nvSpPr>
        <p:spPr>
          <a:xfrm>
            <a:off x="502920" y="1757934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شَ</a:t>
            </a:r>
            <a:pPr algn="ctr" indent="0" marL="0">
              <a:buNone/>
            </a:pPr>
            <a:r>
              <a:rPr lang="ar-SA" altLang="en-US" sz="7200" baseline="12500" dirty="0">
                <a:solidFill>
                  <a:srgbClr val="E0313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pPr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دَ</a:t>
            </a:r>
            <a:endParaRPr lang="ar-SA" sz="9000" dirty="0"/>
          </a:p>
        </p:txBody>
      </p:sp>
    </p:spTree>
  </p:cSld>
  <p:clrMapOvr>
    <a:masterClrMapping/>
  </p:clrMapOvr>
  <p:transition spd="med">
    <p:wheel spokes="4"/>
    <p:sndAc>
      <p:stSnd>
        <p:snd r:embed="rIdTrSnd" name="chim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3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5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6" fill="hold">
                      <p:stCondLst>
                        <p:cond delay="indefinite"/>
                      </p:stCondLst>
                      <p:childTnLst>
                        <p:par>
                          <p:cTn id="27" fill="hold">
                            <p:stCondLst>
                              <p:cond delay="0"/>
                            </p:stCondLst>
                            <p:childTnLst>
                              <p:par>
                                <p:cTn id="2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0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1" fill="hold">
                      <p:stCondLst>
                        <p:cond delay="indefinite"/>
                      </p:stCondLst>
                      <p:childTnLst>
                        <p:par>
                          <p:cTn id="32" fill="hold">
                            <p:stCondLst>
                              <p:cond delay="0"/>
                            </p:stCondLst>
                            <p:childTnLst>
                              <p:par>
                                <p:cTn id="3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5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6" fill="hold">
                      <p:stCondLst>
                        <p:cond delay="indefinite"/>
                      </p:stCondLst>
                      <p:childTnLst>
                        <p:par>
                          <p:cTn id="37" fill="hold">
                            <p:stCondLst>
                              <p:cond delay="0"/>
                            </p:stCondLst>
                            <p:childTnLst>
                              <p:par>
                                <p:cTn id="3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  <p:bldP spid="25" grpId="0" animBg="1"/>
    </p:bldLst>
  </p:timing>
</p:sld>
</file>

<file path=ppt/slides/slide4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4">
    <p:bg>
      <p:bgPr>
        <a:solidFill>
          <a:srgbClr val="D7F7C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wave back"/>
          <p:cNvSpPr/>
          <p:nvPr/>
        </p:nvSpPr>
        <p:spPr>
          <a:xfrm>
            <a:off x="-182880" y="4389120"/>
            <a:ext cx="9509760" cy="548640"/>
          </a:xfrm>
          <a:prstGeom prst="wave">
            <a:avLst/>
          </a:prstGeom>
          <a:solidFill>
            <a:srgbClr val="C25CD6"/>
          </a:solidFill>
          <a:ln w="12700">
            <a:solidFill>
              <a:srgbClr val="C25CD6"/>
            </a:solidFill>
            <a:prstDash val="solid"/>
          </a:ln>
        </p:spPr>
      </p:sp>
      <p:sp>
        <p:nvSpPr>
          <p:cNvPr id="3" name="Deco sea floor"/>
          <p:cNvSpPr/>
          <p:nvPr/>
        </p:nvSpPr>
        <p:spPr>
          <a:xfrm>
            <a:off x="0" y="4709160"/>
            <a:ext cx="9144000" cy="457200"/>
          </a:xfrm>
          <a:prstGeom prst="rect">
            <a:avLst/>
          </a:prstGeom>
          <a:solidFill>
            <a:srgbClr val="BF33CC"/>
          </a:solidFill>
          <a:ln w="12700">
            <a:solidFill>
              <a:srgbClr val="BF33CC"/>
            </a:solidFill>
            <a:prstDash val="solid"/>
          </a:ln>
        </p:spPr>
      </p:sp>
      <p:sp>
        <p:nvSpPr>
          <p:cNvPr id="4" name="Deco bubble 0"/>
          <p:cNvSpPr/>
          <p:nvPr/>
        </p:nvSpPr>
        <p:spPr>
          <a:xfrm>
            <a:off x="365760" y="182880"/>
            <a:ext cx="411480" cy="4114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5" name="Deco bubble 1"/>
          <p:cNvSpPr/>
          <p:nvPr/>
        </p:nvSpPr>
        <p:spPr>
          <a:xfrm>
            <a:off x="914400" y="502920"/>
            <a:ext cx="256032" cy="256032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6" name="Deco bubble 2"/>
          <p:cNvSpPr/>
          <p:nvPr/>
        </p:nvSpPr>
        <p:spPr>
          <a:xfrm>
            <a:off x="8138160" y="137160"/>
            <a:ext cx="457200" cy="4572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7" name="Deco bubble 3"/>
          <p:cNvSpPr/>
          <p:nvPr/>
        </p:nvSpPr>
        <p:spPr>
          <a:xfrm>
            <a:off x="7680960" y="548640"/>
            <a:ext cx="228600" cy="2286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8" name="Deco bubble 4"/>
          <p:cNvSpPr/>
          <p:nvPr/>
        </p:nvSpPr>
        <p:spPr>
          <a:xfrm>
            <a:off x="8686800" y="566928"/>
            <a:ext cx="182880" cy="1828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9" name="Deco sun"/>
          <p:cNvSpPr/>
          <p:nvPr/>
        </p:nvSpPr>
        <p:spPr>
          <a:xfrm>
            <a:off x="4206240" y="109728"/>
            <a:ext cx="685800" cy="68580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0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1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12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3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4" name="C1 L1 letter"/>
          <p:cNvSpPr txBox="1"/>
          <p:nvPr/>
        </p:nvSpPr>
        <p:spPr>
          <a:xfrm>
            <a:off x="7269480" y="1888528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ش</a:t>
            </a:r>
            <a:endParaRPr lang="ar-SA" sz="4100" dirty="0"/>
          </a:p>
        </p:txBody>
      </p:sp>
      <p:sp>
        <p:nvSpPr>
          <p:cNvPr id="15" name="C2 V1 vowel"/>
          <p:cNvSpPr txBox="1"/>
          <p:nvPr/>
        </p:nvSpPr>
        <p:spPr>
          <a:xfrm>
            <a:off x="7269480" y="1888528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شَ</a:t>
            </a:r>
            <a:endParaRPr lang="ar-SA" sz="4100" dirty="0"/>
          </a:p>
        </p:txBody>
      </p:sp>
      <p:sp>
        <p:nvSpPr>
          <p:cNvPr id="16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9726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7" name="C4 M2 madd"/>
          <p:cNvSpPr txBox="1"/>
          <p:nvPr/>
        </p:nvSpPr>
        <p:spPr>
          <a:xfrm>
            <a:off x="5486400" y="1909953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ar-SA" altLang="en-US" sz="3300" dirty="0">
                <a:solidFill>
                  <a:srgbClr val="E0313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3300" dirty="0"/>
          </a:p>
        </p:txBody>
      </p:sp>
      <p:sp>
        <p:nvSpPr>
          <p:cNvPr id="18" name="C4 S2 stretch"/>
          <p:cNvSpPr/>
          <p:nvPr/>
        </p:nvSpPr>
        <p:spPr>
          <a:xfrm>
            <a:off x="5856732" y="1568196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9" name="C5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9726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0" name="C6 L3 letter"/>
          <p:cNvSpPr txBox="1"/>
          <p:nvPr/>
        </p:nvSpPr>
        <p:spPr>
          <a:xfrm>
            <a:off x="3703320" y="1952314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ذ</a:t>
            </a:r>
            <a:endParaRPr lang="ar-SA" sz="4100" dirty="0"/>
          </a:p>
        </p:txBody>
      </p:sp>
      <p:sp>
        <p:nvSpPr>
          <p:cNvPr id="21" name="C7 V3 vowel"/>
          <p:cNvSpPr txBox="1"/>
          <p:nvPr/>
        </p:nvSpPr>
        <p:spPr>
          <a:xfrm>
            <a:off x="3703320" y="1952314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ذَ</a:t>
            </a:r>
            <a:endParaRPr lang="ar-SA" sz="4100" dirty="0"/>
          </a:p>
        </p:txBody>
      </p:sp>
      <p:sp>
        <p:nvSpPr>
          <p:cNvPr id="22" name="C8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B82E8F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3" name="C9 R result"/>
          <p:cNvSpPr txBox="1"/>
          <p:nvPr/>
        </p:nvSpPr>
        <p:spPr>
          <a:xfrm>
            <a:off x="502920" y="1766507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شَ</a:t>
            </a:r>
            <a:pPr algn="ctr" indent="0" marL="0">
              <a:buNone/>
            </a:pPr>
            <a:r>
              <a:rPr lang="ar-SA" altLang="en-US" sz="7200" baseline="12500" dirty="0">
                <a:solidFill>
                  <a:srgbClr val="E0313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pPr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ذَ</a:t>
            </a:r>
            <a:endParaRPr lang="ar-SA" sz="9000" dirty="0"/>
          </a:p>
        </p:txBody>
      </p:sp>
    </p:spTree>
  </p:cSld>
  <p:clrMapOvr>
    <a:masterClrMapping/>
  </p:clrMapOvr>
  <p:transition spd="med">
    <p:wipe dir="l"/>
    <p:sndAc>
      <p:stSnd>
        <p:snd r:embed="rIdTrSnd" name="whoosh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3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5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6" fill="hold">
                      <p:stCondLst>
                        <p:cond delay="indefinite"/>
                      </p:stCondLst>
                      <p:childTnLst>
                        <p:par>
                          <p:cTn id="27" fill="hold">
                            <p:stCondLst>
                              <p:cond delay="0"/>
                            </p:stCondLst>
                            <p:childTnLst>
                              <p:par>
                                <p:cTn id="2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0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1" fill="hold">
                      <p:stCondLst>
                        <p:cond delay="indefinite"/>
                      </p:stCondLst>
                      <p:childTnLst>
                        <p:par>
                          <p:cTn id="32" fill="hold">
                            <p:stCondLst>
                              <p:cond delay="0"/>
                            </p:stCondLst>
                            <p:childTnLst>
                              <p:par>
                                <p:cTn id="3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5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6" fill="hold">
                      <p:stCondLst>
                        <p:cond delay="indefinite"/>
                      </p:stCondLst>
                      <p:childTnLst>
                        <p:par>
                          <p:cTn id="37" fill="hold">
                            <p:stCondLst>
                              <p:cond delay="0"/>
                            </p:stCondLst>
                            <p:childTnLst>
                              <p:par>
                                <p:cTn id="3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4" grpId="0" animBg="1"/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</p:bldLst>
  </p:timing>
</p:sld>
</file>

<file path=ppt/slides/slide4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5">
    <p:bg>
      <p:bgPr>
        <a:solidFill>
          <a:srgbClr val="C5C9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grass"/>
          <p:cNvSpPr/>
          <p:nvPr/>
        </p:nvSpPr>
        <p:spPr>
          <a:xfrm>
            <a:off x="0" y="4617720"/>
            <a:ext cx="9144000" cy="548640"/>
          </a:xfrm>
          <a:prstGeom prst="rect">
            <a:avLst/>
          </a:prstGeom>
          <a:solidFill>
            <a:srgbClr val="C653B3"/>
          </a:solidFill>
          <a:ln w="12700">
            <a:solidFill>
              <a:srgbClr val="C653B3"/>
            </a:solidFill>
            <a:prstDash val="solid"/>
          </a:ln>
        </p:spPr>
      </p:sp>
      <p:sp>
        <p:nvSpPr>
          <p:cNvPr id="3" name="Deco stem 0"/>
          <p:cNvSpPr/>
          <p:nvPr/>
        </p:nvSpPr>
        <p:spPr>
          <a:xfrm>
            <a:off x="57607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4" name="Deco flower 0"/>
          <p:cNvSpPr/>
          <p:nvPr/>
        </p:nvSpPr>
        <p:spPr>
          <a:xfrm>
            <a:off x="457200" y="4370832"/>
            <a:ext cx="274320" cy="274320"/>
          </a:xfrm>
          <a:prstGeom prst="flowChartConnector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5" name="Deco stem 1"/>
          <p:cNvSpPr/>
          <p:nvPr/>
        </p:nvSpPr>
        <p:spPr>
          <a:xfrm>
            <a:off x="13990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6" name="Deco flower 1"/>
          <p:cNvSpPr/>
          <p:nvPr/>
        </p:nvSpPr>
        <p:spPr>
          <a:xfrm>
            <a:off x="1280160" y="4370832"/>
            <a:ext cx="274320" cy="274320"/>
          </a:xfrm>
          <a:prstGeom prst="flowChartConnector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7" name="Deco stem 2"/>
          <p:cNvSpPr/>
          <p:nvPr/>
        </p:nvSpPr>
        <p:spPr>
          <a:xfrm>
            <a:off x="22219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8" name="Deco flower 2"/>
          <p:cNvSpPr/>
          <p:nvPr/>
        </p:nvSpPr>
        <p:spPr>
          <a:xfrm>
            <a:off x="2103120" y="4370832"/>
            <a:ext cx="274320" cy="274320"/>
          </a:xfrm>
          <a:prstGeom prst="flowChartConnector">
            <a:avLst/>
          </a:prstGeom>
          <a:solidFill>
            <a:srgbClr val="B892FF"/>
          </a:solidFill>
          <a:ln w="12700">
            <a:solidFill>
              <a:srgbClr val="B892FF"/>
            </a:solidFill>
            <a:prstDash val="solid"/>
          </a:ln>
        </p:spPr>
      </p:sp>
      <p:sp>
        <p:nvSpPr>
          <p:cNvPr id="9" name="Deco stem 3"/>
          <p:cNvSpPr/>
          <p:nvPr/>
        </p:nvSpPr>
        <p:spPr>
          <a:xfrm>
            <a:off x="68854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6766560" y="4370832"/>
            <a:ext cx="274320" cy="274320"/>
          </a:xfrm>
          <a:prstGeom prst="flowChartConnector">
            <a:avLst/>
          </a:prstGeom>
          <a:solidFill>
            <a:srgbClr val="FF6F91"/>
          </a:solidFill>
          <a:ln w="12700">
            <a:solidFill>
              <a:srgbClr val="FF6F91"/>
            </a:solidFill>
            <a:prstDash val="solid"/>
          </a:ln>
        </p:spPr>
      </p:sp>
      <p:sp>
        <p:nvSpPr>
          <p:cNvPr id="11" name="Deco stem 4"/>
          <p:cNvSpPr/>
          <p:nvPr/>
        </p:nvSpPr>
        <p:spPr>
          <a:xfrm>
            <a:off x="77083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2" name="Deco flower 4"/>
          <p:cNvSpPr/>
          <p:nvPr/>
        </p:nvSpPr>
        <p:spPr>
          <a:xfrm>
            <a:off x="7589520" y="4370832"/>
            <a:ext cx="274320" cy="274320"/>
          </a:xfrm>
          <a:prstGeom prst="flowChartConnector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3" name="Deco stem 5"/>
          <p:cNvSpPr/>
          <p:nvPr/>
        </p:nvSpPr>
        <p:spPr>
          <a:xfrm>
            <a:off x="843991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4" name="Deco flower 5"/>
          <p:cNvSpPr/>
          <p:nvPr/>
        </p:nvSpPr>
        <p:spPr>
          <a:xfrm>
            <a:off x="8321040" y="4370832"/>
            <a:ext cx="274320" cy="274320"/>
          </a:xfrm>
          <a:prstGeom prst="flowChartConnector">
            <a:avLst/>
          </a:prstGeom>
          <a:solidFill>
            <a:srgbClr val="7EC8FF"/>
          </a:solidFill>
          <a:ln w="12700">
            <a:solidFill>
              <a:srgbClr val="7EC8FF"/>
            </a:solidFill>
            <a:prstDash val="solid"/>
          </a:ln>
        </p:spPr>
      </p:sp>
      <p:sp>
        <p:nvSpPr>
          <p:cNvPr id="15" name="Deco heart"/>
          <p:cNvSpPr/>
          <p:nvPr/>
        </p:nvSpPr>
        <p:spPr>
          <a:xfrm>
            <a:off x="411480" y="228600"/>
            <a:ext cx="457200" cy="411480"/>
          </a:xfrm>
          <a:prstGeom prst="heart">
            <a:avLst/>
          </a:prstGeom>
          <a:solidFill>
            <a:srgbClr val="5E99ED"/>
          </a:solidFill>
          <a:ln w="12700">
            <a:solidFill>
              <a:srgbClr val="5E99ED"/>
            </a:solidFill>
            <a:prstDash val="solid"/>
          </a:ln>
        </p:spPr>
      </p:sp>
      <p:sp>
        <p:nvSpPr>
          <p:cNvPr id="16" name="Deco cloud"/>
          <p:cNvSpPr/>
          <p:nvPr/>
        </p:nvSpPr>
        <p:spPr>
          <a:xfrm>
            <a:off x="713232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7" name="Deco friend"/>
          <p:cNvSpPr/>
          <p:nvPr/>
        </p:nvSpPr>
        <p:spPr>
          <a:xfrm>
            <a:off x="6309360" y="182880"/>
            <a:ext cx="548640" cy="548640"/>
          </a:xfrm>
          <a:prstGeom prst="smileyFace">
            <a:avLst/>
          </a:prstGeom>
          <a:solidFill>
            <a:srgbClr val="FFD166"/>
          </a:solidFill>
          <a:ln w="12700">
            <a:solidFill>
              <a:srgbClr val="FFD166"/>
            </a:solidFill>
            <a:prstDash val="solid"/>
          </a:ln>
        </p:spPr>
      </p:sp>
      <p:sp>
        <p:nvSpPr>
          <p:cNvPr id="18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9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20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21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22" name="C1 L1 letter"/>
          <p:cNvSpPr txBox="1"/>
          <p:nvPr/>
        </p:nvSpPr>
        <p:spPr>
          <a:xfrm>
            <a:off x="7269480" y="1888528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ش</a:t>
            </a:r>
            <a:endParaRPr lang="ar-SA" sz="4100" dirty="0"/>
          </a:p>
        </p:txBody>
      </p:sp>
      <p:sp>
        <p:nvSpPr>
          <p:cNvPr id="23" name="C2 V1 vowel"/>
          <p:cNvSpPr txBox="1"/>
          <p:nvPr/>
        </p:nvSpPr>
        <p:spPr>
          <a:xfrm>
            <a:off x="7269480" y="1888528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شَ</a:t>
            </a:r>
            <a:endParaRPr lang="ar-SA" sz="4100" dirty="0"/>
          </a:p>
        </p:txBody>
      </p:sp>
      <p:sp>
        <p:nvSpPr>
          <p:cNvPr id="24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D9CB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5" name="C4 M2 madd"/>
          <p:cNvSpPr txBox="1"/>
          <p:nvPr/>
        </p:nvSpPr>
        <p:spPr>
          <a:xfrm>
            <a:off x="5486400" y="1909953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ar-SA" altLang="en-US" sz="3300" dirty="0">
                <a:solidFill>
                  <a:srgbClr val="E0313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3300" dirty="0"/>
          </a:p>
        </p:txBody>
      </p:sp>
      <p:sp>
        <p:nvSpPr>
          <p:cNvPr id="26" name="C4 S2 stretch"/>
          <p:cNvSpPr/>
          <p:nvPr/>
        </p:nvSpPr>
        <p:spPr>
          <a:xfrm>
            <a:off x="5856732" y="1568196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7" name="C5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D9CB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8" name="C6 L3 letter"/>
          <p:cNvSpPr txBox="1"/>
          <p:nvPr/>
        </p:nvSpPr>
        <p:spPr>
          <a:xfrm>
            <a:off x="3703320" y="1812246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ر</a:t>
            </a:r>
            <a:endParaRPr lang="ar-SA" sz="4100" dirty="0"/>
          </a:p>
        </p:txBody>
      </p:sp>
      <p:sp>
        <p:nvSpPr>
          <p:cNvPr id="29" name="C7 V3 vowel"/>
          <p:cNvSpPr txBox="1"/>
          <p:nvPr/>
        </p:nvSpPr>
        <p:spPr>
          <a:xfrm>
            <a:off x="3703320" y="1812246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رَ</a:t>
            </a:r>
            <a:endParaRPr lang="ar-SA" sz="4100" dirty="0"/>
          </a:p>
        </p:txBody>
      </p:sp>
      <p:sp>
        <p:nvSpPr>
          <p:cNvPr id="30" name="C8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66B8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1" name="C9 R result"/>
          <p:cNvSpPr txBox="1"/>
          <p:nvPr/>
        </p:nvSpPr>
        <p:spPr>
          <a:xfrm>
            <a:off x="502920" y="1628216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ar-SA" altLang="en-US" sz="8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شَ</a:t>
            </a:r>
            <a:pPr algn="ctr" indent="0" marL="0">
              <a:buNone/>
            </a:pPr>
            <a:r>
              <a:rPr lang="ar-SA" altLang="en-US" sz="6600" baseline="12500" dirty="0">
                <a:solidFill>
                  <a:srgbClr val="E0313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pPr algn="ctr" indent="0" marL="0">
              <a:buNone/>
            </a:pPr>
            <a:r>
              <a:rPr lang="ar-SA" altLang="en-US" sz="8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رَ</a:t>
            </a:r>
            <a:endParaRPr lang="ar-SA" sz="8200" dirty="0"/>
          </a:p>
        </p:txBody>
      </p:sp>
    </p:spTree>
  </p:cSld>
  <p:clrMapOvr>
    <a:masterClrMapping/>
  </p:clrMapOvr>
  <p:transition spd="med">
    <p:circle/>
    <p:sndAc>
      <p:stSnd>
        <p:snd r:embed="rIdTrSnd" name="bubbles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3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5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6" fill="hold">
                      <p:stCondLst>
                        <p:cond delay="indefinite"/>
                      </p:stCondLst>
                      <p:childTnLst>
                        <p:par>
                          <p:cTn id="27" fill="hold">
                            <p:stCondLst>
                              <p:cond delay="0"/>
                            </p:stCondLst>
                            <p:childTnLst>
                              <p:par>
                                <p:cTn id="2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0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1" fill="hold">
                      <p:stCondLst>
                        <p:cond delay="indefinite"/>
                      </p:stCondLst>
                      <p:childTnLst>
                        <p:par>
                          <p:cTn id="32" fill="hold">
                            <p:stCondLst>
                              <p:cond delay="0"/>
                            </p:stCondLst>
                            <p:childTnLst>
                              <p:par>
                                <p:cTn id="3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5" dur="35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6" fill="hold">
                      <p:stCondLst>
                        <p:cond delay="indefinite"/>
                      </p:stCondLst>
                      <p:childTnLst>
                        <p:par>
                          <p:cTn id="37" fill="hold">
                            <p:stCondLst>
                              <p:cond delay="0"/>
                            </p:stCondLst>
                            <p:childTnLst>
                              <p:par>
                                <p:cTn id="3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3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3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  <p:bldP spid="28" grpId="0" animBg="1"/>
      <p:bldP spid="29" grpId="0" animBg="1"/>
      <p:bldP spid="30" grpId="0" animBg="1"/>
      <p:bldP spid="31" grpId="0" animBg="1"/>
    </p:bldLst>
  </p:timing>
</p:sld>
</file>

<file path=ppt/slides/slide4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6">
    <p:bg>
      <p:bgPr>
        <a:solidFill>
          <a:srgbClr val="431E1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planet"/>
          <p:cNvSpPr/>
          <p:nvPr/>
        </p:nvSpPr>
        <p:spPr>
          <a:xfrm>
            <a:off x="7680960" y="91440"/>
            <a:ext cx="731520" cy="731520"/>
          </a:xfrm>
          <a:prstGeom prst="ellipse">
            <a:avLst/>
          </a:prstGeom>
          <a:solidFill>
            <a:srgbClr val="E0B852"/>
          </a:solidFill>
          <a:ln w="12700">
            <a:solidFill>
              <a:srgbClr val="E0B852"/>
            </a:solidFill>
            <a:prstDash val="solid"/>
          </a:ln>
        </p:spPr>
      </p:sp>
      <p:sp>
        <p:nvSpPr>
          <p:cNvPr id="3" name="Deco planet ring"/>
          <p:cNvSpPr/>
          <p:nvPr/>
        </p:nvSpPr>
        <p:spPr>
          <a:xfrm>
            <a:off x="7452360" y="384048"/>
            <a:ext cx="1188720" cy="164592"/>
          </a:xfrm>
          <a:prstGeom prst="ellipse">
            <a:avLst/>
          </a:prstGeom>
          <a:solidFill>
            <a:srgbClr val="FFFFFF">
              <a:alpha val="0"/>
            </a:srgbClr>
          </a:solidFill>
          <a:ln w="25400">
            <a:solidFill>
              <a:srgbClr val="DCF28C"/>
            </a:solidFill>
            <a:prstDash val="solid"/>
          </a:ln>
        </p:spPr>
      </p:sp>
      <p:sp>
        <p:nvSpPr>
          <p:cNvPr id="4" name="Deco small planet"/>
          <p:cNvSpPr/>
          <p:nvPr/>
        </p:nvSpPr>
        <p:spPr>
          <a:xfrm>
            <a:off x="274320" y="182880"/>
            <a:ext cx="502920" cy="502920"/>
          </a:xfrm>
          <a:prstGeom prst="ellipse">
            <a:avLst/>
          </a:prstGeom>
          <a:solidFill>
            <a:srgbClr val="70C4DB"/>
          </a:solidFill>
          <a:ln w="12700">
            <a:solidFill>
              <a:srgbClr val="70C4DB"/>
            </a:solidFill>
            <a:prstDash val="solid"/>
          </a:ln>
        </p:spPr>
      </p:sp>
      <p:sp>
        <p:nvSpPr>
          <p:cNvPr id="5" name="Deco star 0"/>
          <p:cNvSpPr/>
          <p:nvPr/>
        </p:nvSpPr>
        <p:spPr>
          <a:xfrm>
            <a:off x="1371600" y="27432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6" name="Deco star 1"/>
          <p:cNvSpPr/>
          <p:nvPr/>
        </p:nvSpPr>
        <p:spPr>
          <a:xfrm>
            <a:off x="2468880" y="91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7" name="Deco star 2"/>
          <p:cNvSpPr/>
          <p:nvPr/>
        </p:nvSpPr>
        <p:spPr>
          <a:xfrm>
            <a:off x="3840480" y="50292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8" name="Deco star 3"/>
          <p:cNvSpPr/>
          <p:nvPr/>
        </p:nvSpPr>
        <p:spPr>
          <a:xfrm>
            <a:off x="5120640" y="137160"/>
            <a:ext cx="256032" cy="256032"/>
          </a:xfrm>
          <a:prstGeom prst="star4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9" name="Deco star 4"/>
          <p:cNvSpPr/>
          <p:nvPr/>
        </p:nvSpPr>
        <p:spPr>
          <a:xfrm>
            <a:off x="6583680" y="4572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Deco star 5"/>
          <p:cNvSpPr/>
          <p:nvPr/>
        </p:nvSpPr>
        <p:spPr>
          <a:xfrm>
            <a:off x="1097280" y="457200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1" name="Deco star 6"/>
          <p:cNvSpPr/>
          <p:nvPr/>
        </p:nvSpPr>
        <p:spPr>
          <a:xfrm>
            <a:off x="2743200" y="475488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12" name="Deco star 7"/>
          <p:cNvSpPr/>
          <p:nvPr/>
        </p:nvSpPr>
        <p:spPr>
          <a:xfrm>
            <a:off x="6217920" y="4663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3" name="Deco star 8"/>
          <p:cNvSpPr/>
          <p:nvPr/>
        </p:nvSpPr>
        <p:spPr>
          <a:xfrm>
            <a:off x="8138160" y="45720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4" name="Deco moon surface"/>
          <p:cNvSpPr/>
          <p:nvPr/>
        </p:nvSpPr>
        <p:spPr>
          <a:xfrm>
            <a:off x="3200400" y="4709160"/>
            <a:ext cx="2743200" cy="1097280"/>
          </a:xfrm>
          <a:prstGeom prst="ellipse">
            <a:avLst/>
          </a:prstGeom>
          <a:solidFill>
            <a:srgbClr val="694785"/>
          </a:solidFill>
          <a:ln w="12700">
            <a:solidFill>
              <a:srgbClr val="694785"/>
            </a:solidFill>
            <a:prstDash val="solid"/>
          </a:ln>
        </p:spPr>
      </p:sp>
      <p:sp>
        <p:nvSpPr>
          <p:cNvPr id="15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6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17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8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9" name="C1 L1 letter"/>
          <p:cNvSpPr txBox="1"/>
          <p:nvPr/>
        </p:nvSpPr>
        <p:spPr>
          <a:xfrm>
            <a:off x="7269480" y="1888528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ش</a:t>
            </a:r>
            <a:endParaRPr lang="ar-SA" sz="4100" dirty="0"/>
          </a:p>
        </p:txBody>
      </p:sp>
      <p:sp>
        <p:nvSpPr>
          <p:cNvPr id="20" name="C2 V1 vowel"/>
          <p:cNvSpPr txBox="1"/>
          <p:nvPr/>
        </p:nvSpPr>
        <p:spPr>
          <a:xfrm>
            <a:off x="7269480" y="1888528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شَ</a:t>
            </a:r>
            <a:endParaRPr lang="ar-SA" sz="4100" dirty="0"/>
          </a:p>
        </p:txBody>
      </p:sp>
      <p:sp>
        <p:nvSpPr>
          <p:cNvPr id="21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26B2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2" name="C4 M2 madd"/>
          <p:cNvSpPr txBox="1"/>
          <p:nvPr/>
        </p:nvSpPr>
        <p:spPr>
          <a:xfrm>
            <a:off x="5486400" y="1909953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ar-SA" altLang="en-US" sz="3300" dirty="0">
                <a:solidFill>
                  <a:srgbClr val="E0313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3300" dirty="0"/>
          </a:p>
        </p:txBody>
      </p:sp>
      <p:sp>
        <p:nvSpPr>
          <p:cNvPr id="23" name="C4 S2 stretch"/>
          <p:cNvSpPr/>
          <p:nvPr/>
        </p:nvSpPr>
        <p:spPr>
          <a:xfrm>
            <a:off x="5856732" y="1568196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4" name="C5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26B2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5" name="C6 L3 letter"/>
          <p:cNvSpPr txBox="1"/>
          <p:nvPr/>
        </p:nvSpPr>
        <p:spPr>
          <a:xfrm>
            <a:off x="3703320" y="1864836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ز</a:t>
            </a:r>
            <a:endParaRPr lang="ar-SA" sz="4100" dirty="0"/>
          </a:p>
        </p:txBody>
      </p:sp>
      <p:sp>
        <p:nvSpPr>
          <p:cNvPr id="26" name="C7 V3 vowel"/>
          <p:cNvSpPr txBox="1"/>
          <p:nvPr/>
        </p:nvSpPr>
        <p:spPr>
          <a:xfrm>
            <a:off x="3703320" y="1864836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زَ</a:t>
            </a:r>
            <a:endParaRPr lang="ar-SA" sz="4100" dirty="0"/>
          </a:p>
        </p:txBody>
      </p:sp>
      <p:sp>
        <p:nvSpPr>
          <p:cNvPr id="27" name="C8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2E3E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8" name="C9 R result"/>
          <p:cNvSpPr txBox="1"/>
          <p:nvPr/>
        </p:nvSpPr>
        <p:spPr>
          <a:xfrm>
            <a:off x="502920" y="1628216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ar-SA" altLang="en-US" sz="8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شَ</a:t>
            </a:r>
            <a:pPr algn="ctr" indent="0" marL="0">
              <a:buNone/>
            </a:pPr>
            <a:r>
              <a:rPr lang="ar-SA" altLang="en-US" sz="6600" baseline="12500" dirty="0">
                <a:solidFill>
                  <a:srgbClr val="E0313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pPr algn="ctr" indent="0" marL="0">
              <a:buNone/>
            </a:pPr>
            <a:r>
              <a:rPr lang="ar-SA" altLang="en-US" sz="8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زَ</a:t>
            </a:r>
            <a:endParaRPr lang="ar-SA" sz="8200" dirty="0"/>
          </a:p>
        </p:txBody>
      </p:sp>
    </p:spTree>
  </p:cSld>
  <p:clrMapOvr>
    <a:masterClrMapping/>
  </p:clrMapOvr>
  <p:transition spd="med">
    <p:randomBar dir="vert"/>
    <p:sndAc>
      <p:stSnd>
        <p:snd r:embed="rIdTrSnd" name="sparkl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3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5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6" fill="hold">
                      <p:stCondLst>
                        <p:cond delay="indefinite"/>
                      </p:stCondLst>
                      <p:childTnLst>
                        <p:par>
                          <p:cTn id="27" fill="hold">
                            <p:stCondLst>
                              <p:cond delay="0"/>
                            </p:stCondLst>
                            <p:childTnLst>
                              <p:par>
                                <p:cTn id="2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0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1" fill="hold">
                      <p:stCondLst>
                        <p:cond delay="indefinite"/>
                      </p:stCondLst>
                      <p:childTnLst>
                        <p:par>
                          <p:cTn id="32" fill="hold">
                            <p:stCondLst>
                              <p:cond delay="0"/>
                            </p:stCondLst>
                            <p:childTnLst>
                              <p:par>
                                <p:cTn id="3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5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6" fill="hold">
                      <p:stCondLst>
                        <p:cond delay="indefinite"/>
                      </p:stCondLst>
                      <p:childTnLst>
                        <p:par>
                          <p:cTn id="37" fill="hold">
                            <p:stCondLst>
                              <p:cond delay="0"/>
                            </p:stCondLst>
                            <p:childTnLst>
                              <p:par>
                                <p:cTn id="3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  <p:bldP spid="28" grpId="0" animBg="1"/>
    </p:bldLst>
  </p:timing>
</p:sld>
</file>

<file path=ppt/slides/slide4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7">
    <p:bg>
      <p:bgPr>
        <a:solidFill>
          <a:srgbClr val="C5F7DE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sun low"/>
          <p:cNvSpPr/>
          <p:nvPr/>
        </p:nvSpPr>
        <p:spPr>
          <a:xfrm>
            <a:off x="3566160" y="4343400"/>
            <a:ext cx="2011680" cy="2011680"/>
          </a:xfrm>
          <a:prstGeom prst="ellipse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3" name="Deco dune left"/>
          <p:cNvSpPr/>
          <p:nvPr/>
        </p:nvSpPr>
        <p:spPr>
          <a:xfrm>
            <a:off x="-1097280" y="4572000"/>
            <a:ext cx="4572000" cy="1280160"/>
          </a:xfrm>
          <a:prstGeom prst="ellipse">
            <a:avLst/>
          </a:prstGeom>
          <a:solidFill>
            <a:srgbClr val="64D8CF"/>
          </a:solidFill>
          <a:ln w="12700">
            <a:solidFill>
              <a:srgbClr val="64D8CF"/>
            </a:solidFill>
            <a:prstDash val="solid"/>
          </a:ln>
        </p:spPr>
      </p:sp>
      <p:sp>
        <p:nvSpPr>
          <p:cNvPr id="4" name="Deco dune right"/>
          <p:cNvSpPr/>
          <p:nvPr/>
        </p:nvSpPr>
        <p:spPr>
          <a:xfrm>
            <a:off x="5303520" y="4617720"/>
            <a:ext cx="5120640" cy="1280160"/>
          </a:xfrm>
          <a:prstGeom prst="ellipse">
            <a:avLst/>
          </a:prstGeom>
          <a:solidFill>
            <a:srgbClr val="47D1B0"/>
          </a:solidFill>
          <a:ln w="12700">
            <a:solidFill>
              <a:srgbClr val="47D1B0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320040" y="137160"/>
            <a:ext cx="1371600" cy="5943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right"/>
          <p:cNvSpPr/>
          <p:nvPr/>
        </p:nvSpPr>
        <p:spPr>
          <a:xfrm>
            <a:off x="7223760" y="182880"/>
            <a:ext cx="1280160" cy="548640"/>
          </a:xfrm>
          <a:prstGeom prst="cloud">
            <a:avLst/>
          </a:prstGeom>
          <a:solidFill>
            <a:srgbClr val="FFF3E8"/>
          </a:solidFill>
          <a:ln w="12700">
            <a:solidFill>
              <a:srgbClr val="FFF3E8"/>
            </a:solidFill>
            <a:prstDash val="solid"/>
          </a:ln>
        </p:spPr>
      </p:sp>
      <p:sp>
        <p:nvSpPr>
          <p:cNvPr id="7" name="Deco bird 0"/>
          <p:cNvSpPr/>
          <p:nvPr/>
        </p:nvSpPr>
        <p:spPr>
          <a:xfrm rot="5400000">
            <a:off x="2926080" y="32004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8" name="Deco bird 1"/>
          <p:cNvSpPr/>
          <p:nvPr/>
        </p:nvSpPr>
        <p:spPr>
          <a:xfrm rot="5400000">
            <a:off x="3291840" y="22860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9" name="Deco bird 2"/>
          <p:cNvSpPr/>
          <p:nvPr/>
        </p:nvSpPr>
        <p:spPr>
          <a:xfrm rot="5400000">
            <a:off x="5394960" y="36576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10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1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12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3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4" name="C1 L1 letter"/>
          <p:cNvSpPr txBox="1"/>
          <p:nvPr/>
        </p:nvSpPr>
        <p:spPr>
          <a:xfrm>
            <a:off x="7269480" y="1888528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ش</a:t>
            </a:r>
            <a:endParaRPr lang="ar-SA" sz="4100" dirty="0"/>
          </a:p>
        </p:txBody>
      </p:sp>
      <p:sp>
        <p:nvSpPr>
          <p:cNvPr id="15" name="C2 V1 vowel"/>
          <p:cNvSpPr txBox="1"/>
          <p:nvPr/>
        </p:nvSpPr>
        <p:spPr>
          <a:xfrm>
            <a:off x="7269480" y="1888528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شَ</a:t>
            </a:r>
            <a:endParaRPr lang="ar-SA" sz="4100" dirty="0"/>
          </a:p>
        </p:txBody>
      </p:sp>
      <p:sp>
        <p:nvSpPr>
          <p:cNvPr id="16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D9267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7" name="C4 M2 madd"/>
          <p:cNvSpPr txBox="1"/>
          <p:nvPr/>
        </p:nvSpPr>
        <p:spPr>
          <a:xfrm>
            <a:off x="5486400" y="1909953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ar-SA" altLang="en-US" sz="3300" dirty="0">
                <a:solidFill>
                  <a:srgbClr val="E0313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3300" dirty="0"/>
          </a:p>
        </p:txBody>
      </p:sp>
      <p:sp>
        <p:nvSpPr>
          <p:cNvPr id="18" name="C4 S2 stretch"/>
          <p:cNvSpPr/>
          <p:nvPr/>
        </p:nvSpPr>
        <p:spPr>
          <a:xfrm>
            <a:off x="5856732" y="1568196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9" name="C5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D9267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0" name="C6 L3 letter"/>
          <p:cNvSpPr txBox="1"/>
          <p:nvPr/>
        </p:nvSpPr>
        <p:spPr>
          <a:xfrm>
            <a:off x="3703320" y="1807299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س</a:t>
            </a:r>
            <a:endParaRPr lang="ar-SA" sz="4100" dirty="0"/>
          </a:p>
        </p:txBody>
      </p:sp>
      <p:sp>
        <p:nvSpPr>
          <p:cNvPr id="21" name="C7 V3 vowel"/>
          <p:cNvSpPr txBox="1"/>
          <p:nvPr/>
        </p:nvSpPr>
        <p:spPr>
          <a:xfrm>
            <a:off x="3703320" y="1807299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سَ</a:t>
            </a:r>
            <a:endParaRPr lang="ar-SA" sz="4100" dirty="0"/>
          </a:p>
        </p:txBody>
      </p:sp>
      <p:sp>
        <p:nvSpPr>
          <p:cNvPr id="22" name="C8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B846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3" name="C9 R result"/>
          <p:cNvSpPr txBox="1"/>
          <p:nvPr/>
        </p:nvSpPr>
        <p:spPr>
          <a:xfrm>
            <a:off x="502920" y="1630807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ar-SA" altLang="en-US" sz="7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شَ</a:t>
            </a:r>
            <a:pPr algn="ctr" indent="0" marL="0">
              <a:buNone/>
            </a:pPr>
            <a:r>
              <a:rPr lang="ar-SA" altLang="en-US" sz="5600" baseline="12500" dirty="0">
                <a:solidFill>
                  <a:srgbClr val="E0313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pPr algn="ctr" indent="0" marL="0">
              <a:buNone/>
            </a:pPr>
            <a:r>
              <a:rPr lang="ar-SA" altLang="en-US" sz="7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سَ</a:t>
            </a:r>
            <a:endParaRPr lang="ar-SA" sz="7000" dirty="0"/>
          </a:p>
        </p:txBody>
      </p:sp>
    </p:spTree>
  </p:cSld>
  <p:clrMapOvr>
    <a:masterClrMapping/>
  </p:clrMapOvr>
  <p:transition spd="med">
    <p:push dir="l"/>
    <p:sndAc>
      <p:stSnd>
        <p:snd r:embed="rIdTrSnd" name="marimba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3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5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6" fill="hold">
                      <p:stCondLst>
                        <p:cond delay="indefinite"/>
                      </p:stCondLst>
                      <p:childTnLst>
                        <p:par>
                          <p:cTn id="27" fill="hold">
                            <p:stCondLst>
                              <p:cond delay="0"/>
                            </p:stCondLst>
                            <p:childTnLst>
                              <p:par>
                                <p:cTn id="2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0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1" fill="hold">
                      <p:stCondLst>
                        <p:cond delay="indefinite"/>
                      </p:stCondLst>
                      <p:childTnLst>
                        <p:par>
                          <p:cTn id="32" fill="hold">
                            <p:stCondLst>
                              <p:cond delay="0"/>
                            </p:stCondLst>
                            <p:childTnLst>
                              <p:par>
                                <p:cTn id="3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5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6" fill="hold">
                      <p:stCondLst>
                        <p:cond delay="indefinite"/>
                      </p:stCondLst>
                      <p:childTnLst>
                        <p:par>
                          <p:cTn id="37" fill="hold">
                            <p:stCondLst>
                              <p:cond delay="0"/>
                            </p:stCondLst>
                            <p:childTnLst>
                              <p:par>
                                <p:cTn id="3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4" grpId="0" animBg="1"/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</p:bldLst>
  </p:timing>
</p:sld>
</file>

<file path=ppt/slides/slide4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8">
    <p:bg>
      <p:bgPr>
        <a:solidFill>
          <a:srgbClr val="EDC5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434840"/>
            <a:ext cx="4754880" cy="1463040"/>
          </a:xfrm>
          <a:prstGeom prst="ellipse">
            <a:avLst/>
          </a:prstGeom>
          <a:solidFill>
            <a:srgbClr val="CCAA66"/>
          </a:solidFill>
          <a:ln w="12700">
            <a:solidFill>
              <a:srgbClr val="CCAA66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023360" y="4526280"/>
            <a:ext cx="5852160" cy="1463040"/>
          </a:xfrm>
          <a:prstGeom prst="ellipse">
            <a:avLst/>
          </a:prstGeom>
          <a:solidFill>
            <a:srgbClr val="BFBF40"/>
          </a:solidFill>
          <a:ln w="12700">
            <a:solidFill>
              <a:srgbClr val="BFBF40"/>
            </a:solidFill>
            <a:prstDash val="solid"/>
          </a:ln>
        </p:spPr>
      </p:sp>
      <p:sp>
        <p:nvSpPr>
          <p:cNvPr id="4" name="Deco sun"/>
          <p:cNvSpPr/>
          <p:nvPr/>
        </p:nvSpPr>
        <p:spPr>
          <a:xfrm>
            <a:off x="274320" y="91440"/>
            <a:ext cx="731520" cy="73152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85800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863840" y="457200"/>
            <a:ext cx="822960" cy="365760"/>
          </a:xfrm>
          <a:prstGeom prst="cloud">
            <a:avLst/>
          </a:prstGeom>
          <a:solidFill>
            <a:srgbClr val="F4FAFF"/>
          </a:solidFill>
          <a:ln w="12700">
            <a:solidFill>
              <a:srgbClr val="F4FAFF"/>
            </a:solidFill>
            <a:prstDash val="solid"/>
          </a:ln>
        </p:spPr>
      </p:sp>
      <p:sp>
        <p:nvSpPr>
          <p:cNvPr id="7" name="Deco flower 0"/>
          <p:cNvSpPr/>
          <p:nvPr/>
        </p:nvSpPr>
        <p:spPr>
          <a:xfrm>
            <a:off x="128016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8" name="Deco flower 1"/>
          <p:cNvSpPr/>
          <p:nvPr/>
        </p:nvSpPr>
        <p:spPr>
          <a:xfrm>
            <a:off x="1828800" y="4526280"/>
            <a:ext cx="292608" cy="292608"/>
          </a:xfrm>
          <a:prstGeom prst="star5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9" name="Deco flower 2"/>
          <p:cNvSpPr/>
          <p:nvPr/>
        </p:nvSpPr>
        <p:spPr>
          <a:xfrm>
            <a:off x="7315200" y="4526280"/>
            <a:ext cx="292608" cy="292608"/>
          </a:xfrm>
          <a:prstGeom prst="star5">
            <a:avLst/>
          </a:prstGeom>
          <a:solidFill>
            <a:srgbClr val="8E5BD0"/>
          </a:solidFill>
          <a:ln w="12700">
            <a:solidFill>
              <a:srgbClr val="8E5BD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795528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11" name="Circle 1"/>
          <p:cNvSpPr/>
          <p:nvPr/>
        </p:nvSpPr>
        <p:spPr>
          <a:xfrm>
            <a:off x="7589520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2" name="Circle 2"/>
          <p:cNvSpPr/>
          <p:nvPr/>
        </p:nvSpPr>
        <p:spPr>
          <a:xfrm>
            <a:off x="6108192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3" name="Circle 3"/>
          <p:cNvSpPr/>
          <p:nvPr/>
        </p:nvSpPr>
        <p:spPr>
          <a:xfrm>
            <a:off x="4626864" y="1956816"/>
            <a:ext cx="1207008" cy="1207008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14" name="Circle 4"/>
          <p:cNvSpPr/>
          <p:nvPr/>
        </p:nvSpPr>
        <p:spPr>
          <a:xfrm>
            <a:off x="3145536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8E5BD0"/>
            </a:solidFill>
            <a:prstDash val="solid"/>
          </a:ln>
        </p:spPr>
      </p:sp>
      <p:sp>
        <p:nvSpPr>
          <p:cNvPr id="15" name="Result panel"/>
          <p:cNvSpPr/>
          <p:nvPr/>
        </p:nvSpPr>
        <p:spPr>
          <a:xfrm>
            <a:off x="384048" y="1737360"/>
            <a:ext cx="2194560" cy="1645920"/>
          </a:xfrm>
          <a:prstGeom prst="roundRect">
            <a:avLst>
              <a:gd name="adj" fmla="val 16667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6" name="C1 L1 letter"/>
          <p:cNvSpPr txBox="1"/>
          <p:nvPr/>
        </p:nvSpPr>
        <p:spPr>
          <a:xfrm>
            <a:off x="7589520" y="2059561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أ</a:t>
            </a:r>
            <a:endParaRPr lang="ar-SA" sz="3600" dirty="0"/>
          </a:p>
        </p:txBody>
      </p:sp>
      <p:sp>
        <p:nvSpPr>
          <p:cNvPr id="17" name="C2 V1 vowel"/>
          <p:cNvSpPr txBox="1"/>
          <p:nvPr/>
        </p:nvSpPr>
        <p:spPr>
          <a:xfrm>
            <a:off x="7589520" y="2059561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أَ</a:t>
            </a:r>
            <a:endParaRPr lang="ar-SA" sz="3600" dirty="0"/>
          </a:p>
        </p:txBody>
      </p:sp>
      <p:sp>
        <p:nvSpPr>
          <p:cNvPr id="18" name="C3 P1 plus"/>
          <p:cNvSpPr/>
          <p:nvPr/>
        </p:nvSpPr>
        <p:spPr>
          <a:xfrm>
            <a:off x="7333488" y="2441448"/>
            <a:ext cx="237744" cy="237744"/>
          </a:xfrm>
          <a:prstGeom prst="mathPlus">
            <a:avLst/>
          </a:prstGeom>
          <a:solidFill>
            <a:srgbClr val="4AD9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9" name="C4 L2 letter"/>
          <p:cNvSpPr txBox="1"/>
          <p:nvPr/>
        </p:nvSpPr>
        <p:spPr>
          <a:xfrm>
            <a:off x="6108192" y="1949044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ش</a:t>
            </a:r>
            <a:endParaRPr lang="ar-SA" sz="3600" dirty="0"/>
          </a:p>
        </p:txBody>
      </p:sp>
      <p:sp>
        <p:nvSpPr>
          <p:cNvPr id="20" name="C5 V2 vowel"/>
          <p:cNvSpPr txBox="1"/>
          <p:nvPr/>
        </p:nvSpPr>
        <p:spPr>
          <a:xfrm>
            <a:off x="6108192" y="1949044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شَ</a:t>
            </a:r>
            <a:endParaRPr lang="ar-SA" sz="3600" dirty="0"/>
          </a:p>
        </p:txBody>
      </p:sp>
      <p:sp>
        <p:nvSpPr>
          <p:cNvPr id="21" name="C6 P2 plus"/>
          <p:cNvSpPr/>
          <p:nvPr/>
        </p:nvSpPr>
        <p:spPr>
          <a:xfrm>
            <a:off x="5852160" y="2441448"/>
            <a:ext cx="237744" cy="237744"/>
          </a:xfrm>
          <a:prstGeom prst="mathPlus">
            <a:avLst/>
          </a:prstGeom>
          <a:solidFill>
            <a:srgbClr val="4AD9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2" name="C7 M3 madd"/>
          <p:cNvSpPr txBox="1"/>
          <p:nvPr/>
        </p:nvSpPr>
        <p:spPr>
          <a:xfrm>
            <a:off x="4626864" y="1967865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ar-SA" altLang="en-US" sz="2900" dirty="0">
                <a:solidFill>
                  <a:srgbClr val="E0313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2900" dirty="0"/>
          </a:p>
        </p:txBody>
      </p:sp>
      <p:sp>
        <p:nvSpPr>
          <p:cNvPr id="23" name="C7 S3 stretch"/>
          <p:cNvSpPr/>
          <p:nvPr/>
        </p:nvSpPr>
        <p:spPr>
          <a:xfrm>
            <a:off x="4937760" y="1627632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4" name="C8 P3 plus"/>
          <p:cNvSpPr/>
          <p:nvPr/>
        </p:nvSpPr>
        <p:spPr>
          <a:xfrm>
            <a:off x="4370832" y="2441448"/>
            <a:ext cx="237744" cy="237744"/>
          </a:xfrm>
          <a:prstGeom prst="mathPlus">
            <a:avLst/>
          </a:prstGeom>
          <a:solidFill>
            <a:srgbClr val="4AD9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5" name="C9 L4 letter"/>
          <p:cNvSpPr txBox="1"/>
          <p:nvPr/>
        </p:nvSpPr>
        <p:spPr>
          <a:xfrm>
            <a:off x="3145536" y="1888086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</a:t>
            </a:r>
            <a:endParaRPr lang="ar-SA" sz="3600" dirty="0"/>
          </a:p>
        </p:txBody>
      </p:sp>
      <p:sp>
        <p:nvSpPr>
          <p:cNvPr id="26" name="C10 V4 vowel"/>
          <p:cNvSpPr txBox="1"/>
          <p:nvPr/>
        </p:nvSpPr>
        <p:spPr>
          <a:xfrm>
            <a:off x="3145536" y="1888086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بَ</a:t>
            </a:r>
            <a:endParaRPr lang="ar-SA" sz="3600" dirty="0"/>
          </a:p>
        </p:txBody>
      </p:sp>
      <p:sp>
        <p:nvSpPr>
          <p:cNvPr id="27" name="C11 A arrow"/>
          <p:cNvSpPr/>
          <p:nvPr/>
        </p:nvSpPr>
        <p:spPr>
          <a:xfrm>
            <a:off x="2651760" y="2304288"/>
            <a:ext cx="420624" cy="512064"/>
          </a:xfrm>
          <a:prstGeom prst="leftArrow">
            <a:avLst/>
          </a:prstGeom>
          <a:solidFill>
            <a:srgbClr val="2EB86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8" name="C12 R result"/>
          <p:cNvSpPr txBox="1"/>
          <p:nvPr/>
        </p:nvSpPr>
        <p:spPr>
          <a:xfrm>
            <a:off x="384048" y="1825947"/>
            <a:ext cx="2194560" cy="164592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ar-SA" altLang="en-US" sz="5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أَشَ</a:t>
            </a:r>
            <a:pPr algn="ctr" indent="0" marL="0">
              <a:buNone/>
            </a:pPr>
            <a:r>
              <a:rPr lang="ar-SA" altLang="en-US" sz="4700" baseline="12500" dirty="0">
                <a:solidFill>
                  <a:srgbClr val="E0313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pPr algn="ctr" indent="0" marL="0">
              <a:buNone/>
            </a:pPr>
            <a:r>
              <a:rPr lang="ar-SA" altLang="en-US" sz="5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بَ</a:t>
            </a:r>
            <a:endParaRPr lang="ar-SA" sz="5900" dirty="0"/>
          </a:p>
        </p:txBody>
      </p:sp>
    </p:spTree>
  </p:cSld>
  <p:clrMapOvr>
    <a:masterClrMapping/>
  </p:clrMapOvr>
  <p:transition spd="med">
    <p:split orient="vert" dir="out"/>
    <p:sndAc>
      <p:stSnd>
        <p:snd r:embed="rIdTrSnd" name="harp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1" fill="hold">
                      <p:stCondLst>
                        <p:cond delay="indefinite"/>
                      </p:stCondLst>
                      <p:childTnLst>
                        <p:par>
                          <p:cTn id="52" fill="hold">
                            <p:stCondLst>
                              <p:cond delay="0"/>
                            </p:stCondLst>
                            <p:childTnLst>
                              <p:par>
                                <p:cTn id="5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5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6" fill="hold">
                      <p:stCondLst>
                        <p:cond delay="indefinite"/>
                      </p:stCondLst>
                      <p:childTnLst>
                        <p:par>
                          <p:cTn id="57" fill="hold">
                            <p:stCondLst>
                              <p:cond delay="0"/>
                            </p:stCondLst>
                            <p:childTnLst>
                              <p:par>
                                <p:cTn id="5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0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1" fill="hold">
                      <p:stCondLst>
                        <p:cond delay="indefinite"/>
                      </p:stCondLst>
                      <p:childTnLst>
                        <p:par>
                          <p:cTn id="62" fill="hold">
                            <p:stCondLst>
                              <p:cond delay="0"/>
                            </p:stCondLst>
                            <p:childTnLst>
                              <p:par>
                                <p:cTn id="6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5" dur="35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  <p:bldP spid="28" grpId="0" animBg="1"/>
    </p:bldLst>
  </p:timing>
</p:sld>
</file>

<file path=ppt/slides/slide4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9">
    <p:bg>
      <p:bgPr>
        <a:solidFill>
          <a:srgbClr val="3F431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moon"/>
          <p:cNvSpPr/>
          <p:nvPr/>
        </p:nvSpPr>
        <p:spPr>
          <a:xfrm>
            <a:off x="365760" y="91440"/>
            <a:ext cx="502920" cy="731520"/>
          </a:xfrm>
          <a:prstGeom prst="moon">
            <a:avLst/>
          </a:prstGeom>
          <a:solidFill>
            <a:srgbClr val="FFE88A"/>
          </a:solidFill>
          <a:ln w="12700">
            <a:solidFill>
              <a:srgbClr val="FFE88A"/>
            </a:solidFill>
            <a:prstDash val="solid"/>
          </a:ln>
        </p:spPr>
      </p:sp>
      <p:sp>
        <p:nvSpPr>
          <p:cNvPr id="3" name="Deco star 0"/>
          <p:cNvSpPr/>
          <p:nvPr/>
        </p:nvSpPr>
        <p:spPr>
          <a:xfrm>
            <a:off x="1280160" y="18288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4" name="Deco star 1"/>
          <p:cNvSpPr/>
          <p:nvPr/>
        </p:nvSpPr>
        <p:spPr>
          <a:xfrm>
            <a:off x="2194560" y="50292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5" name="Deco star 2"/>
          <p:cNvSpPr/>
          <p:nvPr/>
        </p:nvSpPr>
        <p:spPr>
          <a:xfrm>
            <a:off x="3291840" y="137160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6" name="Deco star 3"/>
          <p:cNvSpPr/>
          <p:nvPr/>
        </p:nvSpPr>
        <p:spPr>
          <a:xfrm>
            <a:off x="5760720" y="457200"/>
            <a:ext cx="365760" cy="36576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7" name="Deco star 4"/>
          <p:cNvSpPr/>
          <p:nvPr/>
        </p:nvSpPr>
        <p:spPr>
          <a:xfrm>
            <a:off x="6766560" y="109728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8" name="Deco star 5"/>
          <p:cNvSpPr/>
          <p:nvPr/>
        </p:nvSpPr>
        <p:spPr>
          <a:xfrm>
            <a:off x="7772400" y="41148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9" name="Deco star 6"/>
          <p:cNvSpPr/>
          <p:nvPr/>
        </p:nvSpPr>
        <p:spPr>
          <a:xfrm>
            <a:off x="8503920" y="13716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10" name="Deco hill left"/>
          <p:cNvSpPr/>
          <p:nvPr/>
        </p:nvSpPr>
        <p:spPr>
          <a:xfrm>
            <a:off x="-914400" y="4480560"/>
            <a:ext cx="4937760" cy="1463040"/>
          </a:xfrm>
          <a:prstGeom prst="ellipse">
            <a:avLst/>
          </a:prstGeom>
          <a:solidFill>
            <a:srgbClr val="42642B"/>
          </a:solidFill>
          <a:ln w="12700">
            <a:solidFill>
              <a:srgbClr val="42642B"/>
            </a:solidFill>
            <a:prstDash val="solid"/>
          </a:ln>
        </p:spPr>
      </p:sp>
      <p:sp>
        <p:nvSpPr>
          <p:cNvPr id="11" name="Deco hill right"/>
          <p:cNvSpPr/>
          <p:nvPr/>
        </p:nvSpPr>
        <p:spPr>
          <a:xfrm>
            <a:off x="4206240" y="4572000"/>
            <a:ext cx="5669280" cy="1463040"/>
          </a:xfrm>
          <a:prstGeom prst="ellipse">
            <a:avLst/>
          </a:prstGeom>
          <a:solidFill>
            <a:srgbClr val="34793A"/>
          </a:solidFill>
          <a:ln w="12700">
            <a:solidFill>
              <a:srgbClr val="34793A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7589520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6108192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4" name="Circle 3"/>
          <p:cNvSpPr/>
          <p:nvPr/>
        </p:nvSpPr>
        <p:spPr>
          <a:xfrm>
            <a:off x="4626864" y="1956816"/>
            <a:ext cx="1207008" cy="1207008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15" name="Circle 4"/>
          <p:cNvSpPr/>
          <p:nvPr/>
        </p:nvSpPr>
        <p:spPr>
          <a:xfrm>
            <a:off x="3145536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8E5BD0"/>
            </a:solidFill>
            <a:prstDash val="solid"/>
          </a:ln>
        </p:spPr>
      </p:sp>
      <p:sp>
        <p:nvSpPr>
          <p:cNvPr id="16" name="Result panel"/>
          <p:cNvSpPr/>
          <p:nvPr/>
        </p:nvSpPr>
        <p:spPr>
          <a:xfrm>
            <a:off x="384048" y="1737360"/>
            <a:ext cx="2194560" cy="1645920"/>
          </a:xfrm>
          <a:prstGeom prst="roundRect">
            <a:avLst>
              <a:gd name="adj" fmla="val 16667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7" name="C1 L1 letter"/>
          <p:cNvSpPr txBox="1"/>
          <p:nvPr/>
        </p:nvSpPr>
        <p:spPr>
          <a:xfrm>
            <a:off x="7589520" y="1888086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</a:t>
            </a:r>
            <a:endParaRPr lang="ar-SA" sz="3600" dirty="0"/>
          </a:p>
        </p:txBody>
      </p:sp>
      <p:sp>
        <p:nvSpPr>
          <p:cNvPr id="18" name="C2 V1 vowel"/>
          <p:cNvSpPr txBox="1"/>
          <p:nvPr/>
        </p:nvSpPr>
        <p:spPr>
          <a:xfrm>
            <a:off x="7589520" y="1888086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بَ</a:t>
            </a:r>
            <a:endParaRPr lang="ar-SA" sz="3600" dirty="0"/>
          </a:p>
        </p:txBody>
      </p:sp>
      <p:sp>
        <p:nvSpPr>
          <p:cNvPr id="19" name="C3 P1 plus"/>
          <p:cNvSpPr/>
          <p:nvPr/>
        </p:nvSpPr>
        <p:spPr>
          <a:xfrm>
            <a:off x="7333488" y="2441448"/>
            <a:ext cx="237744" cy="237744"/>
          </a:xfrm>
          <a:prstGeom prst="mathPlus">
            <a:avLst/>
          </a:prstGeom>
          <a:solidFill>
            <a:srgbClr val="3626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0" name="C4 L2 letter"/>
          <p:cNvSpPr txBox="1"/>
          <p:nvPr/>
        </p:nvSpPr>
        <p:spPr>
          <a:xfrm>
            <a:off x="6108192" y="1949044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ش</a:t>
            </a:r>
            <a:endParaRPr lang="ar-SA" sz="3600" dirty="0"/>
          </a:p>
        </p:txBody>
      </p:sp>
      <p:sp>
        <p:nvSpPr>
          <p:cNvPr id="21" name="C5 V2 vowel"/>
          <p:cNvSpPr txBox="1"/>
          <p:nvPr/>
        </p:nvSpPr>
        <p:spPr>
          <a:xfrm>
            <a:off x="6108192" y="1949044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شَ</a:t>
            </a:r>
            <a:endParaRPr lang="ar-SA" sz="3600" dirty="0"/>
          </a:p>
        </p:txBody>
      </p:sp>
      <p:sp>
        <p:nvSpPr>
          <p:cNvPr id="22" name="C6 P2 plus"/>
          <p:cNvSpPr/>
          <p:nvPr/>
        </p:nvSpPr>
        <p:spPr>
          <a:xfrm>
            <a:off x="5852160" y="2441448"/>
            <a:ext cx="237744" cy="237744"/>
          </a:xfrm>
          <a:prstGeom prst="mathPlus">
            <a:avLst/>
          </a:prstGeom>
          <a:solidFill>
            <a:srgbClr val="3626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3" name="C7 M3 madd"/>
          <p:cNvSpPr txBox="1"/>
          <p:nvPr/>
        </p:nvSpPr>
        <p:spPr>
          <a:xfrm>
            <a:off x="4626864" y="1967865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ar-SA" altLang="en-US" sz="2900" dirty="0">
                <a:solidFill>
                  <a:srgbClr val="E0313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2900" dirty="0"/>
          </a:p>
        </p:txBody>
      </p:sp>
      <p:sp>
        <p:nvSpPr>
          <p:cNvPr id="24" name="C7 S3 stretch"/>
          <p:cNvSpPr/>
          <p:nvPr/>
        </p:nvSpPr>
        <p:spPr>
          <a:xfrm>
            <a:off x="4937760" y="1627632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5" name="C8 P3 plus"/>
          <p:cNvSpPr/>
          <p:nvPr/>
        </p:nvSpPr>
        <p:spPr>
          <a:xfrm>
            <a:off x="4370832" y="2441448"/>
            <a:ext cx="237744" cy="237744"/>
          </a:xfrm>
          <a:prstGeom prst="mathPlus">
            <a:avLst/>
          </a:prstGeom>
          <a:solidFill>
            <a:srgbClr val="3626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6" name="C9 L4 letter"/>
          <p:cNvSpPr txBox="1"/>
          <p:nvPr/>
        </p:nvSpPr>
        <p:spPr>
          <a:xfrm>
            <a:off x="3145536" y="1966417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</a:t>
            </a:r>
            <a:endParaRPr lang="ar-SA" sz="3600" dirty="0"/>
          </a:p>
        </p:txBody>
      </p:sp>
      <p:sp>
        <p:nvSpPr>
          <p:cNvPr id="27" name="C10 V4 vowel"/>
          <p:cNvSpPr txBox="1"/>
          <p:nvPr/>
        </p:nvSpPr>
        <p:spPr>
          <a:xfrm>
            <a:off x="3145536" y="1966417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تَ</a:t>
            </a:r>
            <a:endParaRPr lang="ar-SA" sz="3600" dirty="0"/>
          </a:p>
        </p:txBody>
      </p:sp>
      <p:sp>
        <p:nvSpPr>
          <p:cNvPr id="28" name="C11 A arrow"/>
          <p:cNvSpPr/>
          <p:nvPr/>
        </p:nvSpPr>
        <p:spPr>
          <a:xfrm>
            <a:off x="2651760" y="2304288"/>
            <a:ext cx="420624" cy="512064"/>
          </a:xfrm>
          <a:prstGeom prst="leftArrow">
            <a:avLst/>
          </a:prstGeom>
          <a:solidFill>
            <a:srgbClr val="962E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9" name="C12 R result"/>
          <p:cNvSpPr txBox="1"/>
          <p:nvPr/>
        </p:nvSpPr>
        <p:spPr>
          <a:xfrm>
            <a:off x="384048" y="1745685"/>
            <a:ext cx="2194560" cy="164592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ar-SA" altLang="en-US" sz="5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بَشَ</a:t>
            </a:r>
            <a:pPr algn="ctr" indent="0" marL="0">
              <a:buNone/>
            </a:pPr>
            <a:r>
              <a:rPr lang="ar-SA" altLang="en-US" sz="4600" baseline="12500" dirty="0">
                <a:solidFill>
                  <a:srgbClr val="E0313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pPr algn="ctr" indent="0" marL="0">
              <a:buNone/>
            </a:pPr>
            <a:r>
              <a:rPr lang="ar-SA" altLang="en-US" sz="5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تَ</a:t>
            </a:r>
            <a:endParaRPr lang="ar-SA" sz="5700" dirty="0"/>
          </a:p>
        </p:txBody>
      </p:sp>
    </p:spTree>
  </p:cSld>
  <p:clrMapOvr>
    <a:masterClrMapping/>
  </p:clrMapOvr>
  <p:transition spd="med">
    <p:pull dir="l"/>
    <p:sndAc>
      <p:stSnd>
        <p:snd r:embed="rIdTrSnd" name="chim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1" fill="hold">
                      <p:stCondLst>
                        <p:cond delay="indefinite"/>
                      </p:stCondLst>
                      <p:childTnLst>
                        <p:par>
                          <p:cTn id="52" fill="hold">
                            <p:stCondLst>
                              <p:cond delay="0"/>
                            </p:stCondLst>
                            <p:childTnLst>
                              <p:par>
                                <p:cTn id="5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5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6" fill="hold">
                      <p:stCondLst>
                        <p:cond delay="indefinite"/>
                      </p:stCondLst>
                      <p:childTnLst>
                        <p:par>
                          <p:cTn id="57" fill="hold">
                            <p:stCondLst>
                              <p:cond delay="0"/>
                            </p:stCondLst>
                            <p:childTnLst>
                              <p:par>
                                <p:cTn id="5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0" dur="35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1" fill="hold">
                      <p:stCondLst>
                        <p:cond delay="indefinite"/>
                      </p:stCondLst>
                      <p:childTnLst>
                        <p:par>
                          <p:cTn id="62" fill="hold">
                            <p:stCondLst>
                              <p:cond delay="0"/>
                            </p:stCondLst>
                            <p:childTnLst>
                              <p:par>
                                <p:cTn id="6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5" dur="350"/>
                                        <p:tgtEl>
                                          <p:spTgt spid="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  <p:bldP spid="28" grpId="0" animBg="1"/>
      <p:bldP spid="29" grpId="0" animBg="1"/>
    </p:bldLst>
  </p:timing>
</p:sld>
</file>

<file path=ppt/slides/slide5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0">
    <p:bg>
      <p:bgPr>
        <a:solidFill>
          <a:srgbClr val="C5E4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wave back"/>
          <p:cNvSpPr/>
          <p:nvPr/>
        </p:nvSpPr>
        <p:spPr>
          <a:xfrm>
            <a:off x="-182880" y="4389120"/>
            <a:ext cx="9509760" cy="548640"/>
          </a:xfrm>
          <a:prstGeom prst="wave">
            <a:avLst/>
          </a:prstGeom>
          <a:solidFill>
            <a:srgbClr val="D6855C"/>
          </a:solidFill>
          <a:ln w="12700">
            <a:solidFill>
              <a:srgbClr val="D6855C"/>
            </a:solidFill>
            <a:prstDash val="solid"/>
          </a:ln>
        </p:spPr>
      </p:sp>
      <p:sp>
        <p:nvSpPr>
          <p:cNvPr id="3" name="Deco sea floor"/>
          <p:cNvSpPr/>
          <p:nvPr/>
        </p:nvSpPr>
        <p:spPr>
          <a:xfrm>
            <a:off x="0" y="4709160"/>
            <a:ext cx="9144000" cy="457200"/>
          </a:xfrm>
          <a:prstGeom prst="rect">
            <a:avLst/>
          </a:prstGeom>
          <a:solidFill>
            <a:srgbClr val="CC7333"/>
          </a:solidFill>
          <a:ln w="12700">
            <a:solidFill>
              <a:srgbClr val="CC7333"/>
            </a:solidFill>
            <a:prstDash val="solid"/>
          </a:ln>
        </p:spPr>
      </p:sp>
      <p:sp>
        <p:nvSpPr>
          <p:cNvPr id="4" name="Deco bubble 0"/>
          <p:cNvSpPr/>
          <p:nvPr/>
        </p:nvSpPr>
        <p:spPr>
          <a:xfrm>
            <a:off x="365760" y="182880"/>
            <a:ext cx="411480" cy="4114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5" name="Deco bubble 1"/>
          <p:cNvSpPr/>
          <p:nvPr/>
        </p:nvSpPr>
        <p:spPr>
          <a:xfrm>
            <a:off x="914400" y="502920"/>
            <a:ext cx="256032" cy="256032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6" name="Deco bubble 2"/>
          <p:cNvSpPr/>
          <p:nvPr/>
        </p:nvSpPr>
        <p:spPr>
          <a:xfrm>
            <a:off x="8138160" y="137160"/>
            <a:ext cx="457200" cy="4572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7" name="Deco bubble 3"/>
          <p:cNvSpPr/>
          <p:nvPr/>
        </p:nvSpPr>
        <p:spPr>
          <a:xfrm>
            <a:off x="7680960" y="548640"/>
            <a:ext cx="228600" cy="2286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8" name="Deco bubble 4"/>
          <p:cNvSpPr/>
          <p:nvPr/>
        </p:nvSpPr>
        <p:spPr>
          <a:xfrm>
            <a:off x="8686800" y="566928"/>
            <a:ext cx="182880" cy="1828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9" name="Deco sun"/>
          <p:cNvSpPr/>
          <p:nvPr/>
        </p:nvSpPr>
        <p:spPr>
          <a:xfrm>
            <a:off x="4206240" y="109728"/>
            <a:ext cx="685800" cy="68580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0" name="Circle 1"/>
          <p:cNvSpPr/>
          <p:nvPr/>
        </p:nvSpPr>
        <p:spPr>
          <a:xfrm>
            <a:off x="7589520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1" name="Circle 2"/>
          <p:cNvSpPr/>
          <p:nvPr/>
        </p:nvSpPr>
        <p:spPr>
          <a:xfrm>
            <a:off x="6108192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2" name="Circle 3"/>
          <p:cNvSpPr/>
          <p:nvPr/>
        </p:nvSpPr>
        <p:spPr>
          <a:xfrm>
            <a:off x="4626864" y="1956816"/>
            <a:ext cx="1207008" cy="1207008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13" name="Circle 4"/>
          <p:cNvSpPr/>
          <p:nvPr/>
        </p:nvSpPr>
        <p:spPr>
          <a:xfrm>
            <a:off x="3145536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8E5BD0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384048" y="1737360"/>
            <a:ext cx="2194560" cy="1645920"/>
          </a:xfrm>
          <a:prstGeom prst="roundRect">
            <a:avLst>
              <a:gd name="adj" fmla="val 16667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C1 L1 letter"/>
          <p:cNvSpPr txBox="1"/>
          <p:nvPr/>
        </p:nvSpPr>
        <p:spPr>
          <a:xfrm>
            <a:off x="7589520" y="1966417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</a:t>
            </a:r>
            <a:endParaRPr lang="ar-SA" sz="3600" dirty="0"/>
          </a:p>
        </p:txBody>
      </p:sp>
      <p:sp>
        <p:nvSpPr>
          <p:cNvPr id="16" name="C2 V1 vowel"/>
          <p:cNvSpPr txBox="1"/>
          <p:nvPr/>
        </p:nvSpPr>
        <p:spPr>
          <a:xfrm>
            <a:off x="7589520" y="1966417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تَ</a:t>
            </a:r>
            <a:endParaRPr lang="ar-SA" sz="3600" dirty="0"/>
          </a:p>
        </p:txBody>
      </p:sp>
      <p:sp>
        <p:nvSpPr>
          <p:cNvPr id="17" name="C3 P1 plus"/>
          <p:cNvSpPr/>
          <p:nvPr/>
        </p:nvSpPr>
        <p:spPr>
          <a:xfrm>
            <a:off x="7333488" y="2441448"/>
            <a:ext cx="237744" cy="237744"/>
          </a:xfrm>
          <a:prstGeom prst="mathPlus">
            <a:avLst/>
          </a:prstGeom>
          <a:solidFill>
            <a:srgbClr val="D96A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8" name="C4 L2 letter"/>
          <p:cNvSpPr txBox="1"/>
          <p:nvPr/>
        </p:nvSpPr>
        <p:spPr>
          <a:xfrm>
            <a:off x="6108192" y="1949044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ش</a:t>
            </a:r>
            <a:endParaRPr lang="ar-SA" sz="3600" dirty="0"/>
          </a:p>
        </p:txBody>
      </p:sp>
      <p:sp>
        <p:nvSpPr>
          <p:cNvPr id="19" name="C5 V2 vowel"/>
          <p:cNvSpPr txBox="1"/>
          <p:nvPr/>
        </p:nvSpPr>
        <p:spPr>
          <a:xfrm>
            <a:off x="6108192" y="1949044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شَ</a:t>
            </a:r>
            <a:endParaRPr lang="ar-SA" sz="3600" dirty="0"/>
          </a:p>
        </p:txBody>
      </p:sp>
      <p:sp>
        <p:nvSpPr>
          <p:cNvPr id="20" name="C6 P2 plus"/>
          <p:cNvSpPr/>
          <p:nvPr/>
        </p:nvSpPr>
        <p:spPr>
          <a:xfrm>
            <a:off x="5852160" y="2441448"/>
            <a:ext cx="237744" cy="237744"/>
          </a:xfrm>
          <a:prstGeom prst="mathPlus">
            <a:avLst/>
          </a:prstGeom>
          <a:solidFill>
            <a:srgbClr val="D96A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1" name="C7 M3 madd"/>
          <p:cNvSpPr txBox="1"/>
          <p:nvPr/>
        </p:nvSpPr>
        <p:spPr>
          <a:xfrm>
            <a:off x="4626864" y="1967865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ar-SA" altLang="en-US" sz="2900" dirty="0">
                <a:solidFill>
                  <a:srgbClr val="E0313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2900" dirty="0"/>
          </a:p>
        </p:txBody>
      </p:sp>
      <p:sp>
        <p:nvSpPr>
          <p:cNvPr id="22" name="C7 S3 stretch"/>
          <p:cNvSpPr/>
          <p:nvPr/>
        </p:nvSpPr>
        <p:spPr>
          <a:xfrm>
            <a:off x="4937760" y="1627632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3" name="C8 P3 plus"/>
          <p:cNvSpPr/>
          <p:nvPr/>
        </p:nvSpPr>
        <p:spPr>
          <a:xfrm>
            <a:off x="4370832" y="2441448"/>
            <a:ext cx="237744" cy="237744"/>
          </a:xfrm>
          <a:prstGeom prst="mathPlus">
            <a:avLst/>
          </a:prstGeom>
          <a:solidFill>
            <a:srgbClr val="D96A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4" name="C9 L4 letter"/>
          <p:cNvSpPr txBox="1"/>
          <p:nvPr/>
        </p:nvSpPr>
        <p:spPr>
          <a:xfrm>
            <a:off x="3145536" y="1991563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</a:t>
            </a:r>
            <a:endParaRPr lang="ar-SA" sz="3600" dirty="0"/>
          </a:p>
        </p:txBody>
      </p:sp>
      <p:sp>
        <p:nvSpPr>
          <p:cNvPr id="25" name="C10 V4 vowel"/>
          <p:cNvSpPr txBox="1"/>
          <p:nvPr/>
        </p:nvSpPr>
        <p:spPr>
          <a:xfrm>
            <a:off x="3145536" y="1991563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ثَ</a:t>
            </a:r>
            <a:endParaRPr lang="ar-SA" sz="3600" dirty="0"/>
          </a:p>
        </p:txBody>
      </p:sp>
      <p:sp>
        <p:nvSpPr>
          <p:cNvPr id="26" name="C11 A arrow"/>
          <p:cNvSpPr/>
          <p:nvPr/>
        </p:nvSpPr>
        <p:spPr>
          <a:xfrm>
            <a:off x="2651760" y="2304288"/>
            <a:ext cx="420624" cy="512064"/>
          </a:xfrm>
          <a:prstGeom prst="leftArrow">
            <a:avLst/>
          </a:prstGeom>
          <a:solidFill>
            <a:srgbClr val="B1B8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7" name="C12 R result"/>
          <p:cNvSpPr txBox="1"/>
          <p:nvPr/>
        </p:nvSpPr>
        <p:spPr>
          <a:xfrm>
            <a:off x="384048" y="1804683"/>
            <a:ext cx="2194560" cy="164592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ar-SA" altLang="en-US" sz="5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تَشَ</a:t>
            </a:r>
            <a:pPr algn="ctr" indent="0" marL="0">
              <a:buNone/>
            </a:pPr>
            <a:r>
              <a:rPr lang="ar-SA" altLang="en-US" sz="4600" baseline="12500" dirty="0">
                <a:solidFill>
                  <a:srgbClr val="E0313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pPr algn="ctr" indent="0" marL="0">
              <a:buNone/>
            </a:pPr>
            <a:r>
              <a:rPr lang="ar-SA" altLang="en-US" sz="5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ثَ</a:t>
            </a:r>
            <a:endParaRPr lang="ar-SA" sz="5700" dirty="0"/>
          </a:p>
        </p:txBody>
      </p:sp>
    </p:spTree>
  </p:cSld>
  <p:clrMapOvr>
    <a:masterClrMapping/>
  </p:clrMapOvr>
  <p:transition spd="med">
    <p:fade/>
    <p:sndAc>
      <p:stSnd>
        <p:snd r:embed="rIdTrSnd" name="whoosh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1" fill="hold">
                      <p:stCondLst>
                        <p:cond delay="indefinite"/>
                      </p:stCondLst>
                      <p:childTnLst>
                        <p:par>
                          <p:cTn id="52" fill="hold">
                            <p:stCondLst>
                              <p:cond delay="0"/>
                            </p:stCondLst>
                            <p:childTnLst>
                              <p:par>
                                <p:cTn id="5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5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6" fill="hold">
                      <p:stCondLst>
                        <p:cond delay="indefinite"/>
                      </p:stCondLst>
                      <p:childTnLst>
                        <p:par>
                          <p:cTn id="57" fill="hold">
                            <p:stCondLst>
                              <p:cond delay="0"/>
                            </p:stCondLst>
                            <p:childTnLst>
                              <p:par>
                                <p:cTn id="5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0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1" fill="hold">
                      <p:stCondLst>
                        <p:cond delay="indefinite"/>
                      </p:stCondLst>
                      <p:childTnLst>
                        <p:par>
                          <p:cTn id="62" fill="hold">
                            <p:stCondLst>
                              <p:cond delay="0"/>
                            </p:stCondLst>
                            <p:childTnLst>
                              <p:par>
                                <p:cTn id="6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5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</p:bldLst>
  </p:timing>
</p:sld>
</file>

<file path=ppt/slides/slide5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1">
    <p:bg>
      <p:bgPr>
        <a:solidFill>
          <a:srgbClr val="F7C5D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grass"/>
          <p:cNvSpPr/>
          <p:nvPr/>
        </p:nvSpPr>
        <p:spPr>
          <a:xfrm>
            <a:off x="0" y="4617720"/>
            <a:ext cx="9144000" cy="548640"/>
          </a:xfrm>
          <a:prstGeom prst="rect">
            <a:avLst/>
          </a:prstGeom>
          <a:solidFill>
            <a:srgbClr val="B3C653"/>
          </a:solidFill>
          <a:ln w="12700">
            <a:solidFill>
              <a:srgbClr val="B3C653"/>
            </a:solidFill>
            <a:prstDash val="solid"/>
          </a:ln>
        </p:spPr>
      </p:sp>
      <p:sp>
        <p:nvSpPr>
          <p:cNvPr id="3" name="Deco stem 0"/>
          <p:cNvSpPr/>
          <p:nvPr/>
        </p:nvSpPr>
        <p:spPr>
          <a:xfrm>
            <a:off x="57607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4" name="Deco flower 0"/>
          <p:cNvSpPr/>
          <p:nvPr/>
        </p:nvSpPr>
        <p:spPr>
          <a:xfrm>
            <a:off x="457200" y="4370832"/>
            <a:ext cx="274320" cy="274320"/>
          </a:xfrm>
          <a:prstGeom prst="flowChartConnector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5" name="Deco stem 1"/>
          <p:cNvSpPr/>
          <p:nvPr/>
        </p:nvSpPr>
        <p:spPr>
          <a:xfrm>
            <a:off x="13990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6" name="Deco flower 1"/>
          <p:cNvSpPr/>
          <p:nvPr/>
        </p:nvSpPr>
        <p:spPr>
          <a:xfrm>
            <a:off x="1280160" y="4370832"/>
            <a:ext cx="274320" cy="274320"/>
          </a:xfrm>
          <a:prstGeom prst="flowChartConnector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7" name="Deco stem 2"/>
          <p:cNvSpPr/>
          <p:nvPr/>
        </p:nvSpPr>
        <p:spPr>
          <a:xfrm>
            <a:off x="22219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8" name="Deco flower 2"/>
          <p:cNvSpPr/>
          <p:nvPr/>
        </p:nvSpPr>
        <p:spPr>
          <a:xfrm>
            <a:off x="2103120" y="4370832"/>
            <a:ext cx="274320" cy="274320"/>
          </a:xfrm>
          <a:prstGeom prst="flowChartConnector">
            <a:avLst/>
          </a:prstGeom>
          <a:solidFill>
            <a:srgbClr val="B892FF"/>
          </a:solidFill>
          <a:ln w="12700">
            <a:solidFill>
              <a:srgbClr val="B892FF"/>
            </a:solidFill>
            <a:prstDash val="solid"/>
          </a:ln>
        </p:spPr>
      </p:sp>
      <p:sp>
        <p:nvSpPr>
          <p:cNvPr id="9" name="Deco stem 3"/>
          <p:cNvSpPr/>
          <p:nvPr/>
        </p:nvSpPr>
        <p:spPr>
          <a:xfrm>
            <a:off x="68854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6766560" y="4370832"/>
            <a:ext cx="274320" cy="274320"/>
          </a:xfrm>
          <a:prstGeom prst="flowChartConnector">
            <a:avLst/>
          </a:prstGeom>
          <a:solidFill>
            <a:srgbClr val="FF6F91"/>
          </a:solidFill>
          <a:ln w="12700">
            <a:solidFill>
              <a:srgbClr val="FF6F91"/>
            </a:solidFill>
            <a:prstDash val="solid"/>
          </a:ln>
        </p:spPr>
      </p:sp>
      <p:sp>
        <p:nvSpPr>
          <p:cNvPr id="11" name="Deco stem 4"/>
          <p:cNvSpPr/>
          <p:nvPr/>
        </p:nvSpPr>
        <p:spPr>
          <a:xfrm>
            <a:off x="77083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2" name="Deco flower 4"/>
          <p:cNvSpPr/>
          <p:nvPr/>
        </p:nvSpPr>
        <p:spPr>
          <a:xfrm>
            <a:off x="7589520" y="4370832"/>
            <a:ext cx="274320" cy="274320"/>
          </a:xfrm>
          <a:prstGeom prst="flowChartConnector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3" name="Deco stem 5"/>
          <p:cNvSpPr/>
          <p:nvPr/>
        </p:nvSpPr>
        <p:spPr>
          <a:xfrm>
            <a:off x="843991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4" name="Deco flower 5"/>
          <p:cNvSpPr/>
          <p:nvPr/>
        </p:nvSpPr>
        <p:spPr>
          <a:xfrm>
            <a:off x="8321040" y="4370832"/>
            <a:ext cx="274320" cy="274320"/>
          </a:xfrm>
          <a:prstGeom prst="flowChartConnector">
            <a:avLst/>
          </a:prstGeom>
          <a:solidFill>
            <a:srgbClr val="7EC8FF"/>
          </a:solidFill>
          <a:ln w="12700">
            <a:solidFill>
              <a:srgbClr val="7EC8FF"/>
            </a:solidFill>
            <a:prstDash val="solid"/>
          </a:ln>
        </p:spPr>
      </p:sp>
      <p:sp>
        <p:nvSpPr>
          <p:cNvPr id="15" name="Deco heart"/>
          <p:cNvSpPr/>
          <p:nvPr/>
        </p:nvSpPr>
        <p:spPr>
          <a:xfrm>
            <a:off x="411480" y="228600"/>
            <a:ext cx="457200" cy="411480"/>
          </a:xfrm>
          <a:prstGeom prst="heart">
            <a:avLst/>
          </a:prstGeom>
          <a:solidFill>
            <a:srgbClr val="ED5EBD"/>
          </a:solidFill>
          <a:ln w="12700">
            <a:solidFill>
              <a:srgbClr val="ED5EBD"/>
            </a:solidFill>
            <a:prstDash val="solid"/>
          </a:ln>
        </p:spPr>
      </p:sp>
      <p:sp>
        <p:nvSpPr>
          <p:cNvPr id="16" name="Deco cloud"/>
          <p:cNvSpPr/>
          <p:nvPr/>
        </p:nvSpPr>
        <p:spPr>
          <a:xfrm>
            <a:off x="713232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7" name="Deco friend"/>
          <p:cNvSpPr/>
          <p:nvPr/>
        </p:nvSpPr>
        <p:spPr>
          <a:xfrm>
            <a:off x="6309360" y="182880"/>
            <a:ext cx="548640" cy="548640"/>
          </a:xfrm>
          <a:prstGeom prst="smileyFace">
            <a:avLst/>
          </a:prstGeom>
          <a:solidFill>
            <a:srgbClr val="FFD166"/>
          </a:solidFill>
          <a:ln w="12700">
            <a:solidFill>
              <a:srgbClr val="FFD166"/>
            </a:solidFill>
            <a:prstDash val="solid"/>
          </a:ln>
        </p:spPr>
      </p:sp>
      <p:sp>
        <p:nvSpPr>
          <p:cNvPr id="18" name="Circle 1"/>
          <p:cNvSpPr/>
          <p:nvPr/>
        </p:nvSpPr>
        <p:spPr>
          <a:xfrm>
            <a:off x="7589520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9" name="Circle 2"/>
          <p:cNvSpPr/>
          <p:nvPr/>
        </p:nvSpPr>
        <p:spPr>
          <a:xfrm>
            <a:off x="6108192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20" name="Circle 3"/>
          <p:cNvSpPr/>
          <p:nvPr/>
        </p:nvSpPr>
        <p:spPr>
          <a:xfrm>
            <a:off x="4626864" y="1956816"/>
            <a:ext cx="1207008" cy="1207008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21" name="Circle 4"/>
          <p:cNvSpPr/>
          <p:nvPr/>
        </p:nvSpPr>
        <p:spPr>
          <a:xfrm>
            <a:off x="3145536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8E5BD0"/>
            </a:solidFill>
            <a:prstDash val="solid"/>
          </a:ln>
        </p:spPr>
      </p:sp>
      <p:sp>
        <p:nvSpPr>
          <p:cNvPr id="22" name="Result panel"/>
          <p:cNvSpPr/>
          <p:nvPr/>
        </p:nvSpPr>
        <p:spPr>
          <a:xfrm>
            <a:off x="384048" y="1737360"/>
            <a:ext cx="2194560" cy="1645920"/>
          </a:xfrm>
          <a:prstGeom prst="roundRect">
            <a:avLst>
              <a:gd name="adj" fmla="val 16667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23" name="C1 L1 letter"/>
          <p:cNvSpPr txBox="1"/>
          <p:nvPr/>
        </p:nvSpPr>
        <p:spPr>
          <a:xfrm>
            <a:off x="7589520" y="1991563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</a:t>
            </a:r>
            <a:endParaRPr lang="ar-SA" sz="3600" dirty="0"/>
          </a:p>
        </p:txBody>
      </p:sp>
      <p:sp>
        <p:nvSpPr>
          <p:cNvPr id="24" name="C2 V1 vowel"/>
          <p:cNvSpPr txBox="1"/>
          <p:nvPr/>
        </p:nvSpPr>
        <p:spPr>
          <a:xfrm>
            <a:off x="7589520" y="1991563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ثَ</a:t>
            </a:r>
            <a:endParaRPr lang="ar-SA" sz="3600" dirty="0"/>
          </a:p>
        </p:txBody>
      </p:sp>
      <p:sp>
        <p:nvSpPr>
          <p:cNvPr id="25" name="C3 P1 plus"/>
          <p:cNvSpPr/>
          <p:nvPr/>
        </p:nvSpPr>
        <p:spPr>
          <a:xfrm>
            <a:off x="7333488" y="2441448"/>
            <a:ext cx="237744" cy="237744"/>
          </a:xfrm>
          <a:prstGeom prst="mathPlus">
            <a:avLst/>
          </a:prstGeom>
          <a:solidFill>
            <a:srgbClr val="26D99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6" name="C4 L2 letter"/>
          <p:cNvSpPr txBox="1"/>
          <p:nvPr/>
        </p:nvSpPr>
        <p:spPr>
          <a:xfrm>
            <a:off x="6108192" y="1949044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ش</a:t>
            </a:r>
            <a:endParaRPr lang="ar-SA" sz="3600" dirty="0"/>
          </a:p>
        </p:txBody>
      </p:sp>
      <p:sp>
        <p:nvSpPr>
          <p:cNvPr id="27" name="C5 V2 vowel"/>
          <p:cNvSpPr txBox="1"/>
          <p:nvPr/>
        </p:nvSpPr>
        <p:spPr>
          <a:xfrm>
            <a:off x="6108192" y="1949044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شَ</a:t>
            </a:r>
            <a:endParaRPr lang="ar-SA" sz="3600" dirty="0"/>
          </a:p>
        </p:txBody>
      </p:sp>
      <p:sp>
        <p:nvSpPr>
          <p:cNvPr id="28" name="C6 P2 plus"/>
          <p:cNvSpPr/>
          <p:nvPr/>
        </p:nvSpPr>
        <p:spPr>
          <a:xfrm>
            <a:off x="5852160" y="2441448"/>
            <a:ext cx="237744" cy="237744"/>
          </a:xfrm>
          <a:prstGeom prst="mathPlus">
            <a:avLst/>
          </a:prstGeom>
          <a:solidFill>
            <a:srgbClr val="26D99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9" name="C7 M3 madd"/>
          <p:cNvSpPr txBox="1"/>
          <p:nvPr/>
        </p:nvSpPr>
        <p:spPr>
          <a:xfrm>
            <a:off x="4626864" y="1967865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ar-SA" altLang="en-US" sz="2900" dirty="0">
                <a:solidFill>
                  <a:srgbClr val="E0313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2900" dirty="0"/>
          </a:p>
        </p:txBody>
      </p:sp>
      <p:sp>
        <p:nvSpPr>
          <p:cNvPr id="30" name="C7 S3 stretch"/>
          <p:cNvSpPr/>
          <p:nvPr/>
        </p:nvSpPr>
        <p:spPr>
          <a:xfrm>
            <a:off x="4937760" y="1627632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1" name="C8 P3 plus"/>
          <p:cNvSpPr/>
          <p:nvPr/>
        </p:nvSpPr>
        <p:spPr>
          <a:xfrm>
            <a:off x="4370832" y="2441448"/>
            <a:ext cx="237744" cy="237744"/>
          </a:xfrm>
          <a:prstGeom prst="mathPlus">
            <a:avLst/>
          </a:prstGeom>
          <a:solidFill>
            <a:srgbClr val="26D99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2" name="C9 L4 letter"/>
          <p:cNvSpPr txBox="1"/>
          <p:nvPr/>
        </p:nvSpPr>
        <p:spPr>
          <a:xfrm>
            <a:off x="3145536" y="1862633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</a:t>
            </a:r>
            <a:endParaRPr lang="ar-SA" sz="3600" dirty="0"/>
          </a:p>
        </p:txBody>
      </p:sp>
      <p:sp>
        <p:nvSpPr>
          <p:cNvPr id="33" name="C10 V4 vowel"/>
          <p:cNvSpPr txBox="1"/>
          <p:nvPr/>
        </p:nvSpPr>
        <p:spPr>
          <a:xfrm>
            <a:off x="3145536" y="1862633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جَ</a:t>
            </a:r>
            <a:endParaRPr lang="ar-SA" sz="3600" dirty="0"/>
          </a:p>
        </p:txBody>
      </p:sp>
      <p:sp>
        <p:nvSpPr>
          <p:cNvPr id="34" name="C11 A arrow"/>
          <p:cNvSpPr/>
          <p:nvPr/>
        </p:nvSpPr>
        <p:spPr>
          <a:xfrm>
            <a:off x="2651760" y="2304288"/>
            <a:ext cx="420624" cy="512064"/>
          </a:xfrm>
          <a:prstGeom prst="leftArrow">
            <a:avLst/>
          </a:prstGeom>
          <a:solidFill>
            <a:srgbClr val="2E89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5" name="C12 R result"/>
          <p:cNvSpPr txBox="1"/>
          <p:nvPr/>
        </p:nvSpPr>
        <p:spPr>
          <a:xfrm>
            <a:off x="384048" y="1693977"/>
            <a:ext cx="2194560" cy="164592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ar-SA" altLang="en-US" sz="6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ثَشَ</a:t>
            </a:r>
            <a:pPr algn="ctr" indent="0" marL="0">
              <a:buNone/>
            </a:pPr>
            <a:r>
              <a:rPr lang="ar-SA" altLang="en-US" sz="4900" baseline="12500" dirty="0">
                <a:solidFill>
                  <a:srgbClr val="E0313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pPr algn="ctr" indent="0" marL="0">
              <a:buNone/>
            </a:pPr>
            <a:r>
              <a:rPr lang="ar-SA" altLang="en-US" sz="6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جَ</a:t>
            </a:r>
            <a:endParaRPr lang="ar-SA" sz="6100" dirty="0"/>
          </a:p>
        </p:txBody>
      </p:sp>
    </p:spTree>
  </p:cSld>
  <p:clrMapOvr>
    <a:masterClrMapping/>
  </p:clrMapOvr>
  <p:transition spd="med">
    <p:cover dir="l"/>
    <p:sndAc>
      <p:stSnd>
        <p:snd r:embed="rIdTrSnd" name="bubbles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3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3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3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1" fill="hold">
                      <p:stCondLst>
                        <p:cond delay="indefinite"/>
                      </p:stCondLst>
                      <p:childTnLst>
                        <p:par>
                          <p:cTn id="52" fill="hold">
                            <p:stCondLst>
                              <p:cond delay="0"/>
                            </p:stCondLst>
                            <p:childTnLst>
                              <p:par>
                                <p:cTn id="5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5" dur="350"/>
                                        <p:tgtEl>
                                          <p:spTgt spid="3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6" fill="hold">
                      <p:stCondLst>
                        <p:cond delay="indefinite"/>
                      </p:stCondLst>
                      <p:childTnLst>
                        <p:par>
                          <p:cTn id="57" fill="hold">
                            <p:stCondLst>
                              <p:cond delay="0"/>
                            </p:stCondLst>
                            <p:childTnLst>
                              <p:par>
                                <p:cTn id="5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0" dur="350"/>
                                        <p:tgtEl>
                                          <p:spTgt spid="3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1" fill="hold">
                      <p:stCondLst>
                        <p:cond delay="indefinite"/>
                      </p:stCondLst>
                      <p:childTnLst>
                        <p:par>
                          <p:cTn id="62" fill="hold">
                            <p:stCondLst>
                              <p:cond delay="0"/>
                            </p:stCondLst>
                            <p:childTnLst>
                              <p:par>
                                <p:cTn id="6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5" dur="350"/>
                                        <p:tgtEl>
                                          <p:spTgt spid="3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3" grpId="0" animBg="1"/>
      <p:bldP spid="24" grpId="0" animBg="1"/>
      <p:bldP spid="25" grpId="0" animBg="1"/>
      <p:bldP spid="26" grpId="0" animBg="1"/>
      <p:bldP spid="27" grpId="0" animBg="1"/>
      <p:bldP spid="28" grpId="0" animBg="1"/>
      <p:bldP spid="29" grpId="0" animBg="1"/>
      <p:bldP spid="30" grpId="0" animBg="1"/>
      <p:bldP spid="31" grpId="0" animBg="1"/>
      <p:bldP spid="32" grpId="0" animBg="1"/>
      <p:bldP spid="33" grpId="0" animBg="1"/>
      <p:bldP spid="34" grpId="0" animBg="1"/>
      <p:bldP spid="35" grpId="0" animBg="1"/>
    </p:bldLst>
  </p:timing>
</p:sld>
</file>

<file path=ppt/slides/slide5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2">
    <p:bg>
      <p:bgPr>
        <a:solidFill>
          <a:srgbClr val="15431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planet"/>
          <p:cNvSpPr/>
          <p:nvPr/>
        </p:nvSpPr>
        <p:spPr>
          <a:xfrm>
            <a:off x="7680960" y="91440"/>
            <a:ext cx="731520" cy="731520"/>
          </a:xfrm>
          <a:prstGeom prst="ellipse">
            <a:avLst/>
          </a:prstGeom>
          <a:solidFill>
            <a:srgbClr val="52E094"/>
          </a:solidFill>
          <a:ln w="12700">
            <a:solidFill>
              <a:srgbClr val="52E094"/>
            </a:solidFill>
            <a:prstDash val="solid"/>
          </a:ln>
        </p:spPr>
      </p:sp>
      <p:sp>
        <p:nvSpPr>
          <p:cNvPr id="3" name="Deco planet ring"/>
          <p:cNvSpPr/>
          <p:nvPr/>
        </p:nvSpPr>
        <p:spPr>
          <a:xfrm>
            <a:off x="7452360" y="384048"/>
            <a:ext cx="1188720" cy="164592"/>
          </a:xfrm>
          <a:prstGeom prst="ellipse">
            <a:avLst/>
          </a:prstGeom>
          <a:solidFill>
            <a:srgbClr val="FFFFFF">
              <a:alpha val="0"/>
            </a:srgbClr>
          </a:solidFill>
          <a:ln w="25400">
            <a:solidFill>
              <a:srgbClr val="8CF2EF"/>
            </a:solidFill>
            <a:prstDash val="solid"/>
          </a:ln>
        </p:spPr>
      </p:sp>
      <p:sp>
        <p:nvSpPr>
          <p:cNvPr id="4" name="Deco small planet"/>
          <p:cNvSpPr/>
          <p:nvPr/>
        </p:nvSpPr>
        <p:spPr>
          <a:xfrm>
            <a:off x="274320" y="182880"/>
            <a:ext cx="502920" cy="502920"/>
          </a:xfrm>
          <a:prstGeom prst="ellipse">
            <a:avLst/>
          </a:prstGeom>
          <a:solidFill>
            <a:srgbClr val="D870DB"/>
          </a:solidFill>
          <a:ln w="12700">
            <a:solidFill>
              <a:srgbClr val="D870DB"/>
            </a:solidFill>
            <a:prstDash val="solid"/>
          </a:ln>
        </p:spPr>
      </p:sp>
      <p:sp>
        <p:nvSpPr>
          <p:cNvPr id="5" name="Deco star 0"/>
          <p:cNvSpPr/>
          <p:nvPr/>
        </p:nvSpPr>
        <p:spPr>
          <a:xfrm>
            <a:off x="1371600" y="27432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6" name="Deco star 1"/>
          <p:cNvSpPr/>
          <p:nvPr/>
        </p:nvSpPr>
        <p:spPr>
          <a:xfrm>
            <a:off x="2468880" y="91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7" name="Deco star 2"/>
          <p:cNvSpPr/>
          <p:nvPr/>
        </p:nvSpPr>
        <p:spPr>
          <a:xfrm>
            <a:off x="3840480" y="50292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8" name="Deco star 3"/>
          <p:cNvSpPr/>
          <p:nvPr/>
        </p:nvSpPr>
        <p:spPr>
          <a:xfrm>
            <a:off x="5120640" y="137160"/>
            <a:ext cx="256032" cy="256032"/>
          </a:xfrm>
          <a:prstGeom prst="star4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9" name="Deco star 4"/>
          <p:cNvSpPr/>
          <p:nvPr/>
        </p:nvSpPr>
        <p:spPr>
          <a:xfrm>
            <a:off x="6583680" y="4572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Deco star 5"/>
          <p:cNvSpPr/>
          <p:nvPr/>
        </p:nvSpPr>
        <p:spPr>
          <a:xfrm>
            <a:off x="1097280" y="457200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1" name="Deco star 6"/>
          <p:cNvSpPr/>
          <p:nvPr/>
        </p:nvSpPr>
        <p:spPr>
          <a:xfrm>
            <a:off x="2743200" y="475488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12" name="Deco star 7"/>
          <p:cNvSpPr/>
          <p:nvPr/>
        </p:nvSpPr>
        <p:spPr>
          <a:xfrm>
            <a:off x="6217920" y="4663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3" name="Deco star 8"/>
          <p:cNvSpPr/>
          <p:nvPr/>
        </p:nvSpPr>
        <p:spPr>
          <a:xfrm>
            <a:off x="8138160" y="45720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4" name="Deco moon surface"/>
          <p:cNvSpPr/>
          <p:nvPr/>
        </p:nvSpPr>
        <p:spPr>
          <a:xfrm>
            <a:off x="3200400" y="4709160"/>
            <a:ext cx="2743200" cy="1097280"/>
          </a:xfrm>
          <a:prstGeom prst="ellipse">
            <a:avLst/>
          </a:prstGeom>
          <a:solidFill>
            <a:srgbClr val="855A47"/>
          </a:solidFill>
          <a:ln w="12700">
            <a:solidFill>
              <a:srgbClr val="855A47"/>
            </a:solidFill>
            <a:prstDash val="solid"/>
          </a:ln>
        </p:spPr>
      </p:sp>
      <p:sp>
        <p:nvSpPr>
          <p:cNvPr id="15" name="Circle 1"/>
          <p:cNvSpPr/>
          <p:nvPr/>
        </p:nvSpPr>
        <p:spPr>
          <a:xfrm>
            <a:off x="7589520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6" name="Circle 2"/>
          <p:cNvSpPr/>
          <p:nvPr/>
        </p:nvSpPr>
        <p:spPr>
          <a:xfrm>
            <a:off x="6108192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7" name="Circle 3"/>
          <p:cNvSpPr/>
          <p:nvPr/>
        </p:nvSpPr>
        <p:spPr>
          <a:xfrm>
            <a:off x="4626864" y="1956816"/>
            <a:ext cx="1207008" cy="1207008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18" name="Circle 4"/>
          <p:cNvSpPr/>
          <p:nvPr/>
        </p:nvSpPr>
        <p:spPr>
          <a:xfrm>
            <a:off x="3145536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8E5BD0"/>
            </a:solidFill>
            <a:prstDash val="solid"/>
          </a:ln>
        </p:spPr>
      </p:sp>
      <p:sp>
        <p:nvSpPr>
          <p:cNvPr id="19" name="Result panel"/>
          <p:cNvSpPr/>
          <p:nvPr/>
        </p:nvSpPr>
        <p:spPr>
          <a:xfrm>
            <a:off x="384048" y="1737360"/>
            <a:ext cx="2194560" cy="1645920"/>
          </a:xfrm>
          <a:prstGeom prst="roundRect">
            <a:avLst>
              <a:gd name="adj" fmla="val 16667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20" name="C1 L1 letter"/>
          <p:cNvSpPr txBox="1"/>
          <p:nvPr/>
        </p:nvSpPr>
        <p:spPr>
          <a:xfrm>
            <a:off x="7589520" y="1862633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</a:t>
            </a:r>
            <a:endParaRPr lang="ar-SA" sz="3600" dirty="0"/>
          </a:p>
        </p:txBody>
      </p:sp>
      <p:sp>
        <p:nvSpPr>
          <p:cNvPr id="21" name="C2 V1 vowel"/>
          <p:cNvSpPr txBox="1"/>
          <p:nvPr/>
        </p:nvSpPr>
        <p:spPr>
          <a:xfrm>
            <a:off x="7589520" y="1862633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جَ</a:t>
            </a:r>
            <a:endParaRPr lang="ar-SA" sz="3600" dirty="0"/>
          </a:p>
        </p:txBody>
      </p:sp>
      <p:sp>
        <p:nvSpPr>
          <p:cNvPr id="22" name="C3 P1 plus"/>
          <p:cNvSpPr/>
          <p:nvPr/>
        </p:nvSpPr>
        <p:spPr>
          <a:xfrm>
            <a:off x="7333488" y="2441448"/>
            <a:ext cx="237744" cy="237744"/>
          </a:xfrm>
          <a:prstGeom prst="mathPlus">
            <a:avLst/>
          </a:prstGeom>
          <a:solidFill>
            <a:srgbClr val="D326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3" name="C4 L2 letter"/>
          <p:cNvSpPr txBox="1"/>
          <p:nvPr/>
        </p:nvSpPr>
        <p:spPr>
          <a:xfrm>
            <a:off x="6108192" y="1949044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ش</a:t>
            </a:r>
            <a:endParaRPr lang="ar-SA" sz="3600" dirty="0"/>
          </a:p>
        </p:txBody>
      </p:sp>
      <p:sp>
        <p:nvSpPr>
          <p:cNvPr id="24" name="C5 V2 vowel"/>
          <p:cNvSpPr txBox="1"/>
          <p:nvPr/>
        </p:nvSpPr>
        <p:spPr>
          <a:xfrm>
            <a:off x="6108192" y="1949044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شَ</a:t>
            </a:r>
            <a:endParaRPr lang="ar-SA" sz="3600" dirty="0"/>
          </a:p>
        </p:txBody>
      </p:sp>
      <p:sp>
        <p:nvSpPr>
          <p:cNvPr id="25" name="C6 P2 plus"/>
          <p:cNvSpPr/>
          <p:nvPr/>
        </p:nvSpPr>
        <p:spPr>
          <a:xfrm>
            <a:off x="5852160" y="2441448"/>
            <a:ext cx="237744" cy="237744"/>
          </a:xfrm>
          <a:prstGeom prst="mathPlus">
            <a:avLst/>
          </a:prstGeom>
          <a:solidFill>
            <a:srgbClr val="D326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6" name="C7 M3 madd"/>
          <p:cNvSpPr txBox="1"/>
          <p:nvPr/>
        </p:nvSpPr>
        <p:spPr>
          <a:xfrm>
            <a:off x="4626864" y="1967865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ar-SA" altLang="en-US" sz="2900" dirty="0">
                <a:solidFill>
                  <a:srgbClr val="E0313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2900" dirty="0"/>
          </a:p>
        </p:txBody>
      </p:sp>
      <p:sp>
        <p:nvSpPr>
          <p:cNvPr id="27" name="C7 S3 stretch"/>
          <p:cNvSpPr/>
          <p:nvPr/>
        </p:nvSpPr>
        <p:spPr>
          <a:xfrm>
            <a:off x="4937760" y="1627632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8" name="C8 P3 plus"/>
          <p:cNvSpPr/>
          <p:nvPr/>
        </p:nvSpPr>
        <p:spPr>
          <a:xfrm>
            <a:off x="4370832" y="2441448"/>
            <a:ext cx="237744" cy="237744"/>
          </a:xfrm>
          <a:prstGeom prst="mathPlus">
            <a:avLst/>
          </a:prstGeom>
          <a:solidFill>
            <a:srgbClr val="D326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9" name="C9 L4 letter"/>
          <p:cNvSpPr txBox="1"/>
          <p:nvPr/>
        </p:nvSpPr>
        <p:spPr>
          <a:xfrm>
            <a:off x="3145536" y="1862633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</a:t>
            </a:r>
            <a:endParaRPr lang="ar-SA" sz="3600" dirty="0"/>
          </a:p>
        </p:txBody>
      </p:sp>
      <p:sp>
        <p:nvSpPr>
          <p:cNvPr id="30" name="C10 V4 vowel"/>
          <p:cNvSpPr txBox="1"/>
          <p:nvPr/>
        </p:nvSpPr>
        <p:spPr>
          <a:xfrm>
            <a:off x="3145536" y="1862633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حَ</a:t>
            </a:r>
            <a:endParaRPr lang="ar-SA" sz="3600" dirty="0"/>
          </a:p>
        </p:txBody>
      </p:sp>
      <p:sp>
        <p:nvSpPr>
          <p:cNvPr id="31" name="C11 A arrow"/>
          <p:cNvSpPr/>
          <p:nvPr/>
        </p:nvSpPr>
        <p:spPr>
          <a:xfrm>
            <a:off x="2651760" y="2304288"/>
            <a:ext cx="420624" cy="512064"/>
          </a:xfrm>
          <a:prstGeom prst="leftArrow">
            <a:avLst/>
          </a:prstGeom>
          <a:solidFill>
            <a:srgbClr val="B82E61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2" name="C12 R result"/>
          <p:cNvSpPr txBox="1"/>
          <p:nvPr/>
        </p:nvSpPr>
        <p:spPr>
          <a:xfrm>
            <a:off x="384048" y="1667256"/>
            <a:ext cx="2194560" cy="164592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ar-SA" altLang="en-US" sz="6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جَشَ</a:t>
            </a:r>
            <a:pPr algn="ctr" indent="0" marL="0">
              <a:buNone/>
            </a:pPr>
            <a:r>
              <a:rPr lang="ar-SA" altLang="en-US" sz="4800" baseline="12500" dirty="0">
                <a:solidFill>
                  <a:srgbClr val="E0313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pPr algn="ctr" indent="0" marL="0">
              <a:buNone/>
            </a:pPr>
            <a:r>
              <a:rPr lang="ar-SA" altLang="en-US" sz="6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حَ</a:t>
            </a:r>
            <a:endParaRPr lang="ar-SA" sz="6000" dirty="0"/>
          </a:p>
        </p:txBody>
      </p:sp>
    </p:spTree>
  </p:cSld>
  <p:clrMapOvr>
    <a:masterClrMapping/>
  </p:clrMapOvr>
  <p:transition spd="med">
    <p:zoom/>
    <p:sndAc>
      <p:stSnd>
        <p:snd r:embed="rIdTrSnd" name="sparkl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1" fill="hold">
                      <p:stCondLst>
                        <p:cond delay="indefinite"/>
                      </p:stCondLst>
                      <p:childTnLst>
                        <p:par>
                          <p:cTn id="52" fill="hold">
                            <p:stCondLst>
                              <p:cond delay="0"/>
                            </p:stCondLst>
                            <p:childTnLst>
                              <p:par>
                                <p:cTn id="5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5" dur="350"/>
                                        <p:tgtEl>
                                          <p:spTgt spid="3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6" fill="hold">
                      <p:stCondLst>
                        <p:cond delay="indefinite"/>
                      </p:stCondLst>
                      <p:childTnLst>
                        <p:par>
                          <p:cTn id="57" fill="hold">
                            <p:stCondLst>
                              <p:cond delay="0"/>
                            </p:stCondLst>
                            <p:childTnLst>
                              <p:par>
                                <p:cTn id="5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0" dur="350"/>
                                        <p:tgtEl>
                                          <p:spTgt spid="3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1" fill="hold">
                      <p:stCondLst>
                        <p:cond delay="indefinite"/>
                      </p:stCondLst>
                      <p:childTnLst>
                        <p:par>
                          <p:cTn id="62" fill="hold">
                            <p:stCondLst>
                              <p:cond delay="0"/>
                            </p:stCondLst>
                            <p:childTnLst>
                              <p:par>
                                <p:cTn id="6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5" dur="350"/>
                                        <p:tgtEl>
                                          <p:spTgt spid="3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0" grpId="0" animBg="1"/>
      <p:bldP spid="21" grpId="0" animBg="1"/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  <p:bldP spid="28" grpId="0" animBg="1"/>
      <p:bldP spid="29" grpId="0" animBg="1"/>
      <p:bldP spid="30" grpId="0" animBg="1"/>
      <p:bldP spid="31" grpId="0" animBg="1"/>
      <p:bldP spid="32" grpId="0" animBg="1"/>
    </p:bldLst>
  </p:timing>
</p:sld>
</file>

<file path=ppt/slides/slide5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3">
    <p:bg>
      <p:bgPr>
        <a:solidFill>
          <a:srgbClr val="D2C5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sun low"/>
          <p:cNvSpPr/>
          <p:nvPr/>
        </p:nvSpPr>
        <p:spPr>
          <a:xfrm>
            <a:off x="3566160" y="4343400"/>
            <a:ext cx="2011680" cy="2011680"/>
          </a:xfrm>
          <a:prstGeom prst="ellipse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3" name="Deco dune left"/>
          <p:cNvSpPr/>
          <p:nvPr/>
        </p:nvSpPr>
        <p:spPr>
          <a:xfrm>
            <a:off x="-1097280" y="4572000"/>
            <a:ext cx="4572000" cy="1280160"/>
          </a:xfrm>
          <a:prstGeom prst="ellipse">
            <a:avLst/>
          </a:prstGeom>
          <a:solidFill>
            <a:srgbClr val="B264D8"/>
          </a:solidFill>
          <a:ln w="12700">
            <a:solidFill>
              <a:srgbClr val="B264D8"/>
            </a:solidFill>
            <a:prstDash val="solid"/>
          </a:ln>
        </p:spPr>
      </p:sp>
      <p:sp>
        <p:nvSpPr>
          <p:cNvPr id="4" name="Deco dune right"/>
          <p:cNvSpPr/>
          <p:nvPr/>
        </p:nvSpPr>
        <p:spPr>
          <a:xfrm>
            <a:off x="5303520" y="4617720"/>
            <a:ext cx="5120640" cy="1280160"/>
          </a:xfrm>
          <a:prstGeom prst="ellipse">
            <a:avLst/>
          </a:prstGeom>
          <a:solidFill>
            <a:srgbClr val="8D47D1"/>
          </a:solidFill>
          <a:ln w="12700">
            <a:solidFill>
              <a:srgbClr val="8D47D1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320040" y="137160"/>
            <a:ext cx="1371600" cy="5943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right"/>
          <p:cNvSpPr/>
          <p:nvPr/>
        </p:nvSpPr>
        <p:spPr>
          <a:xfrm>
            <a:off x="7223760" y="182880"/>
            <a:ext cx="1280160" cy="548640"/>
          </a:xfrm>
          <a:prstGeom prst="cloud">
            <a:avLst/>
          </a:prstGeom>
          <a:solidFill>
            <a:srgbClr val="FFF3E8"/>
          </a:solidFill>
          <a:ln w="12700">
            <a:solidFill>
              <a:srgbClr val="FFF3E8"/>
            </a:solidFill>
            <a:prstDash val="solid"/>
          </a:ln>
        </p:spPr>
      </p:sp>
      <p:sp>
        <p:nvSpPr>
          <p:cNvPr id="7" name="Deco bird 0"/>
          <p:cNvSpPr/>
          <p:nvPr/>
        </p:nvSpPr>
        <p:spPr>
          <a:xfrm rot="5400000">
            <a:off x="2926080" y="32004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8" name="Deco bird 1"/>
          <p:cNvSpPr/>
          <p:nvPr/>
        </p:nvSpPr>
        <p:spPr>
          <a:xfrm rot="5400000">
            <a:off x="3291840" y="22860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9" name="Deco bird 2"/>
          <p:cNvSpPr/>
          <p:nvPr/>
        </p:nvSpPr>
        <p:spPr>
          <a:xfrm rot="5400000">
            <a:off x="5394960" y="36576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10" name="Circle 1"/>
          <p:cNvSpPr/>
          <p:nvPr/>
        </p:nvSpPr>
        <p:spPr>
          <a:xfrm>
            <a:off x="7589520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1" name="Circle 2"/>
          <p:cNvSpPr/>
          <p:nvPr/>
        </p:nvSpPr>
        <p:spPr>
          <a:xfrm>
            <a:off x="6108192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2" name="Circle 3"/>
          <p:cNvSpPr/>
          <p:nvPr/>
        </p:nvSpPr>
        <p:spPr>
          <a:xfrm>
            <a:off x="4626864" y="1956816"/>
            <a:ext cx="1207008" cy="1207008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13" name="Circle 4"/>
          <p:cNvSpPr/>
          <p:nvPr/>
        </p:nvSpPr>
        <p:spPr>
          <a:xfrm>
            <a:off x="3145536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8E5BD0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384048" y="1737360"/>
            <a:ext cx="2194560" cy="1645920"/>
          </a:xfrm>
          <a:prstGeom prst="roundRect">
            <a:avLst>
              <a:gd name="adj" fmla="val 16667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C1 L1 letter"/>
          <p:cNvSpPr txBox="1"/>
          <p:nvPr/>
        </p:nvSpPr>
        <p:spPr>
          <a:xfrm>
            <a:off x="7589520" y="1862633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</a:t>
            </a:r>
            <a:endParaRPr lang="ar-SA" sz="3600" dirty="0"/>
          </a:p>
        </p:txBody>
      </p:sp>
      <p:sp>
        <p:nvSpPr>
          <p:cNvPr id="16" name="C2 V1 vowel"/>
          <p:cNvSpPr txBox="1"/>
          <p:nvPr/>
        </p:nvSpPr>
        <p:spPr>
          <a:xfrm>
            <a:off x="7589520" y="1862633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حَ</a:t>
            </a:r>
            <a:endParaRPr lang="ar-SA" sz="3600" dirty="0"/>
          </a:p>
        </p:txBody>
      </p:sp>
      <p:sp>
        <p:nvSpPr>
          <p:cNvPr id="17" name="C3 P1 plus"/>
          <p:cNvSpPr/>
          <p:nvPr/>
        </p:nvSpPr>
        <p:spPr>
          <a:xfrm>
            <a:off x="7333488" y="2441448"/>
            <a:ext cx="237744" cy="237744"/>
          </a:xfrm>
          <a:prstGeom prst="mathPlus">
            <a:avLst/>
          </a:prstGeom>
          <a:solidFill>
            <a:srgbClr val="ABD9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8" name="C4 L2 letter"/>
          <p:cNvSpPr txBox="1"/>
          <p:nvPr/>
        </p:nvSpPr>
        <p:spPr>
          <a:xfrm>
            <a:off x="6108192" y="1949044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ش</a:t>
            </a:r>
            <a:endParaRPr lang="ar-SA" sz="3600" dirty="0"/>
          </a:p>
        </p:txBody>
      </p:sp>
      <p:sp>
        <p:nvSpPr>
          <p:cNvPr id="19" name="C5 V2 vowel"/>
          <p:cNvSpPr txBox="1"/>
          <p:nvPr/>
        </p:nvSpPr>
        <p:spPr>
          <a:xfrm>
            <a:off x="6108192" y="1949044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شَ</a:t>
            </a:r>
            <a:endParaRPr lang="ar-SA" sz="3600" dirty="0"/>
          </a:p>
        </p:txBody>
      </p:sp>
      <p:sp>
        <p:nvSpPr>
          <p:cNvPr id="20" name="C6 P2 plus"/>
          <p:cNvSpPr/>
          <p:nvPr/>
        </p:nvSpPr>
        <p:spPr>
          <a:xfrm>
            <a:off x="5852160" y="2441448"/>
            <a:ext cx="237744" cy="237744"/>
          </a:xfrm>
          <a:prstGeom prst="mathPlus">
            <a:avLst/>
          </a:prstGeom>
          <a:solidFill>
            <a:srgbClr val="ABD9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1" name="C7 M3 madd"/>
          <p:cNvSpPr txBox="1"/>
          <p:nvPr/>
        </p:nvSpPr>
        <p:spPr>
          <a:xfrm>
            <a:off x="4626864" y="1967865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ar-SA" altLang="en-US" sz="2900" dirty="0">
                <a:solidFill>
                  <a:srgbClr val="E0313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2900" dirty="0"/>
          </a:p>
        </p:txBody>
      </p:sp>
      <p:sp>
        <p:nvSpPr>
          <p:cNvPr id="22" name="C7 S3 stretch"/>
          <p:cNvSpPr/>
          <p:nvPr/>
        </p:nvSpPr>
        <p:spPr>
          <a:xfrm>
            <a:off x="4937760" y="1627632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3" name="C8 P3 plus"/>
          <p:cNvSpPr/>
          <p:nvPr/>
        </p:nvSpPr>
        <p:spPr>
          <a:xfrm>
            <a:off x="4370832" y="2441448"/>
            <a:ext cx="237744" cy="237744"/>
          </a:xfrm>
          <a:prstGeom prst="mathPlus">
            <a:avLst/>
          </a:prstGeom>
          <a:solidFill>
            <a:srgbClr val="ABD9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4" name="C9 L4 letter"/>
          <p:cNvSpPr txBox="1"/>
          <p:nvPr/>
        </p:nvSpPr>
        <p:spPr>
          <a:xfrm>
            <a:off x="3145536" y="1908810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</a:t>
            </a:r>
            <a:endParaRPr lang="ar-SA" sz="3600" dirty="0"/>
          </a:p>
        </p:txBody>
      </p:sp>
      <p:sp>
        <p:nvSpPr>
          <p:cNvPr id="25" name="C10 V4 vowel"/>
          <p:cNvSpPr txBox="1"/>
          <p:nvPr/>
        </p:nvSpPr>
        <p:spPr>
          <a:xfrm>
            <a:off x="3145536" y="1908810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خَ</a:t>
            </a:r>
            <a:endParaRPr lang="ar-SA" sz="3600" dirty="0"/>
          </a:p>
        </p:txBody>
      </p:sp>
      <p:sp>
        <p:nvSpPr>
          <p:cNvPr id="26" name="C11 A arrow"/>
          <p:cNvSpPr/>
          <p:nvPr/>
        </p:nvSpPr>
        <p:spPr>
          <a:xfrm>
            <a:off x="2651760" y="2304288"/>
            <a:ext cx="420624" cy="512064"/>
          </a:xfrm>
          <a:prstGeom prst="leftArrow">
            <a:avLst/>
          </a:prstGeom>
          <a:solidFill>
            <a:srgbClr val="38B8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7" name="C12 R result"/>
          <p:cNvSpPr txBox="1"/>
          <p:nvPr/>
        </p:nvSpPr>
        <p:spPr>
          <a:xfrm>
            <a:off x="384048" y="1667256"/>
            <a:ext cx="2194560" cy="164592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ar-SA" altLang="en-US" sz="6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حَشَ</a:t>
            </a:r>
            <a:pPr algn="ctr" indent="0" marL="0">
              <a:buNone/>
            </a:pPr>
            <a:r>
              <a:rPr lang="ar-SA" altLang="en-US" sz="4800" baseline="12500" dirty="0">
                <a:solidFill>
                  <a:srgbClr val="E0313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pPr algn="ctr" indent="0" marL="0">
              <a:buNone/>
            </a:pPr>
            <a:r>
              <a:rPr lang="ar-SA" altLang="en-US" sz="6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خَ</a:t>
            </a:r>
            <a:endParaRPr lang="ar-SA" sz="6000" dirty="0"/>
          </a:p>
        </p:txBody>
      </p:sp>
    </p:spTree>
  </p:cSld>
  <p:clrMapOvr>
    <a:masterClrMapping/>
  </p:clrMapOvr>
  <p:transition spd="med">
    <p:wheel spokes="4"/>
    <p:sndAc>
      <p:stSnd>
        <p:snd r:embed="rIdTrSnd" name="marimba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1" fill="hold">
                      <p:stCondLst>
                        <p:cond delay="indefinite"/>
                      </p:stCondLst>
                      <p:childTnLst>
                        <p:par>
                          <p:cTn id="52" fill="hold">
                            <p:stCondLst>
                              <p:cond delay="0"/>
                            </p:stCondLst>
                            <p:childTnLst>
                              <p:par>
                                <p:cTn id="5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5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6" fill="hold">
                      <p:stCondLst>
                        <p:cond delay="indefinite"/>
                      </p:stCondLst>
                      <p:childTnLst>
                        <p:par>
                          <p:cTn id="57" fill="hold">
                            <p:stCondLst>
                              <p:cond delay="0"/>
                            </p:stCondLst>
                            <p:childTnLst>
                              <p:par>
                                <p:cTn id="5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0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1" fill="hold">
                      <p:stCondLst>
                        <p:cond delay="indefinite"/>
                      </p:stCondLst>
                      <p:childTnLst>
                        <p:par>
                          <p:cTn id="62" fill="hold">
                            <p:stCondLst>
                              <p:cond delay="0"/>
                            </p:stCondLst>
                            <p:childTnLst>
                              <p:par>
                                <p:cTn id="6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5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</p:bldLst>
  </p:timing>
</p:sld>
</file>

<file path=ppt/slides/slide5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4">
    <p:bg>
      <p:bgPr>
        <a:solidFill>
          <a:srgbClr val="F7E0C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434840"/>
            <a:ext cx="4754880" cy="1463040"/>
          </a:xfrm>
          <a:prstGeom prst="ellipse">
            <a:avLst/>
          </a:prstGeom>
          <a:solidFill>
            <a:srgbClr val="66CC66"/>
          </a:solidFill>
          <a:ln w="12700">
            <a:solidFill>
              <a:srgbClr val="66CC66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023360" y="4526280"/>
            <a:ext cx="5852160" cy="1463040"/>
          </a:xfrm>
          <a:prstGeom prst="ellipse">
            <a:avLst/>
          </a:prstGeom>
          <a:solidFill>
            <a:srgbClr val="40BF6A"/>
          </a:solidFill>
          <a:ln w="12700">
            <a:solidFill>
              <a:srgbClr val="40BF6A"/>
            </a:solidFill>
            <a:prstDash val="solid"/>
          </a:ln>
        </p:spPr>
      </p:sp>
      <p:sp>
        <p:nvSpPr>
          <p:cNvPr id="4" name="Deco sun"/>
          <p:cNvSpPr/>
          <p:nvPr/>
        </p:nvSpPr>
        <p:spPr>
          <a:xfrm>
            <a:off x="274320" y="91440"/>
            <a:ext cx="731520" cy="73152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85800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863840" y="457200"/>
            <a:ext cx="822960" cy="365760"/>
          </a:xfrm>
          <a:prstGeom prst="cloud">
            <a:avLst/>
          </a:prstGeom>
          <a:solidFill>
            <a:srgbClr val="F4FAFF"/>
          </a:solidFill>
          <a:ln w="12700">
            <a:solidFill>
              <a:srgbClr val="F4FAFF"/>
            </a:solidFill>
            <a:prstDash val="solid"/>
          </a:ln>
        </p:spPr>
      </p:sp>
      <p:sp>
        <p:nvSpPr>
          <p:cNvPr id="7" name="Deco flower 0"/>
          <p:cNvSpPr/>
          <p:nvPr/>
        </p:nvSpPr>
        <p:spPr>
          <a:xfrm>
            <a:off x="128016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8" name="Deco flower 1"/>
          <p:cNvSpPr/>
          <p:nvPr/>
        </p:nvSpPr>
        <p:spPr>
          <a:xfrm>
            <a:off x="1828800" y="4526280"/>
            <a:ext cx="292608" cy="292608"/>
          </a:xfrm>
          <a:prstGeom prst="star5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9" name="Deco flower 2"/>
          <p:cNvSpPr/>
          <p:nvPr/>
        </p:nvSpPr>
        <p:spPr>
          <a:xfrm>
            <a:off x="7315200" y="4526280"/>
            <a:ext cx="292608" cy="292608"/>
          </a:xfrm>
          <a:prstGeom prst="star5">
            <a:avLst/>
          </a:prstGeom>
          <a:solidFill>
            <a:srgbClr val="8E5BD0"/>
          </a:solidFill>
          <a:ln w="12700">
            <a:solidFill>
              <a:srgbClr val="8E5BD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795528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11" name="Circle 1"/>
          <p:cNvSpPr/>
          <p:nvPr/>
        </p:nvSpPr>
        <p:spPr>
          <a:xfrm>
            <a:off x="7589520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2" name="Circle 2"/>
          <p:cNvSpPr/>
          <p:nvPr/>
        </p:nvSpPr>
        <p:spPr>
          <a:xfrm>
            <a:off x="6108192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3" name="Circle 3"/>
          <p:cNvSpPr/>
          <p:nvPr/>
        </p:nvSpPr>
        <p:spPr>
          <a:xfrm>
            <a:off x="4626864" y="1956816"/>
            <a:ext cx="1207008" cy="1207008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14" name="Circle 4"/>
          <p:cNvSpPr/>
          <p:nvPr/>
        </p:nvSpPr>
        <p:spPr>
          <a:xfrm>
            <a:off x="3145536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8E5BD0"/>
            </a:solidFill>
            <a:prstDash val="solid"/>
          </a:ln>
        </p:spPr>
      </p:sp>
      <p:sp>
        <p:nvSpPr>
          <p:cNvPr id="15" name="Result panel"/>
          <p:cNvSpPr/>
          <p:nvPr/>
        </p:nvSpPr>
        <p:spPr>
          <a:xfrm>
            <a:off x="384048" y="1737360"/>
            <a:ext cx="2194560" cy="1645920"/>
          </a:xfrm>
          <a:prstGeom prst="roundRect">
            <a:avLst>
              <a:gd name="adj" fmla="val 16667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6" name="C1 L1 letter"/>
          <p:cNvSpPr txBox="1"/>
          <p:nvPr/>
        </p:nvSpPr>
        <p:spPr>
          <a:xfrm>
            <a:off x="7589520" y="1908810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</a:t>
            </a:r>
            <a:endParaRPr lang="ar-SA" sz="3600" dirty="0"/>
          </a:p>
        </p:txBody>
      </p:sp>
      <p:sp>
        <p:nvSpPr>
          <p:cNvPr id="17" name="C2 V1 vowel"/>
          <p:cNvSpPr txBox="1"/>
          <p:nvPr/>
        </p:nvSpPr>
        <p:spPr>
          <a:xfrm>
            <a:off x="7589520" y="1908810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خَ</a:t>
            </a:r>
            <a:endParaRPr lang="ar-SA" sz="3600" dirty="0"/>
          </a:p>
        </p:txBody>
      </p:sp>
      <p:sp>
        <p:nvSpPr>
          <p:cNvPr id="18" name="C3 P1 plus"/>
          <p:cNvSpPr/>
          <p:nvPr/>
        </p:nvSpPr>
        <p:spPr>
          <a:xfrm>
            <a:off x="7333488" y="2441448"/>
            <a:ext cx="237744" cy="237744"/>
          </a:xfrm>
          <a:prstGeom prst="mathPlus">
            <a:avLst/>
          </a:prstGeom>
          <a:solidFill>
            <a:srgbClr val="2677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9" name="C4 L2 letter"/>
          <p:cNvSpPr txBox="1"/>
          <p:nvPr/>
        </p:nvSpPr>
        <p:spPr>
          <a:xfrm>
            <a:off x="6108192" y="1949044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ش</a:t>
            </a:r>
            <a:endParaRPr lang="ar-SA" sz="3600" dirty="0"/>
          </a:p>
        </p:txBody>
      </p:sp>
      <p:sp>
        <p:nvSpPr>
          <p:cNvPr id="20" name="C5 V2 vowel"/>
          <p:cNvSpPr txBox="1"/>
          <p:nvPr/>
        </p:nvSpPr>
        <p:spPr>
          <a:xfrm>
            <a:off x="6108192" y="1949044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شَ</a:t>
            </a:r>
            <a:endParaRPr lang="ar-SA" sz="3600" dirty="0"/>
          </a:p>
        </p:txBody>
      </p:sp>
      <p:sp>
        <p:nvSpPr>
          <p:cNvPr id="21" name="C6 P2 plus"/>
          <p:cNvSpPr/>
          <p:nvPr/>
        </p:nvSpPr>
        <p:spPr>
          <a:xfrm>
            <a:off x="5852160" y="2441448"/>
            <a:ext cx="237744" cy="237744"/>
          </a:xfrm>
          <a:prstGeom prst="mathPlus">
            <a:avLst/>
          </a:prstGeom>
          <a:solidFill>
            <a:srgbClr val="2677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2" name="C7 M3 madd"/>
          <p:cNvSpPr txBox="1"/>
          <p:nvPr/>
        </p:nvSpPr>
        <p:spPr>
          <a:xfrm>
            <a:off x="4626864" y="1967865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ar-SA" altLang="en-US" sz="2900" dirty="0">
                <a:solidFill>
                  <a:srgbClr val="E0313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2900" dirty="0"/>
          </a:p>
        </p:txBody>
      </p:sp>
      <p:sp>
        <p:nvSpPr>
          <p:cNvPr id="23" name="C7 S3 stretch"/>
          <p:cNvSpPr/>
          <p:nvPr/>
        </p:nvSpPr>
        <p:spPr>
          <a:xfrm>
            <a:off x="4937760" y="1627632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4" name="C8 P3 plus"/>
          <p:cNvSpPr/>
          <p:nvPr/>
        </p:nvSpPr>
        <p:spPr>
          <a:xfrm>
            <a:off x="4370832" y="2441448"/>
            <a:ext cx="237744" cy="237744"/>
          </a:xfrm>
          <a:prstGeom prst="mathPlus">
            <a:avLst/>
          </a:prstGeom>
          <a:solidFill>
            <a:srgbClr val="2677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5" name="C9 L4 letter"/>
          <p:cNvSpPr txBox="1"/>
          <p:nvPr/>
        </p:nvSpPr>
        <p:spPr>
          <a:xfrm>
            <a:off x="3145536" y="1958873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د</a:t>
            </a:r>
            <a:endParaRPr lang="ar-SA" sz="3600" dirty="0"/>
          </a:p>
        </p:txBody>
      </p:sp>
      <p:sp>
        <p:nvSpPr>
          <p:cNvPr id="26" name="C10 V4 vowel"/>
          <p:cNvSpPr txBox="1"/>
          <p:nvPr/>
        </p:nvSpPr>
        <p:spPr>
          <a:xfrm>
            <a:off x="3145536" y="1958873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دَ</a:t>
            </a:r>
            <a:endParaRPr lang="ar-SA" sz="3600" dirty="0"/>
          </a:p>
        </p:txBody>
      </p:sp>
      <p:sp>
        <p:nvSpPr>
          <p:cNvPr id="27" name="C11 A arrow"/>
          <p:cNvSpPr/>
          <p:nvPr/>
        </p:nvSpPr>
        <p:spPr>
          <a:xfrm>
            <a:off x="2651760" y="2304288"/>
            <a:ext cx="420624" cy="512064"/>
          </a:xfrm>
          <a:prstGeom prst="leftArrow">
            <a:avLst/>
          </a:prstGeom>
          <a:solidFill>
            <a:srgbClr val="4C2E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8" name="C12 R result"/>
          <p:cNvSpPr txBox="1"/>
          <p:nvPr/>
        </p:nvSpPr>
        <p:spPr>
          <a:xfrm>
            <a:off x="384048" y="1818259"/>
            <a:ext cx="2194560" cy="164592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ar-SA" altLang="en-US" sz="6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خَشَ</a:t>
            </a:r>
            <a:pPr algn="ctr" indent="0" marL="0">
              <a:buNone/>
            </a:pPr>
            <a:r>
              <a:rPr lang="ar-SA" altLang="en-US" sz="5200" baseline="12500" dirty="0">
                <a:solidFill>
                  <a:srgbClr val="E0313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pPr algn="ctr" indent="0" marL="0">
              <a:buNone/>
            </a:pPr>
            <a:r>
              <a:rPr lang="ar-SA" altLang="en-US" sz="6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دَ</a:t>
            </a:r>
            <a:endParaRPr lang="ar-SA" sz="6500" dirty="0"/>
          </a:p>
        </p:txBody>
      </p:sp>
    </p:spTree>
  </p:cSld>
  <p:clrMapOvr>
    <a:masterClrMapping/>
  </p:clrMapOvr>
  <p:transition spd="med">
    <p:wipe dir="l"/>
    <p:sndAc>
      <p:stSnd>
        <p:snd r:embed="rIdTrSnd" name="harp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1" fill="hold">
                      <p:stCondLst>
                        <p:cond delay="indefinite"/>
                      </p:stCondLst>
                      <p:childTnLst>
                        <p:par>
                          <p:cTn id="52" fill="hold">
                            <p:stCondLst>
                              <p:cond delay="0"/>
                            </p:stCondLst>
                            <p:childTnLst>
                              <p:par>
                                <p:cTn id="5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5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6" fill="hold">
                      <p:stCondLst>
                        <p:cond delay="indefinite"/>
                      </p:stCondLst>
                      <p:childTnLst>
                        <p:par>
                          <p:cTn id="57" fill="hold">
                            <p:stCondLst>
                              <p:cond delay="0"/>
                            </p:stCondLst>
                            <p:childTnLst>
                              <p:par>
                                <p:cTn id="5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0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1" fill="hold">
                      <p:stCondLst>
                        <p:cond delay="indefinite"/>
                      </p:stCondLst>
                      <p:childTnLst>
                        <p:par>
                          <p:cTn id="62" fill="hold">
                            <p:stCondLst>
                              <p:cond delay="0"/>
                            </p:stCondLst>
                            <p:childTnLst>
                              <p:par>
                                <p:cTn id="6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5" dur="35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  <p:bldP spid="28" grpId="0" animBg="1"/>
    </p:bldLst>
  </p:timing>
</p:sld>
</file>

<file path=ppt/slides/slide5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5">
    <p:bg>
      <p:bgPr>
        <a:solidFill>
          <a:srgbClr val="14433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moon"/>
          <p:cNvSpPr/>
          <p:nvPr/>
        </p:nvSpPr>
        <p:spPr>
          <a:xfrm>
            <a:off x="365760" y="91440"/>
            <a:ext cx="502920" cy="731520"/>
          </a:xfrm>
          <a:prstGeom prst="moon">
            <a:avLst/>
          </a:prstGeom>
          <a:solidFill>
            <a:srgbClr val="FFE88A"/>
          </a:solidFill>
          <a:ln w="12700">
            <a:solidFill>
              <a:srgbClr val="FFE88A"/>
            </a:solidFill>
            <a:prstDash val="solid"/>
          </a:ln>
        </p:spPr>
      </p:sp>
      <p:sp>
        <p:nvSpPr>
          <p:cNvPr id="3" name="Deco star 0"/>
          <p:cNvSpPr/>
          <p:nvPr/>
        </p:nvSpPr>
        <p:spPr>
          <a:xfrm>
            <a:off x="1280160" y="18288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4" name="Deco star 1"/>
          <p:cNvSpPr/>
          <p:nvPr/>
        </p:nvSpPr>
        <p:spPr>
          <a:xfrm>
            <a:off x="2194560" y="50292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5" name="Deco star 2"/>
          <p:cNvSpPr/>
          <p:nvPr/>
        </p:nvSpPr>
        <p:spPr>
          <a:xfrm>
            <a:off x="3291840" y="137160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6" name="Deco star 3"/>
          <p:cNvSpPr/>
          <p:nvPr/>
        </p:nvSpPr>
        <p:spPr>
          <a:xfrm>
            <a:off x="5760720" y="457200"/>
            <a:ext cx="365760" cy="36576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7" name="Deco star 4"/>
          <p:cNvSpPr/>
          <p:nvPr/>
        </p:nvSpPr>
        <p:spPr>
          <a:xfrm>
            <a:off x="6766560" y="109728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8" name="Deco star 5"/>
          <p:cNvSpPr/>
          <p:nvPr/>
        </p:nvSpPr>
        <p:spPr>
          <a:xfrm>
            <a:off x="7772400" y="41148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9" name="Deco star 6"/>
          <p:cNvSpPr/>
          <p:nvPr/>
        </p:nvSpPr>
        <p:spPr>
          <a:xfrm>
            <a:off x="8503920" y="13716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10" name="Deco hill left"/>
          <p:cNvSpPr/>
          <p:nvPr/>
        </p:nvSpPr>
        <p:spPr>
          <a:xfrm>
            <a:off x="-914400" y="4480560"/>
            <a:ext cx="4937760" cy="1463040"/>
          </a:xfrm>
          <a:prstGeom prst="ellipse">
            <a:avLst/>
          </a:prstGeom>
          <a:solidFill>
            <a:srgbClr val="2B5164"/>
          </a:solidFill>
          <a:ln w="12700">
            <a:solidFill>
              <a:srgbClr val="2B5164"/>
            </a:solidFill>
            <a:prstDash val="solid"/>
          </a:ln>
        </p:spPr>
      </p:sp>
      <p:sp>
        <p:nvSpPr>
          <p:cNvPr id="11" name="Deco hill right"/>
          <p:cNvSpPr/>
          <p:nvPr/>
        </p:nvSpPr>
        <p:spPr>
          <a:xfrm>
            <a:off x="4206240" y="4572000"/>
            <a:ext cx="5669280" cy="1463040"/>
          </a:xfrm>
          <a:prstGeom prst="ellipse">
            <a:avLst/>
          </a:prstGeom>
          <a:solidFill>
            <a:srgbClr val="343F79"/>
          </a:solidFill>
          <a:ln w="12700">
            <a:solidFill>
              <a:srgbClr val="343F79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7589520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6108192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4" name="Circle 3"/>
          <p:cNvSpPr/>
          <p:nvPr/>
        </p:nvSpPr>
        <p:spPr>
          <a:xfrm>
            <a:off x="4626864" y="1956816"/>
            <a:ext cx="1207008" cy="1207008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15" name="Circle 4"/>
          <p:cNvSpPr/>
          <p:nvPr/>
        </p:nvSpPr>
        <p:spPr>
          <a:xfrm>
            <a:off x="3145536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8E5BD0"/>
            </a:solidFill>
            <a:prstDash val="solid"/>
          </a:ln>
        </p:spPr>
      </p:sp>
      <p:sp>
        <p:nvSpPr>
          <p:cNvPr id="16" name="Result panel"/>
          <p:cNvSpPr/>
          <p:nvPr/>
        </p:nvSpPr>
        <p:spPr>
          <a:xfrm>
            <a:off x="384048" y="1737360"/>
            <a:ext cx="2194560" cy="1645920"/>
          </a:xfrm>
          <a:prstGeom prst="roundRect">
            <a:avLst>
              <a:gd name="adj" fmla="val 16667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7" name="C1 L1 letter"/>
          <p:cNvSpPr txBox="1"/>
          <p:nvPr/>
        </p:nvSpPr>
        <p:spPr>
          <a:xfrm>
            <a:off x="7589520" y="1958873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د</a:t>
            </a:r>
            <a:endParaRPr lang="ar-SA" sz="3600" dirty="0"/>
          </a:p>
        </p:txBody>
      </p:sp>
      <p:sp>
        <p:nvSpPr>
          <p:cNvPr id="18" name="C2 V1 vowel"/>
          <p:cNvSpPr txBox="1"/>
          <p:nvPr/>
        </p:nvSpPr>
        <p:spPr>
          <a:xfrm>
            <a:off x="7589520" y="1958873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دَ</a:t>
            </a:r>
            <a:endParaRPr lang="ar-SA" sz="3600" dirty="0"/>
          </a:p>
        </p:txBody>
      </p:sp>
      <p:sp>
        <p:nvSpPr>
          <p:cNvPr id="19" name="C3 P1 plus"/>
          <p:cNvSpPr/>
          <p:nvPr/>
        </p:nvSpPr>
        <p:spPr>
          <a:xfrm>
            <a:off x="7333488" y="2441448"/>
            <a:ext cx="237744" cy="237744"/>
          </a:xfrm>
          <a:prstGeom prst="mathPlus">
            <a:avLst/>
          </a:prstGeom>
          <a:solidFill>
            <a:srgbClr val="D92643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0" name="C4 L2 letter"/>
          <p:cNvSpPr txBox="1"/>
          <p:nvPr/>
        </p:nvSpPr>
        <p:spPr>
          <a:xfrm>
            <a:off x="6108192" y="1949044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ش</a:t>
            </a:r>
            <a:endParaRPr lang="ar-SA" sz="3600" dirty="0"/>
          </a:p>
        </p:txBody>
      </p:sp>
      <p:sp>
        <p:nvSpPr>
          <p:cNvPr id="21" name="C5 V2 vowel"/>
          <p:cNvSpPr txBox="1"/>
          <p:nvPr/>
        </p:nvSpPr>
        <p:spPr>
          <a:xfrm>
            <a:off x="6108192" y="1949044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شَ</a:t>
            </a:r>
            <a:endParaRPr lang="ar-SA" sz="3600" dirty="0"/>
          </a:p>
        </p:txBody>
      </p:sp>
      <p:sp>
        <p:nvSpPr>
          <p:cNvPr id="22" name="C6 P2 plus"/>
          <p:cNvSpPr/>
          <p:nvPr/>
        </p:nvSpPr>
        <p:spPr>
          <a:xfrm>
            <a:off x="5852160" y="2441448"/>
            <a:ext cx="237744" cy="237744"/>
          </a:xfrm>
          <a:prstGeom prst="mathPlus">
            <a:avLst/>
          </a:prstGeom>
          <a:solidFill>
            <a:srgbClr val="D92643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3" name="C7 M3 madd"/>
          <p:cNvSpPr txBox="1"/>
          <p:nvPr/>
        </p:nvSpPr>
        <p:spPr>
          <a:xfrm>
            <a:off x="4626864" y="1967865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ar-SA" altLang="en-US" sz="2900" dirty="0">
                <a:solidFill>
                  <a:srgbClr val="E0313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2900" dirty="0"/>
          </a:p>
        </p:txBody>
      </p:sp>
      <p:sp>
        <p:nvSpPr>
          <p:cNvPr id="24" name="C7 S3 stretch"/>
          <p:cNvSpPr/>
          <p:nvPr/>
        </p:nvSpPr>
        <p:spPr>
          <a:xfrm>
            <a:off x="4937760" y="1627632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5" name="C8 P3 plus"/>
          <p:cNvSpPr/>
          <p:nvPr/>
        </p:nvSpPr>
        <p:spPr>
          <a:xfrm>
            <a:off x="4370832" y="2441448"/>
            <a:ext cx="237744" cy="237744"/>
          </a:xfrm>
          <a:prstGeom prst="mathPlus">
            <a:avLst/>
          </a:prstGeom>
          <a:solidFill>
            <a:srgbClr val="D92643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6" name="C9 L4 letter"/>
          <p:cNvSpPr txBox="1"/>
          <p:nvPr/>
        </p:nvSpPr>
        <p:spPr>
          <a:xfrm>
            <a:off x="3145536" y="2005051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ذ</a:t>
            </a:r>
            <a:endParaRPr lang="ar-SA" sz="3600" dirty="0"/>
          </a:p>
        </p:txBody>
      </p:sp>
      <p:sp>
        <p:nvSpPr>
          <p:cNvPr id="27" name="C10 V4 vowel"/>
          <p:cNvSpPr txBox="1"/>
          <p:nvPr/>
        </p:nvSpPr>
        <p:spPr>
          <a:xfrm>
            <a:off x="3145536" y="2005051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ذَ</a:t>
            </a:r>
            <a:endParaRPr lang="ar-SA" sz="3600" dirty="0"/>
          </a:p>
        </p:txBody>
      </p:sp>
      <p:sp>
        <p:nvSpPr>
          <p:cNvPr id="28" name="C11 A arrow"/>
          <p:cNvSpPr/>
          <p:nvPr/>
        </p:nvSpPr>
        <p:spPr>
          <a:xfrm>
            <a:off x="2651760" y="2304288"/>
            <a:ext cx="420624" cy="512064"/>
          </a:xfrm>
          <a:prstGeom prst="leftArrow">
            <a:avLst/>
          </a:prstGeom>
          <a:solidFill>
            <a:srgbClr val="B874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9" name="C12 R result"/>
          <p:cNvSpPr txBox="1"/>
          <p:nvPr/>
        </p:nvSpPr>
        <p:spPr>
          <a:xfrm>
            <a:off x="384048" y="1832489"/>
            <a:ext cx="2194560" cy="164592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ar-SA" altLang="en-US" sz="7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دَشَ</a:t>
            </a:r>
            <a:pPr algn="ctr" indent="0" marL="0">
              <a:buNone/>
            </a:pPr>
            <a:r>
              <a:rPr lang="ar-SA" altLang="en-US" sz="5700" baseline="12500" dirty="0">
                <a:solidFill>
                  <a:srgbClr val="E0313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pPr algn="ctr" indent="0" marL="0">
              <a:buNone/>
            </a:pPr>
            <a:r>
              <a:rPr lang="ar-SA" altLang="en-US" sz="7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ذَ</a:t>
            </a:r>
            <a:endParaRPr lang="ar-SA" sz="7100" dirty="0"/>
          </a:p>
        </p:txBody>
      </p:sp>
    </p:spTree>
  </p:cSld>
  <p:clrMapOvr>
    <a:masterClrMapping/>
  </p:clrMapOvr>
  <p:transition spd="med">
    <p:circle/>
    <p:sndAc>
      <p:stSnd>
        <p:snd r:embed="rIdTrSnd" name="chim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1" fill="hold">
                      <p:stCondLst>
                        <p:cond delay="indefinite"/>
                      </p:stCondLst>
                      <p:childTnLst>
                        <p:par>
                          <p:cTn id="52" fill="hold">
                            <p:stCondLst>
                              <p:cond delay="0"/>
                            </p:stCondLst>
                            <p:childTnLst>
                              <p:par>
                                <p:cTn id="5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5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6" fill="hold">
                      <p:stCondLst>
                        <p:cond delay="indefinite"/>
                      </p:stCondLst>
                      <p:childTnLst>
                        <p:par>
                          <p:cTn id="57" fill="hold">
                            <p:stCondLst>
                              <p:cond delay="0"/>
                            </p:stCondLst>
                            <p:childTnLst>
                              <p:par>
                                <p:cTn id="5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0" dur="35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1" fill="hold">
                      <p:stCondLst>
                        <p:cond delay="indefinite"/>
                      </p:stCondLst>
                      <p:childTnLst>
                        <p:par>
                          <p:cTn id="62" fill="hold">
                            <p:stCondLst>
                              <p:cond delay="0"/>
                            </p:stCondLst>
                            <p:childTnLst>
                              <p:par>
                                <p:cTn id="6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5" dur="350"/>
                                        <p:tgtEl>
                                          <p:spTgt spid="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  <p:bldP spid="28" grpId="0" animBg="1"/>
      <p:bldP spid="29" grpId="0" animBg="1"/>
    </p:bldLst>
  </p:timing>
</p:sld>
</file>

<file path=ppt/slides/slide5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6">
    <p:bg>
      <p:bgPr>
        <a:solidFill>
          <a:srgbClr val="F7C5F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wave back"/>
          <p:cNvSpPr/>
          <p:nvPr/>
        </p:nvSpPr>
        <p:spPr>
          <a:xfrm>
            <a:off x="-182880" y="4389120"/>
            <a:ext cx="9509760" cy="548640"/>
          </a:xfrm>
          <a:prstGeom prst="wave">
            <a:avLst/>
          </a:prstGeom>
          <a:solidFill>
            <a:srgbClr val="5CD685"/>
          </a:solidFill>
          <a:ln w="12700">
            <a:solidFill>
              <a:srgbClr val="5CD685"/>
            </a:solidFill>
            <a:prstDash val="solid"/>
          </a:ln>
        </p:spPr>
      </p:sp>
      <p:sp>
        <p:nvSpPr>
          <p:cNvPr id="3" name="Deco sea floor"/>
          <p:cNvSpPr/>
          <p:nvPr/>
        </p:nvSpPr>
        <p:spPr>
          <a:xfrm>
            <a:off x="0" y="4709160"/>
            <a:ext cx="9144000" cy="457200"/>
          </a:xfrm>
          <a:prstGeom prst="rect">
            <a:avLst/>
          </a:prstGeom>
          <a:solidFill>
            <a:srgbClr val="33CC73"/>
          </a:solidFill>
          <a:ln w="12700">
            <a:solidFill>
              <a:srgbClr val="33CC73"/>
            </a:solidFill>
            <a:prstDash val="solid"/>
          </a:ln>
        </p:spPr>
      </p:sp>
      <p:sp>
        <p:nvSpPr>
          <p:cNvPr id="4" name="Deco bubble 0"/>
          <p:cNvSpPr/>
          <p:nvPr/>
        </p:nvSpPr>
        <p:spPr>
          <a:xfrm>
            <a:off x="365760" y="182880"/>
            <a:ext cx="411480" cy="4114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5" name="Deco bubble 1"/>
          <p:cNvSpPr/>
          <p:nvPr/>
        </p:nvSpPr>
        <p:spPr>
          <a:xfrm>
            <a:off x="914400" y="502920"/>
            <a:ext cx="256032" cy="256032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6" name="Deco bubble 2"/>
          <p:cNvSpPr/>
          <p:nvPr/>
        </p:nvSpPr>
        <p:spPr>
          <a:xfrm>
            <a:off x="8138160" y="137160"/>
            <a:ext cx="457200" cy="4572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7" name="Deco bubble 3"/>
          <p:cNvSpPr/>
          <p:nvPr/>
        </p:nvSpPr>
        <p:spPr>
          <a:xfrm>
            <a:off x="7680960" y="548640"/>
            <a:ext cx="228600" cy="2286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8" name="Deco bubble 4"/>
          <p:cNvSpPr/>
          <p:nvPr/>
        </p:nvSpPr>
        <p:spPr>
          <a:xfrm>
            <a:off x="8686800" y="566928"/>
            <a:ext cx="182880" cy="1828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9" name="Deco sun"/>
          <p:cNvSpPr/>
          <p:nvPr/>
        </p:nvSpPr>
        <p:spPr>
          <a:xfrm>
            <a:off x="4206240" y="109728"/>
            <a:ext cx="685800" cy="68580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0" name="Circle 1"/>
          <p:cNvSpPr/>
          <p:nvPr/>
        </p:nvSpPr>
        <p:spPr>
          <a:xfrm>
            <a:off x="7589520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1" name="Circle 2"/>
          <p:cNvSpPr/>
          <p:nvPr/>
        </p:nvSpPr>
        <p:spPr>
          <a:xfrm>
            <a:off x="6108192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2" name="Circle 3"/>
          <p:cNvSpPr/>
          <p:nvPr/>
        </p:nvSpPr>
        <p:spPr>
          <a:xfrm>
            <a:off x="4626864" y="1956816"/>
            <a:ext cx="1207008" cy="1207008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13" name="Circle 4"/>
          <p:cNvSpPr/>
          <p:nvPr/>
        </p:nvSpPr>
        <p:spPr>
          <a:xfrm>
            <a:off x="3145536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8E5BD0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384048" y="1737360"/>
            <a:ext cx="2194560" cy="1645920"/>
          </a:xfrm>
          <a:prstGeom prst="roundRect">
            <a:avLst>
              <a:gd name="adj" fmla="val 16667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C1 L1 letter"/>
          <p:cNvSpPr txBox="1"/>
          <p:nvPr/>
        </p:nvSpPr>
        <p:spPr>
          <a:xfrm>
            <a:off x="7589520" y="2005051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ذ</a:t>
            </a:r>
            <a:endParaRPr lang="ar-SA" sz="3600" dirty="0"/>
          </a:p>
        </p:txBody>
      </p:sp>
      <p:sp>
        <p:nvSpPr>
          <p:cNvPr id="16" name="C2 V1 vowel"/>
          <p:cNvSpPr txBox="1"/>
          <p:nvPr/>
        </p:nvSpPr>
        <p:spPr>
          <a:xfrm>
            <a:off x="7589520" y="2005051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ذَ</a:t>
            </a:r>
            <a:endParaRPr lang="ar-SA" sz="3600" dirty="0"/>
          </a:p>
        </p:txBody>
      </p:sp>
      <p:sp>
        <p:nvSpPr>
          <p:cNvPr id="17" name="C3 P1 plus"/>
          <p:cNvSpPr/>
          <p:nvPr/>
        </p:nvSpPr>
        <p:spPr>
          <a:xfrm>
            <a:off x="7333488" y="2441448"/>
            <a:ext cx="237744" cy="237744"/>
          </a:xfrm>
          <a:prstGeom prst="mathPlus">
            <a:avLst/>
          </a:prstGeom>
          <a:solidFill>
            <a:srgbClr val="26D93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8" name="C4 L2 letter"/>
          <p:cNvSpPr txBox="1"/>
          <p:nvPr/>
        </p:nvSpPr>
        <p:spPr>
          <a:xfrm>
            <a:off x="6108192" y="1949044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ش</a:t>
            </a:r>
            <a:endParaRPr lang="ar-SA" sz="3600" dirty="0"/>
          </a:p>
        </p:txBody>
      </p:sp>
      <p:sp>
        <p:nvSpPr>
          <p:cNvPr id="19" name="C5 V2 vowel"/>
          <p:cNvSpPr txBox="1"/>
          <p:nvPr/>
        </p:nvSpPr>
        <p:spPr>
          <a:xfrm>
            <a:off x="6108192" y="1949044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شَ</a:t>
            </a:r>
            <a:endParaRPr lang="ar-SA" sz="3600" dirty="0"/>
          </a:p>
        </p:txBody>
      </p:sp>
      <p:sp>
        <p:nvSpPr>
          <p:cNvPr id="20" name="C6 P2 plus"/>
          <p:cNvSpPr/>
          <p:nvPr/>
        </p:nvSpPr>
        <p:spPr>
          <a:xfrm>
            <a:off x="5852160" y="2441448"/>
            <a:ext cx="237744" cy="237744"/>
          </a:xfrm>
          <a:prstGeom prst="mathPlus">
            <a:avLst/>
          </a:prstGeom>
          <a:solidFill>
            <a:srgbClr val="26D93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1" name="C7 M3 madd"/>
          <p:cNvSpPr txBox="1"/>
          <p:nvPr/>
        </p:nvSpPr>
        <p:spPr>
          <a:xfrm>
            <a:off x="4626864" y="1967865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ar-SA" altLang="en-US" sz="2900" dirty="0">
                <a:solidFill>
                  <a:srgbClr val="E0313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2900" dirty="0"/>
          </a:p>
        </p:txBody>
      </p:sp>
      <p:sp>
        <p:nvSpPr>
          <p:cNvPr id="22" name="C7 S3 stretch"/>
          <p:cNvSpPr/>
          <p:nvPr/>
        </p:nvSpPr>
        <p:spPr>
          <a:xfrm>
            <a:off x="4937760" y="1627632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3" name="C8 P3 plus"/>
          <p:cNvSpPr/>
          <p:nvPr/>
        </p:nvSpPr>
        <p:spPr>
          <a:xfrm>
            <a:off x="4370832" y="2441448"/>
            <a:ext cx="237744" cy="237744"/>
          </a:xfrm>
          <a:prstGeom prst="mathPlus">
            <a:avLst/>
          </a:prstGeom>
          <a:solidFill>
            <a:srgbClr val="26D93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4" name="C9 L4 letter"/>
          <p:cNvSpPr txBox="1"/>
          <p:nvPr/>
        </p:nvSpPr>
        <p:spPr>
          <a:xfrm>
            <a:off x="3145536" y="1882064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ر</a:t>
            </a:r>
            <a:endParaRPr lang="ar-SA" sz="3600" dirty="0"/>
          </a:p>
        </p:txBody>
      </p:sp>
      <p:sp>
        <p:nvSpPr>
          <p:cNvPr id="25" name="C10 V4 vowel"/>
          <p:cNvSpPr txBox="1"/>
          <p:nvPr/>
        </p:nvSpPr>
        <p:spPr>
          <a:xfrm>
            <a:off x="3145536" y="1882064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رَ</a:t>
            </a:r>
            <a:endParaRPr lang="ar-SA" sz="3600" dirty="0"/>
          </a:p>
        </p:txBody>
      </p:sp>
      <p:sp>
        <p:nvSpPr>
          <p:cNvPr id="26" name="C11 A arrow"/>
          <p:cNvSpPr/>
          <p:nvPr/>
        </p:nvSpPr>
        <p:spPr>
          <a:xfrm>
            <a:off x="2651760" y="2304288"/>
            <a:ext cx="420624" cy="512064"/>
          </a:xfrm>
          <a:prstGeom prst="leftArrow">
            <a:avLst/>
          </a:prstGeom>
          <a:solidFill>
            <a:srgbClr val="2EB89C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7" name="C12 R result"/>
          <p:cNvSpPr txBox="1"/>
          <p:nvPr/>
        </p:nvSpPr>
        <p:spPr>
          <a:xfrm>
            <a:off x="384048" y="1729518"/>
            <a:ext cx="2194560" cy="164592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ar-SA" altLang="en-US" sz="6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ذَشَ</a:t>
            </a:r>
            <a:pPr algn="ctr" indent="0" marL="0">
              <a:buNone/>
            </a:pPr>
            <a:r>
              <a:rPr lang="ar-SA" altLang="en-US" sz="5200" baseline="12500" dirty="0">
                <a:solidFill>
                  <a:srgbClr val="E0313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pPr algn="ctr" indent="0" marL="0">
              <a:buNone/>
            </a:pPr>
            <a:r>
              <a:rPr lang="ar-SA" altLang="en-US" sz="6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رَ</a:t>
            </a:r>
            <a:endParaRPr lang="ar-SA" sz="6500" dirty="0"/>
          </a:p>
        </p:txBody>
      </p:sp>
    </p:spTree>
  </p:cSld>
  <p:clrMapOvr>
    <a:masterClrMapping/>
  </p:clrMapOvr>
  <p:transition spd="med">
    <p:randomBar dir="vert"/>
    <p:sndAc>
      <p:stSnd>
        <p:snd r:embed="rIdTrSnd" name="whoosh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1" fill="hold">
                      <p:stCondLst>
                        <p:cond delay="indefinite"/>
                      </p:stCondLst>
                      <p:childTnLst>
                        <p:par>
                          <p:cTn id="52" fill="hold">
                            <p:stCondLst>
                              <p:cond delay="0"/>
                            </p:stCondLst>
                            <p:childTnLst>
                              <p:par>
                                <p:cTn id="5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5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6" fill="hold">
                      <p:stCondLst>
                        <p:cond delay="indefinite"/>
                      </p:stCondLst>
                      <p:childTnLst>
                        <p:par>
                          <p:cTn id="57" fill="hold">
                            <p:stCondLst>
                              <p:cond delay="0"/>
                            </p:stCondLst>
                            <p:childTnLst>
                              <p:par>
                                <p:cTn id="5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0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1" fill="hold">
                      <p:stCondLst>
                        <p:cond delay="indefinite"/>
                      </p:stCondLst>
                      <p:childTnLst>
                        <p:par>
                          <p:cTn id="62" fill="hold">
                            <p:stCondLst>
                              <p:cond delay="0"/>
                            </p:stCondLst>
                            <p:childTnLst>
                              <p:par>
                                <p:cTn id="6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5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</p:bldLst>
  </p:timing>
</p:sld>
</file>

<file path=ppt/slides/slide5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7">
    <p:bg>
      <p:bgPr>
        <a:solidFill>
          <a:srgbClr val="E2F7C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grass"/>
          <p:cNvSpPr/>
          <p:nvPr/>
        </p:nvSpPr>
        <p:spPr>
          <a:xfrm>
            <a:off x="0" y="4617720"/>
            <a:ext cx="9144000" cy="548640"/>
          </a:xfrm>
          <a:prstGeom prst="rect">
            <a:avLst/>
          </a:prstGeom>
          <a:solidFill>
            <a:srgbClr val="53B3C6"/>
          </a:solidFill>
          <a:ln w="12700">
            <a:solidFill>
              <a:srgbClr val="53B3C6"/>
            </a:solidFill>
            <a:prstDash val="solid"/>
          </a:ln>
        </p:spPr>
      </p:sp>
      <p:sp>
        <p:nvSpPr>
          <p:cNvPr id="3" name="Deco stem 0"/>
          <p:cNvSpPr/>
          <p:nvPr/>
        </p:nvSpPr>
        <p:spPr>
          <a:xfrm>
            <a:off x="57607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4" name="Deco flower 0"/>
          <p:cNvSpPr/>
          <p:nvPr/>
        </p:nvSpPr>
        <p:spPr>
          <a:xfrm>
            <a:off x="457200" y="4370832"/>
            <a:ext cx="274320" cy="274320"/>
          </a:xfrm>
          <a:prstGeom prst="flowChartConnector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5" name="Deco stem 1"/>
          <p:cNvSpPr/>
          <p:nvPr/>
        </p:nvSpPr>
        <p:spPr>
          <a:xfrm>
            <a:off x="13990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6" name="Deco flower 1"/>
          <p:cNvSpPr/>
          <p:nvPr/>
        </p:nvSpPr>
        <p:spPr>
          <a:xfrm>
            <a:off x="1280160" y="4370832"/>
            <a:ext cx="274320" cy="274320"/>
          </a:xfrm>
          <a:prstGeom prst="flowChartConnector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7" name="Deco stem 2"/>
          <p:cNvSpPr/>
          <p:nvPr/>
        </p:nvSpPr>
        <p:spPr>
          <a:xfrm>
            <a:off x="22219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8" name="Deco flower 2"/>
          <p:cNvSpPr/>
          <p:nvPr/>
        </p:nvSpPr>
        <p:spPr>
          <a:xfrm>
            <a:off x="2103120" y="4370832"/>
            <a:ext cx="274320" cy="274320"/>
          </a:xfrm>
          <a:prstGeom prst="flowChartConnector">
            <a:avLst/>
          </a:prstGeom>
          <a:solidFill>
            <a:srgbClr val="B892FF"/>
          </a:solidFill>
          <a:ln w="12700">
            <a:solidFill>
              <a:srgbClr val="B892FF"/>
            </a:solidFill>
            <a:prstDash val="solid"/>
          </a:ln>
        </p:spPr>
      </p:sp>
      <p:sp>
        <p:nvSpPr>
          <p:cNvPr id="9" name="Deco stem 3"/>
          <p:cNvSpPr/>
          <p:nvPr/>
        </p:nvSpPr>
        <p:spPr>
          <a:xfrm>
            <a:off x="68854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6766560" y="4370832"/>
            <a:ext cx="274320" cy="274320"/>
          </a:xfrm>
          <a:prstGeom prst="flowChartConnector">
            <a:avLst/>
          </a:prstGeom>
          <a:solidFill>
            <a:srgbClr val="FF6F91"/>
          </a:solidFill>
          <a:ln w="12700">
            <a:solidFill>
              <a:srgbClr val="FF6F91"/>
            </a:solidFill>
            <a:prstDash val="solid"/>
          </a:ln>
        </p:spPr>
      </p:sp>
      <p:sp>
        <p:nvSpPr>
          <p:cNvPr id="11" name="Deco stem 4"/>
          <p:cNvSpPr/>
          <p:nvPr/>
        </p:nvSpPr>
        <p:spPr>
          <a:xfrm>
            <a:off x="77083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2" name="Deco flower 4"/>
          <p:cNvSpPr/>
          <p:nvPr/>
        </p:nvSpPr>
        <p:spPr>
          <a:xfrm>
            <a:off x="7589520" y="4370832"/>
            <a:ext cx="274320" cy="274320"/>
          </a:xfrm>
          <a:prstGeom prst="flowChartConnector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3" name="Deco stem 5"/>
          <p:cNvSpPr/>
          <p:nvPr/>
        </p:nvSpPr>
        <p:spPr>
          <a:xfrm>
            <a:off x="843991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4" name="Deco flower 5"/>
          <p:cNvSpPr/>
          <p:nvPr/>
        </p:nvSpPr>
        <p:spPr>
          <a:xfrm>
            <a:off x="8321040" y="4370832"/>
            <a:ext cx="274320" cy="274320"/>
          </a:xfrm>
          <a:prstGeom prst="flowChartConnector">
            <a:avLst/>
          </a:prstGeom>
          <a:solidFill>
            <a:srgbClr val="7EC8FF"/>
          </a:solidFill>
          <a:ln w="12700">
            <a:solidFill>
              <a:srgbClr val="7EC8FF"/>
            </a:solidFill>
            <a:prstDash val="solid"/>
          </a:ln>
        </p:spPr>
      </p:sp>
      <p:sp>
        <p:nvSpPr>
          <p:cNvPr id="15" name="Deco heart"/>
          <p:cNvSpPr/>
          <p:nvPr/>
        </p:nvSpPr>
        <p:spPr>
          <a:xfrm>
            <a:off x="411480" y="228600"/>
            <a:ext cx="457200" cy="411480"/>
          </a:xfrm>
          <a:prstGeom prst="heart">
            <a:avLst/>
          </a:prstGeom>
          <a:solidFill>
            <a:srgbClr val="E0ED5E"/>
          </a:solidFill>
          <a:ln w="12700">
            <a:solidFill>
              <a:srgbClr val="E0ED5E"/>
            </a:solidFill>
            <a:prstDash val="solid"/>
          </a:ln>
        </p:spPr>
      </p:sp>
      <p:sp>
        <p:nvSpPr>
          <p:cNvPr id="16" name="Deco cloud"/>
          <p:cNvSpPr/>
          <p:nvPr/>
        </p:nvSpPr>
        <p:spPr>
          <a:xfrm>
            <a:off x="713232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7" name="Deco friend"/>
          <p:cNvSpPr/>
          <p:nvPr/>
        </p:nvSpPr>
        <p:spPr>
          <a:xfrm>
            <a:off x="6309360" y="182880"/>
            <a:ext cx="548640" cy="548640"/>
          </a:xfrm>
          <a:prstGeom prst="smileyFace">
            <a:avLst/>
          </a:prstGeom>
          <a:solidFill>
            <a:srgbClr val="FFD166"/>
          </a:solidFill>
          <a:ln w="12700">
            <a:solidFill>
              <a:srgbClr val="FFD166"/>
            </a:solidFill>
            <a:prstDash val="solid"/>
          </a:ln>
        </p:spPr>
      </p:sp>
      <p:sp>
        <p:nvSpPr>
          <p:cNvPr id="18" name="Circle 1"/>
          <p:cNvSpPr/>
          <p:nvPr/>
        </p:nvSpPr>
        <p:spPr>
          <a:xfrm>
            <a:off x="7589520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9" name="Circle 2"/>
          <p:cNvSpPr/>
          <p:nvPr/>
        </p:nvSpPr>
        <p:spPr>
          <a:xfrm>
            <a:off x="6108192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20" name="Circle 3"/>
          <p:cNvSpPr/>
          <p:nvPr/>
        </p:nvSpPr>
        <p:spPr>
          <a:xfrm>
            <a:off x="4626864" y="1956816"/>
            <a:ext cx="1207008" cy="1207008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21" name="Circle 4"/>
          <p:cNvSpPr/>
          <p:nvPr/>
        </p:nvSpPr>
        <p:spPr>
          <a:xfrm>
            <a:off x="3145536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8E5BD0"/>
            </a:solidFill>
            <a:prstDash val="solid"/>
          </a:ln>
        </p:spPr>
      </p:sp>
      <p:sp>
        <p:nvSpPr>
          <p:cNvPr id="22" name="Result panel"/>
          <p:cNvSpPr/>
          <p:nvPr/>
        </p:nvSpPr>
        <p:spPr>
          <a:xfrm>
            <a:off x="384048" y="1737360"/>
            <a:ext cx="2194560" cy="1645920"/>
          </a:xfrm>
          <a:prstGeom prst="roundRect">
            <a:avLst>
              <a:gd name="adj" fmla="val 16667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23" name="C1 L1 letter"/>
          <p:cNvSpPr txBox="1"/>
          <p:nvPr/>
        </p:nvSpPr>
        <p:spPr>
          <a:xfrm>
            <a:off x="7589520" y="1882064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ر</a:t>
            </a:r>
            <a:endParaRPr lang="ar-SA" sz="3600" dirty="0"/>
          </a:p>
        </p:txBody>
      </p:sp>
      <p:sp>
        <p:nvSpPr>
          <p:cNvPr id="24" name="C2 V1 vowel"/>
          <p:cNvSpPr txBox="1"/>
          <p:nvPr/>
        </p:nvSpPr>
        <p:spPr>
          <a:xfrm>
            <a:off x="7589520" y="1882064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رَ</a:t>
            </a:r>
            <a:endParaRPr lang="ar-SA" sz="3600" dirty="0"/>
          </a:p>
        </p:txBody>
      </p:sp>
      <p:sp>
        <p:nvSpPr>
          <p:cNvPr id="25" name="C3 P1 plus"/>
          <p:cNvSpPr/>
          <p:nvPr/>
        </p:nvSpPr>
        <p:spPr>
          <a:xfrm>
            <a:off x="7333488" y="2441448"/>
            <a:ext cx="237744" cy="237744"/>
          </a:xfrm>
          <a:prstGeom prst="mathPlus">
            <a:avLst/>
          </a:prstGeom>
          <a:solidFill>
            <a:srgbClr val="7226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6" name="C4 L2 letter"/>
          <p:cNvSpPr txBox="1"/>
          <p:nvPr/>
        </p:nvSpPr>
        <p:spPr>
          <a:xfrm>
            <a:off x="6108192" y="1949044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ش</a:t>
            </a:r>
            <a:endParaRPr lang="ar-SA" sz="3600" dirty="0"/>
          </a:p>
        </p:txBody>
      </p:sp>
      <p:sp>
        <p:nvSpPr>
          <p:cNvPr id="27" name="C5 V2 vowel"/>
          <p:cNvSpPr txBox="1"/>
          <p:nvPr/>
        </p:nvSpPr>
        <p:spPr>
          <a:xfrm>
            <a:off x="6108192" y="1949044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شَ</a:t>
            </a:r>
            <a:endParaRPr lang="ar-SA" sz="3600" dirty="0"/>
          </a:p>
        </p:txBody>
      </p:sp>
      <p:sp>
        <p:nvSpPr>
          <p:cNvPr id="28" name="C6 P2 plus"/>
          <p:cNvSpPr/>
          <p:nvPr/>
        </p:nvSpPr>
        <p:spPr>
          <a:xfrm>
            <a:off x="5852160" y="2441448"/>
            <a:ext cx="237744" cy="237744"/>
          </a:xfrm>
          <a:prstGeom prst="mathPlus">
            <a:avLst/>
          </a:prstGeom>
          <a:solidFill>
            <a:srgbClr val="7226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9" name="C7 M3 madd"/>
          <p:cNvSpPr txBox="1"/>
          <p:nvPr/>
        </p:nvSpPr>
        <p:spPr>
          <a:xfrm>
            <a:off x="4626864" y="1967865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ar-SA" altLang="en-US" sz="2900" dirty="0">
                <a:solidFill>
                  <a:srgbClr val="E0313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2900" dirty="0"/>
          </a:p>
        </p:txBody>
      </p:sp>
      <p:sp>
        <p:nvSpPr>
          <p:cNvPr id="30" name="C7 S3 stretch"/>
          <p:cNvSpPr/>
          <p:nvPr/>
        </p:nvSpPr>
        <p:spPr>
          <a:xfrm>
            <a:off x="4937760" y="1627632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1" name="C8 P3 plus"/>
          <p:cNvSpPr/>
          <p:nvPr/>
        </p:nvSpPr>
        <p:spPr>
          <a:xfrm>
            <a:off x="4370832" y="2441448"/>
            <a:ext cx="237744" cy="237744"/>
          </a:xfrm>
          <a:prstGeom prst="mathPlus">
            <a:avLst/>
          </a:prstGeom>
          <a:solidFill>
            <a:srgbClr val="7226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2" name="C9 L4 letter"/>
          <p:cNvSpPr txBox="1"/>
          <p:nvPr/>
        </p:nvSpPr>
        <p:spPr>
          <a:xfrm>
            <a:off x="3145536" y="1928241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ز</a:t>
            </a:r>
            <a:endParaRPr lang="ar-SA" sz="3600" dirty="0"/>
          </a:p>
        </p:txBody>
      </p:sp>
      <p:sp>
        <p:nvSpPr>
          <p:cNvPr id="33" name="C10 V4 vowel"/>
          <p:cNvSpPr txBox="1"/>
          <p:nvPr/>
        </p:nvSpPr>
        <p:spPr>
          <a:xfrm>
            <a:off x="3145536" y="1928241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زَ</a:t>
            </a:r>
            <a:endParaRPr lang="ar-SA" sz="3600" dirty="0"/>
          </a:p>
        </p:txBody>
      </p:sp>
      <p:sp>
        <p:nvSpPr>
          <p:cNvPr id="34" name="C11 A arrow"/>
          <p:cNvSpPr/>
          <p:nvPr/>
        </p:nvSpPr>
        <p:spPr>
          <a:xfrm>
            <a:off x="2651760" y="2304288"/>
            <a:ext cx="420624" cy="512064"/>
          </a:xfrm>
          <a:prstGeom prst="leftArrow">
            <a:avLst/>
          </a:prstGeom>
          <a:solidFill>
            <a:srgbClr val="B82EAB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5" name="C12 R result"/>
          <p:cNvSpPr txBox="1"/>
          <p:nvPr/>
        </p:nvSpPr>
        <p:spPr>
          <a:xfrm>
            <a:off x="384048" y="1723758"/>
            <a:ext cx="2194560" cy="164592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ar-SA" altLang="en-US" sz="63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رَشَ</a:t>
            </a:r>
            <a:pPr algn="ctr" indent="0" marL="0">
              <a:buNone/>
            </a:pPr>
            <a:r>
              <a:rPr lang="ar-SA" altLang="en-US" sz="5000" baseline="12500" dirty="0">
                <a:solidFill>
                  <a:srgbClr val="E0313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pPr algn="ctr" indent="0" marL="0">
              <a:buNone/>
            </a:pPr>
            <a:r>
              <a:rPr lang="ar-SA" altLang="en-US" sz="63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زَ</a:t>
            </a:r>
            <a:endParaRPr lang="ar-SA" sz="6300" dirty="0"/>
          </a:p>
        </p:txBody>
      </p:sp>
    </p:spTree>
  </p:cSld>
  <p:clrMapOvr>
    <a:masterClrMapping/>
  </p:clrMapOvr>
  <p:transition spd="med">
    <p:push dir="l"/>
    <p:sndAc>
      <p:stSnd>
        <p:snd r:embed="rIdTrSnd" name="bubbles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3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3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3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1" fill="hold">
                      <p:stCondLst>
                        <p:cond delay="indefinite"/>
                      </p:stCondLst>
                      <p:childTnLst>
                        <p:par>
                          <p:cTn id="52" fill="hold">
                            <p:stCondLst>
                              <p:cond delay="0"/>
                            </p:stCondLst>
                            <p:childTnLst>
                              <p:par>
                                <p:cTn id="5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5" dur="350"/>
                                        <p:tgtEl>
                                          <p:spTgt spid="3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6" fill="hold">
                      <p:stCondLst>
                        <p:cond delay="indefinite"/>
                      </p:stCondLst>
                      <p:childTnLst>
                        <p:par>
                          <p:cTn id="57" fill="hold">
                            <p:stCondLst>
                              <p:cond delay="0"/>
                            </p:stCondLst>
                            <p:childTnLst>
                              <p:par>
                                <p:cTn id="5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0" dur="350"/>
                                        <p:tgtEl>
                                          <p:spTgt spid="3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1" fill="hold">
                      <p:stCondLst>
                        <p:cond delay="indefinite"/>
                      </p:stCondLst>
                      <p:childTnLst>
                        <p:par>
                          <p:cTn id="62" fill="hold">
                            <p:stCondLst>
                              <p:cond delay="0"/>
                            </p:stCondLst>
                            <p:childTnLst>
                              <p:par>
                                <p:cTn id="6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5" dur="350"/>
                                        <p:tgtEl>
                                          <p:spTgt spid="3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3" grpId="0" animBg="1"/>
      <p:bldP spid="24" grpId="0" animBg="1"/>
      <p:bldP spid="25" grpId="0" animBg="1"/>
      <p:bldP spid="26" grpId="0" animBg="1"/>
      <p:bldP spid="27" grpId="0" animBg="1"/>
      <p:bldP spid="28" grpId="0" animBg="1"/>
      <p:bldP spid="29" grpId="0" animBg="1"/>
      <p:bldP spid="30" grpId="0" animBg="1"/>
      <p:bldP spid="31" grpId="0" animBg="1"/>
      <p:bldP spid="32" grpId="0" animBg="1"/>
      <p:bldP spid="33" grpId="0" animBg="1"/>
      <p:bldP spid="34" grpId="0" animBg="1"/>
      <p:bldP spid="35" grpId="0" animBg="1"/>
    </p:bldLst>
  </p:timing>
</p:sld>
</file>

<file path=ppt/slides/slide5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8">
    <p:bg>
      <p:bgPr>
        <a:solidFill>
          <a:srgbClr val="14214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planet"/>
          <p:cNvSpPr/>
          <p:nvPr/>
        </p:nvSpPr>
        <p:spPr>
          <a:xfrm>
            <a:off x="7680960" y="91440"/>
            <a:ext cx="731520" cy="731520"/>
          </a:xfrm>
          <a:prstGeom prst="ellipse">
            <a:avLst/>
          </a:prstGeom>
          <a:solidFill>
            <a:srgbClr val="7052E0"/>
          </a:solidFill>
          <a:ln w="12700">
            <a:solidFill>
              <a:srgbClr val="7052E0"/>
            </a:solidFill>
            <a:prstDash val="solid"/>
          </a:ln>
        </p:spPr>
      </p:sp>
      <p:sp>
        <p:nvSpPr>
          <p:cNvPr id="3" name="Deco planet ring"/>
          <p:cNvSpPr/>
          <p:nvPr/>
        </p:nvSpPr>
        <p:spPr>
          <a:xfrm>
            <a:off x="7452360" y="384048"/>
            <a:ext cx="1188720" cy="164592"/>
          </a:xfrm>
          <a:prstGeom prst="ellipse">
            <a:avLst/>
          </a:prstGeom>
          <a:solidFill>
            <a:srgbClr val="FFFFFF">
              <a:alpha val="0"/>
            </a:srgbClr>
          </a:solidFill>
          <a:ln w="25400">
            <a:solidFill>
              <a:srgbClr val="D58CF2"/>
            </a:solidFill>
            <a:prstDash val="solid"/>
          </a:ln>
        </p:spPr>
      </p:sp>
      <p:sp>
        <p:nvSpPr>
          <p:cNvPr id="4" name="Deco small planet"/>
          <p:cNvSpPr/>
          <p:nvPr/>
        </p:nvSpPr>
        <p:spPr>
          <a:xfrm>
            <a:off x="274320" y="182880"/>
            <a:ext cx="502920" cy="502920"/>
          </a:xfrm>
          <a:prstGeom prst="ellipse">
            <a:avLst/>
          </a:prstGeom>
          <a:solidFill>
            <a:srgbClr val="DBBD70"/>
          </a:solidFill>
          <a:ln w="12700">
            <a:solidFill>
              <a:srgbClr val="DBBD70"/>
            </a:solidFill>
            <a:prstDash val="solid"/>
          </a:ln>
        </p:spPr>
      </p:sp>
      <p:sp>
        <p:nvSpPr>
          <p:cNvPr id="5" name="Deco star 0"/>
          <p:cNvSpPr/>
          <p:nvPr/>
        </p:nvSpPr>
        <p:spPr>
          <a:xfrm>
            <a:off x="1371600" y="27432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6" name="Deco star 1"/>
          <p:cNvSpPr/>
          <p:nvPr/>
        </p:nvSpPr>
        <p:spPr>
          <a:xfrm>
            <a:off x="2468880" y="91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7" name="Deco star 2"/>
          <p:cNvSpPr/>
          <p:nvPr/>
        </p:nvSpPr>
        <p:spPr>
          <a:xfrm>
            <a:off x="3840480" y="50292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8" name="Deco star 3"/>
          <p:cNvSpPr/>
          <p:nvPr/>
        </p:nvSpPr>
        <p:spPr>
          <a:xfrm>
            <a:off x="5120640" y="137160"/>
            <a:ext cx="256032" cy="256032"/>
          </a:xfrm>
          <a:prstGeom prst="star4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9" name="Deco star 4"/>
          <p:cNvSpPr/>
          <p:nvPr/>
        </p:nvSpPr>
        <p:spPr>
          <a:xfrm>
            <a:off x="6583680" y="4572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Deco star 5"/>
          <p:cNvSpPr/>
          <p:nvPr/>
        </p:nvSpPr>
        <p:spPr>
          <a:xfrm>
            <a:off x="1097280" y="457200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1" name="Deco star 6"/>
          <p:cNvSpPr/>
          <p:nvPr/>
        </p:nvSpPr>
        <p:spPr>
          <a:xfrm>
            <a:off x="2743200" y="475488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12" name="Deco star 7"/>
          <p:cNvSpPr/>
          <p:nvPr/>
        </p:nvSpPr>
        <p:spPr>
          <a:xfrm>
            <a:off x="6217920" y="4663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3" name="Deco star 8"/>
          <p:cNvSpPr/>
          <p:nvPr/>
        </p:nvSpPr>
        <p:spPr>
          <a:xfrm>
            <a:off x="8138160" y="45720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4" name="Deco moon surface"/>
          <p:cNvSpPr/>
          <p:nvPr/>
        </p:nvSpPr>
        <p:spPr>
          <a:xfrm>
            <a:off x="3200400" y="4709160"/>
            <a:ext cx="2743200" cy="1097280"/>
          </a:xfrm>
          <a:prstGeom prst="ellipse">
            <a:avLst/>
          </a:prstGeom>
          <a:solidFill>
            <a:srgbClr val="47854A"/>
          </a:solidFill>
          <a:ln w="12700">
            <a:solidFill>
              <a:srgbClr val="47854A"/>
            </a:solidFill>
            <a:prstDash val="solid"/>
          </a:ln>
        </p:spPr>
      </p:sp>
      <p:sp>
        <p:nvSpPr>
          <p:cNvPr id="15" name="Circle 1"/>
          <p:cNvSpPr/>
          <p:nvPr/>
        </p:nvSpPr>
        <p:spPr>
          <a:xfrm>
            <a:off x="7589520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6" name="Circle 2"/>
          <p:cNvSpPr/>
          <p:nvPr/>
        </p:nvSpPr>
        <p:spPr>
          <a:xfrm>
            <a:off x="6108192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7" name="Circle 3"/>
          <p:cNvSpPr/>
          <p:nvPr/>
        </p:nvSpPr>
        <p:spPr>
          <a:xfrm>
            <a:off x="4626864" y="1956816"/>
            <a:ext cx="1207008" cy="1207008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18" name="Circle 4"/>
          <p:cNvSpPr/>
          <p:nvPr/>
        </p:nvSpPr>
        <p:spPr>
          <a:xfrm>
            <a:off x="3145536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8E5BD0"/>
            </a:solidFill>
            <a:prstDash val="solid"/>
          </a:ln>
        </p:spPr>
      </p:sp>
      <p:sp>
        <p:nvSpPr>
          <p:cNvPr id="19" name="Result panel"/>
          <p:cNvSpPr/>
          <p:nvPr/>
        </p:nvSpPr>
        <p:spPr>
          <a:xfrm>
            <a:off x="384048" y="1737360"/>
            <a:ext cx="2194560" cy="1645920"/>
          </a:xfrm>
          <a:prstGeom prst="roundRect">
            <a:avLst>
              <a:gd name="adj" fmla="val 16667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20" name="C1 L1 letter"/>
          <p:cNvSpPr txBox="1"/>
          <p:nvPr/>
        </p:nvSpPr>
        <p:spPr>
          <a:xfrm>
            <a:off x="7589520" y="1928241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ز</a:t>
            </a:r>
            <a:endParaRPr lang="ar-SA" sz="3600" dirty="0"/>
          </a:p>
        </p:txBody>
      </p:sp>
      <p:sp>
        <p:nvSpPr>
          <p:cNvPr id="21" name="C2 V1 vowel"/>
          <p:cNvSpPr txBox="1"/>
          <p:nvPr/>
        </p:nvSpPr>
        <p:spPr>
          <a:xfrm>
            <a:off x="7589520" y="1928241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زَ</a:t>
            </a:r>
            <a:endParaRPr lang="ar-SA" sz="3600" dirty="0"/>
          </a:p>
        </p:txBody>
      </p:sp>
      <p:sp>
        <p:nvSpPr>
          <p:cNvPr id="22" name="C3 P1 plus"/>
          <p:cNvSpPr/>
          <p:nvPr/>
        </p:nvSpPr>
        <p:spPr>
          <a:xfrm>
            <a:off x="7333488" y="2441448"/>
            <a:ext cx="237744" cy="237744"/>
          </a:xfrm>
          <a:prstGeom prst="mathPlus">
            <a:avLst/>
          </a:prstGeom>
          <a:solidFill>
            <a:srgbClr val="D9A6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3" name="C4 L2 letter"/>
          <p:cNvSpPr txBox="1"/>
          <p:nvPr/>
        </p:nvSpPr>
        <p:spPr>
          <a:xfrm>
            <a:off x="6108192" y="1949044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ش</a:t>
            </a:r>
            <a:endParaRPr lang="ar-SA" sz="3600" dirty="0"/>
          </a:p>
        </p:txBody>
      </p:sp>
      <p:sp>
        <p:nvSpPr>
          <p:cNvPr id="24" name="C5 V2 vowel"/>
          <p:cNvSpPr txBox="1"/>
          <p:nvPr/>
        </p:nvSpPr>
        <p:spPr>
          <a:xfrm>
            <a:off x="6108192" y="1949044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شَ</a:t>
            </a:r>
            <a:endParaRPr lang="ar-SA" sz="3600" dirty="0"/>
          </a:p>
        </p:txBody>
      </p:sp>
      <p:sp>
        <p:nvSpPr>
          <p:cNvPr id="25" name="C6 P2 plus"/>
          <p:cNvSpPr/>
          <p:nvPr/>
        </p:nvSpPr>
        <p:spPr>
          <a:xfrm>
            <a:off x="5852160" y="2441448"/>
            <a:ext cx="237744" cy="237744"/>
          </a:xfrm>
          <a:prstGeom prst="mathPlus">
            <a:avLst/>
          </a:prstGeom>
          <a:solidFill>
            <a:srgbClr val="D9A6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6" name="C7 M3 madd"/>
          <p:cNvSpPr txBox="1"/>
          <p:nvPr/>
        </p:nvSpPr>
        <p:spPr>
          <a:xfrm>
            <a:off x="4626864" y="1967865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ar-SA" altLang="en-US" sz="2900" dirty="0">
                <a:solidFill>
                  <a:srgbClr val="E0313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2900" dirty="0"/>
          </a:p>
        </p:txBody>
      </p:sp>
      <p:sp>
        <p:nvSpPr>
          <p:cNvPr id="27" name="C7 S3 stretch"/>
          <p:cNvSpPr/>
          <p:nvPr/>
        </p:nvSpPr>
        <p:spPr>
          <a:xfrm>
            <a:off x="4937760" y="1627632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8" name="C8 P3 plus"/>
          <p:cNvSpPr/>
          <p:nvPr/>
        </p:nvSpPr>
        <p:spPr>
          <a:xfrm>
            <a:off x="4370832" y="2441448"/>
            <a:ext cx="237744" cy="237744"/>
          </a:xfrm>
          <a:prstGeom prst="mathPlus">
            <a:avLst/>
          </a:prstGeom>
          <a:solidFill>
            <a:srgbClr val="D9A6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9" name="C9 L4 letter"/>
          <p:cNvSpPr txBox="1"/>
          <p:nvPr/>
        </p:nvSpPr>
        <p:spPr>
          <a:xfrm>
            <a:off x="3145536" y="1877720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س</a:t>
            </a:r>
            <a:endParaRPr lang="ar-SA" sz="3600" dirty="0"/>
          </a:p>
        </p:txBody>
      </p:sp>
      <p:sp>
        <p:nvSpPr>
          <p:cNvPr id="30" name="C10 V4 vowel"/>
          <p:cNvSpPr txBox="1"/>
          <p:nvPr/>
        </p:nvSpPr>
        <p:spPr>
          <a:xfrm>
            <a:off x="3145536" y="1877720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سَ</a:t>
            </a:r>
            <a:endParaRPr lang="ar-SA" sz="3600" dirty="0"/>
          </a:p>
        </p:txBody>
      </p:sp>
      <p:sp>
        <p:nvSpPr>
          <p:cNvPr id="31" name="C11 A arrow"/>
          <p:cNvSpPr/>
          <p:nvPr/>
        </p:nvSpPr>
        <p:spPr>
          <a:xfrm>
            <a:off x="2651760" y="2304288"/>
            <a:ext cx="420624" cy="512064"/>
          </a:xfrm>
          <a:prstGeom prst="leftArrow">
            <a:avLst/>
          </a:prstGeom>
          <a:solidFill>
            <a:srgbClr val="83B8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2" name="C12 R result"/>
          <p:cNvSpPr txBox="1"/>
          <p:nvPr/>
        </p:nvSpPr>
        <p:spPr>
          <a:xfrm>
            <a:off x="384048" y="1726781"/>
            <a:ext cx="2194560" cy="164592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ar-SA" altLang="en-US" sz="4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زَشَ</a:t>
            </a:r>
            <a:pPr algn="ctr" indent="0" marL="0">
              <a:buNone/>
            </a:pPr>
            <a:r>
              <a:rPr lang="ar-SA" altLang="en-US" sz="3900" baseline="12500" dirty="0">
                <a:solidFill>
                  <a:srgbClr val="E0313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pPr algn="ctr" indent="0" marL="0">
              <a:buNone/>
            </a:pPr>
            <a:r>
              <a:rPr lang="ar-SA" altLang="en-US" sz="4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سَ</a:t>
            </a:r>
            <a:endParaRPr lang="ar-SA" sz="4900" dirty="0"/>
          </a:p>
        </p:txBody>
      </p:sp>
    </p:spTree>
  </p:cSld>
  <p:clrMapOvr>
    <a:masterClrMapping/>
  </p:clrMapOvr>
  <p:transition spd="med">
    <p:split orient="vert" dir="out"/>
    <p:sndAc>
      <p:stSnd>
        <p:snd r:embed="rIdTrSnd" name="sparkl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1" fill="hold">
                      <p:stCondLst>
                        <p:cond delay="indefinite"/>
                      </p:stCondLst>
                      <p:childTnLst>
                        <p:par>
                          <p:cTn id="52" fill="hold">
                            <p:stCondLst>
                              <p:cond delay="0"/>
                            </p:stCondLst>
                            <p:childTnLst>
                              <p:par>
                                <p:cTn id="5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5" dur="350"/>
                                        <p:tgtEl>
                                          <p:spTgt spid="3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6" fill="hold">
                      <p:stCondLst>
                        <p:cond delay="indefinite"/>
                      </p:stCondLst>
                      <p:childTnLst>
                        <p:par>
                          <p:cTn id="57" fill="hold">
                            <p:stCondLst>
                              <p:cond delay="0"/>
                            </p:stCondLst>
                            <p:childTnLst>
                              <p:par>
                                <p:cTn id="5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0" dur="350"/>
                                        <p:tgtEl>
                                          <p:spTgt spid="3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1" fill="hold">
                      <p:stCondLst>
                        <p:cond delay="indefinite"/>
                      </p:stCondLst>
                      <p:childTnLst>
                        <p:par>
                          <p:cTn id="62" fill="hold">
                            <p:stCondLst>
                              <p:cond delay="0"/>
                            </p:stCondLst>
                            <p:childTnLst>
                              <p:par>
                                <p:cTn id="6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5" dur="350"/>
                                        <p:tgtEl>
                                          <p:spTgt spid="3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0" grpId="0" animBg="1"/>
      <p:bldP spid="21" grpId="0" animBg="1"/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  <p:bldP spid="28" grpId="0" animBg="1"/>
      <p:bldP spid="29" grpId="0" animBg="1"/>
      <p:bldP spid="30" grpId="0" animBg="1"/>
      <p:bldP spid="31" grpId="0" animBg="1"/>
      <p:bldP spid="32" grpId="0" animBg="1"/>
    </p:bldLst>
  </p:timing>
</p:sld>
</file>

<file path=ppt/slides/slide5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9">
    <p:bg>
      <p:bgPr>
        <a:solidFill>
          <a:srgbClr val="F7C5C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sun low"/>
          <p:cNvSpPr/>
          <p:nvPr/>
        </p:nvSpPr>
        <p:spPr>
          <a:xfrm>
            <a:off x="3566160" y="4343400"/>
            <a:ext cx="2011680" cy="2011680"/>
          </a:xfrm>
          <a:prstGeom prst="ellipse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3" name="Deco dune left"/>
          <p:cNvSpPr/>
          <p:nvPr/>
        </p:nvSpPr>
        <p:spPr>
          <a:xfrm>
            <a:off x="-1097280" y="4572000"/>
            <a:ext cx="4572000" cy="1280160"/>
          </a:xfrm>
          <a:prstGeom prst="ellipse">
            <a:avLst/>
          </a:prstGeom>
          <a:solidFill>
            <a:srgbClr val="D89564"/>
          </a:solidFill>
          <a:ln w="12700">
            <a:solidFill>
              <a:srgbClr val="D89564"/>
            </a:solidFill>
            <a:prstDash val="solid"/>
          </a:ln>
        </p:spPr>
      </p:sp>
      <p:sp>
        <p:nvSpPr>
          <p:cNvPr id="4" name="Deco dune right"/>
          <p:cNvSpPr/>
          <p:nvPr/>
        </p:nvSpPr>
        <p:spPr>
          <a:xfrm>
            <a:off x="5303520" y="4617720"/>
            <a:ext cx="5120640" cy="1280160"/>
          </a:xfrm>
          <a:prstGeom prst="ellipse">
            <a:avLst/>
          </a:prstGeom>
          <a:solidFill>
            <a:srgbClr val="D16B47"/>
          </a:solidFill>
          <a:ln w="12700">
            <a:solidFill>
              <a:srgbClr val="D16B47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320040" y="137160"/>
            <a:ext cx="1371600" cy="5943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right"/>
          <p:cNvSpPr/>
          <p:nvPr/>
        </p:nvSpPr>
        <p:spPr>
          <a:xfrm>
            <a:off x="7223760" y="182880"/>
            <a:ext cx="1280160" cy="548640"/>
          </a:xfrm>
          <a:prstGeom prst="cloud">
            <a:avLst/>
          </a:prstGeom>
          <a:solidFill>
            <a:srgbClr val="FFF3E8"/>
          </a:solidFill>
          <a:ln w="12700">
            <a:solidFill>
              <a:srgbClr val="FFF3E8"/>
            </a:solidFill>
            <a:prstDash val="solid"/>
          </a:ln>
        </p:spPr>
      </p:sp>
      <p:sp>
        <p:nvSpPr>
          <p:cNvPr id="7" name="Deco bird 0"/>
          <p:cNvSpPr/>
          <p:nvPr/>
        </p:nvSpPr>
        <p:spPr>
          <a:xfrm rot="5400000">
            <a:off x="2926080" y="32004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8" name="Deco bird 1"/>
          <p:cNvSpPr/>
          <p:nvPr/>
        </p:nvSpPr>
        <p:spPr>
          <a:xfrm rot="5400000">
            <a:off x="3291840" y="22860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9" name="Deco bird 2"/>
          <p:cNvSpPr/>
          <p:nvPr/>
        </p:nvSpPr>
        <p:spPr>
          <a:xfrm rot="5400000">
            <a:off x="5394960" y="36576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10" name="Circle 1"/>
          <p:cNvSpPr/>
          <p:nvPr/>
        </p:nvSpPr>
        <p:spPr>
          <a:xfrm>
            <a:off x="7589520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1" name="Circle 2"/>
          <p:cNvSpPr/>
          <p:nvPr/>
        </p:nvSpPr>
        <p:spPr>
          <a:xfrm>
            <a:off x="6108192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2" name="Circle 3"/>
          <p:cNvSpPr/>
          <p:nvPr/>
        </p:nvSpPr>
        <p:spPr>
          <a:xfrm>
            <a:off x="4626864" y="1956816"/>
            <a:ext cx="1207008" cy="1207008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13" name="Circle 4"/>
          <p:cNvSpPr/>
          <p:nvPr/>
        </p:nvSpPr>
        <p:spPr>
          <a:xfrm>
            <a:off x="3145536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8E5BD0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384048" y="1737360"/>
            <a:ext cx="2194560" cy="1645920"/>
          </a:xfrm>
          <a:prstGeom prst="roundRect">
            <a:avLst>
              <a:gd name="adj" fmla="val 16667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C1 L1 letter"/>
          <p:cNvSpPr txBox="1"/>
          <p:nvPr/>
        </p:nvSpPr>
        <p:spPr>
          <a:xfrm>
            <a:off x="7589520" y="1877720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س</a:t>
            </a:r>
            <a:endParaRPr lang="ar-SA" sz="3600" dirty="0"/>
          </a:p>
        </p:txBody>
      </p:sp>
      <p:sp>
        <p:nvSpPr>
          <p:cNvPr id="16" name="C2 V1 vowel"/>
          <p:cNvSpPr txBox="1"/>
          <p:nvPr/>
        </p:nvSpPr>
        <p:spPr>
          <a:xfrm>
            <a:off x="7589520" y="1877720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سَ</a:t>
            </a:r>
            <a:endParaRPr lang="ar-SA" sz="3600" dirty="0"/>
          </a:p>
        </p:txBody>
      </p:sp>
      <p:sp>
        <p:nvSpPr>
          <p:cNvPr id="17" name="C3 P1 plus"/>
          <p:cNvSpPr/>
          <p:nvPr/>
        </p:nvSpPr>
        <p:spPr>
          <a:xfrm>
            <a:off x="7333488" y="2441448"/>
            <a:ext cx="237744" cy="237744"/>
          </a:xfrm>
          <a:prstGeom prst="mathPlus">
            <a:avLst/>
          </a:prstGeom>
          <a:solidFill>
            <a:srgbClr val="26D7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8" name="C4 L2 letter"/>
          <p:cNvSpPr txBox="1"/>
          <p:nvPr/>
        </p:nvSpPr>
        <p:spPr>
          <a:xfrm>
            <a:off x="6108192" y="1949044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ش</a:t>
            </a:r>
            <a:endParaRPr lang="ar-SA" sz="3600" dirty="0"/>
          </a:p>
        </p:txBody>
      </p:sp>
      <p:sp>
        <p:nvSpPr>
          <p:cNvPr id="19" name="C5 V2 vowel"/>
          <p:cNvSpPr txBox="1"/>
          <p:nvPr/>
        </p:nvSpPr>
        <p:spPr>
          <a:xfrm>
            <a:off x="6108192" y="1949044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شَ</a:t>
            </a:r>
            <a:endParaRPr lang="ar-SA" sz="3600" dirty="0"/>
          </a:p>
        </p:txBody>
      </p:sp>
      <p:sp>
        <p:nvSpPr>
          <p:cNvPr id="20" name="C6 P2 plus"/>
          <p:cNvSpPr/>
          <p:nvPr/>
        </p:nvSpPr>
        <p:spPr>
          <a:xfrm>
            <a:off x="5852160" y="2441448"/>
            <a:ext cx="237744" cy="237744"/>
          </a:xfrm>
          <a:prstGeom prst="mathPlus">
            <a:avLst/>
          </a:prstGeom>
          <a:solidFill>
            <a:srgbClr val="26D7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1" name="C7 M3 madd"/>
          <p:cNvSpPr txBox="1"/>
          <p:nvPr/>
        </p:nvSpPr>
        <p:spPr>
          <a:xfrm>
            <a:off x="4626864" y="1967865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ar-SA" altLang="en-US" sz="2900" dirty="0">
                <a:solidFill>
                  <a:srgbClr val="E0313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2900" dirty="0"/>
          </a:p>
        </p:txBody>
      </p:sp>
      <p:sp>
        <p:nvSpPr>
          <p:cNvPr id="22" name="C7 S3 stretch"/>
          <p:cNvSpPr/>
          <p:nvPr/>
        </p:nvSpPr>
        <p:spPr>
          <a:xfrm>
            <a:off x="4937760" y="1627632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3" name="C8 P3 plus"/>
          <p:cNvSpPr/>
          <p:nvPr/>
        </p:nvSpPr>
        <p:spPr>
          <a:xfrm>
            <a:off x="4370832" y="2441448"/>
            <a:ext cx="237744" cy="237744"/>
          </a:xfrm>
          <a:prstGeom prst="mathPlus">
            <a:avLst/>
          </a:prstGeom>
          <a:solidFill>
            <a:srgbClr val="26D7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4" name="C9 L4 letter"/>
          <p:cNvSpPr txBox="1"/>
          <p:nvPr/>
        </p:nvSpPr>
        <p:spPr>
          <a:xfrm>
            <a:off x="3145536" y="2059561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أ</a:t>
            </a:r>
            <a:endParaRPr lang="ar-SA" sz="3600" dirty="0"/>
          </a:p>
        </p:txBody>
      </p:sp>
      <p:sp>
        <p:nvSpPr>
          <p:cNvPr id="25" name="C10 V4 vowel"/>
          <p:cNvSpPr txBox="1"/>
          <p:nvPr/>
        </p:nvSpPr>
        <p:spPr>
          <a:xfrm>
            <a:off x="3145536" y="2059561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أَ</a:t>
            </a:r>
            <a:endParaRPr lang="ar-SA" sz="3600" dirty="0"/>
          </a:p>
        </p:txBody>
      </p:sp>
      <p:sp>
        <p:nvSpPr>
          <p:cNvPr id="26" name="C11 A arrow"/>
          <p:cNvSpPr/>
          <p:nvPr/>
        </p:nvSpPr>
        <p:spPr>
          <a:xfrm>
            <a:off x="2651760" y="2304288"/>
            <a:ext cx="420624" cy="512064"/>
          </a:xfrm>
          <a:prstGeom prst="leftArrow">
            <a:avLst/>
          </a:prstGeom>
          <a:solidFill>
            <a:srgbClr val="2E5B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7" name="C12 R result"/>
          <p:cNvSpPr txBox="1"/>
          <p:nvPr/>
        </p:nvSpPr>
        <p:spPr>
          <a:xfrm>
            <a:off x="384048" y="1900982"/>
            <a:ext cx="2194560" cy="164592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ar-SA" altLang="en-US" sz="6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سَشَ</a:t>
            </a:r>
            <a:pPr algn="ctr" indent="0" marL="0">
              <a:buNone/>
            </a:pPr>
            <a:r>
              <a:rPr lang="ar-SA" altLang="en-US" sz="4800" baseline="12500" dirty="0">
                <a:solidFill>
                  <a:srgbClr val="E0313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pPr algn="ctr" indent="0" marL="0">
              <a:buNone/>
            </a:pPr>
            <a:r>
              <a:rPr lang="ar-SA" altLang="en-US" sz="6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أَ</a:t>
            </a:r>
            <a:endParaRPr lang="ar-SA" sz="6000" dirty="0"/>
          </a:p>
        </p:txBody>
      </p:sp>
    </p:spTree>
  </p:cSld>
  <p:clrMapOvr>
    <a:masterClrMapping/>
  </p:clrMapOvr>
  <p:transition spd="med">
    <p:pull dir="l"/>
    <p:sndAc>
      <p:stSnd>
        <p:snd r:embed="rIdTrSnd" name="marimba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1" fill="hold">
                      <p:stCondLst>
                        <p:cond delay="indefinite"/>
                      </p:stCondLst>
                      <p:childTnLst>
                        <p:par>
                          <p:cTn id="52" fill="hold">
                            <p:stCondLst>
                              <p:cond delay="0"/>
                            </p:stCondLst>
                            <p:childTnLst>
                              <p:par>
                                <p:cTn id="5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5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6" fill="hold">
                      <p:stCondLst>
                        <p:cond delay="indefinite"/>
                      </p:stCondLst>
                      <p:childTnLst>
                        <p:par>
                          <p:cTn id="57" fill="hold">
                            <p:stCondLst>
                              <p:cond delay="0"/>
                            </p:stCondLst>
                            <p:childTnLst>
                              <p:par>
                                <p:cTn id="5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0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1" fill="hold">
                      <p:stCondLst>
                        <p:cond delay="indefinite"/>
                      </p:stCondLst>
                      <p:childTnLst>
                        <p:par>
                          <p:cTn id="62" fill="hold">
                            <p:stCondLst>
                              <p:cond delay="0"/>
                            </p:stCondLst>
                            <p:childTnLst>
                              <p:par>
                                <p:cTn id="6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5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</p:bldLst>
  </p:timing>
</p:sld>
</file>

<file path=ppt/slides/slide6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0">
    <p:bg>
      <p:bgPr>
        <a:solidFill>
          <a:srgbClr val="C5F7D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434840"/>
            <a:ext cx="4754880" cy="1463040"/>
          </a:xfrm>
          <a:prstGeom prst="ellipse">
            <a:avLst/>
          </a:prstGeom>
          <a:solidFill>
            <a:srgbClr val="6666CC"/>
          </a:solidFill>
          <a:ln w="12700">
            <a:solidFill>
              <a:srgbClr val="6666CC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023360" y="4526280"/>
            <a:ext cx="5852160" cy="1463040"/>
          </a:xfrm>
          <a:prstGeom prst="ellipse">
            <a:avLst/>
          </a:prstGeom>
          <a:solidFill>
            <a:srgbClr val="6A40BF"/>
          </a:solidFill>
          <a:ln w="12700">
            <a:solidFill>
              <a:srgbClr val="6A40BF"/>
            </a:solidFill>
            <a:prstDash val="solid"/>
          </a:ln>
        </p:spPr>
      </p:sp>
      <p:sp>
        <p:nvSpPr>
          <p:cNvPr id="4" name="Deco sun"/>
          <p:cNvSpPr/>
          <p:nvPr/>
        </p:nvSpPr>
        <p:spPr>
          <a:xfrm>
            <a:off x="274320" y="91440"/>
            <a:ext cx="731520" cy="73152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85800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863840" y="457200"/>
            <a:ext cx="822960" cy="365760"/>
          </a:xfrm>
          <a:prstGeom prst="cloud">
            <a:avLst/>
          </a:prstGeom>
          <a:solidFill>
            <a:srgbClr val="F4FAFF"/>
          </a:solidFill>
          <a:ln w="12700">
            <a:solidFill>
              <a:srgbClr val="F4FAFF"/>
            </a:solidFill>
            <a:prstDash val="solid"/>
          </a:ln>
        </p:spPr>
      </p:sp>
      <p:sp>
        <p:nvSpPr>
          <p:cNvPr id="7" name="Deco flower 0"/>
          <p:cNvSpPr/>
          <p:nvPr/>
        </p:nvSpPr>
        <p:spPr>
          <a:xfrm>
            <a:off x="128016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8" name="Deco flower 1"/>
          <p:cNvSpPr/>
          <p:nvPr/>
        </p:nvSpPr>
        <p:spPr>
          <a:xfrm>
            <a:off x="1828800" y="4526280"/>
            <a:ext cx="292608" cy="292608"/>
          </a:xfrm>
          <a:prstGeom prst="star5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9" name="Deco flower 2"/>
          <p:cNvSpPr/>
          <p:nvPr/>
        </p:nvSpPr>
        <p:spPr>
          <a:xfrm>
            <a:off x="7315200" y="4526280"/>
            <a:ext cx="292608" cy="292608"/>
          </a:xfrm>
          <a:prstGeom prst="star5">
            <a:avLst/>
          </a:prstGeom>
          <a:solidFill>
            <a:srgbClr val="8E5BD0"/>
          </a:solidFill>
          <a:ln w="12700">
            <a:solidFill>
              <a:srgbClr val="8E5BD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795528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11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2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3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C1 L1 letter"/>
          <p:cNvSpPr txBox="1"/>
          <p:nvPr/>
        </p:nvSpPr>
        <p:spPr>
          <a:xfrm>
            <a:off x="7269480" y="2014395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أ</a:t>
            </a:r>
            <a:endParaRPr lang="ar-SA" sz="4100" dirty="0"/>
          </a:p>
        </p:txBody>
      </p:sp>
      <p:sp>
        <p:nvSpPr>
          <p:cNvPr id="16" name="C2 V1 vowel"/>
          <p:cNvSpPr txBox="1"/>
          <p:nvPr/>
        </p:nvSpPr>
        <p:spPr>
          <a:xfrm>
            <a:off x="7269480" y="2014395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أَ</a:t>
            </a:r>
            <a:endParaRPr lang="ar-SA" sz="4100" dirty="0"/>
          </a:p>
        </p:txBody>
      </p:sp>
      <p:sp>
        <p:nvSpPr>
          <p:cNvPr id="17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D926A3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8" name="C4 L2 letter"/>
          <p:cNvSpPr txBox="1"/>
          <p:nvPr/>
        </p:nvSpPr>
        <p:spPr>
          <a:xfrm>
            <a:off x="5486400" y="1888528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ش</a:t>
            </a:r>
            <a:endParaRPr lang="ar-SA" sz="4100" dirty="0"/>
          </a:p>
        </p:txBody>
      </p:sp>
      <p:sp>
        <p:nvSpPr>
          <p:cNvPr id="19" name="C5 V2 vowel"/>
          <p:cNvSpPr txBox="1"/>
          <p:nvPr/>
        </p:nvSpPr>
        <p:spPr>
          <a:xfrm>
            <a:off x="5486400" y="1888528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شَ</a:t>
            </a:r>
            <a:endParaRPr lang="ar-SA" sz="4100" dirty="0"/>
          </a:p>
        </p:txBody>
      </p:sp>
      <p:sp>
        <p:nvSpPr>
          <p:cNvPr id="20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D926A3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1" name="C7 M3 madd"/>
          <p:cNvSpPr txBox="1"/>
          <p:nvPr/>
        </p:nvSpPr>
        <p:spPr>
          <a:xfrm>
            <a:off x="3703320" y="1909953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ar-SA" altLang="en-US" sz="3300" dirty="0">
                <a:solidFill>
                  <a:srgbClr val="E0313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3300" dirty="0"/>
          </a:p>
        </p:txBody>
      </p:sp>
      <p:sp>
        <p:nvSpPr>
          <p:cNvPr id="22" name="C7 S3 stretch"/>
          <p:cNvSpPr/>
          <p:nvPr/>
        </p:nvSpPr>
        <p:spPr>
          <a:xfrm>
            <a:off x="4073652" y="1568196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3" name="C8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B82E33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4" name="C9 R result"/>
          <p:cNvSpPr txBox="1"/>
          <p:nvPr/>
        </p:nvSpPr>
        <p:spPr>
          <a:xfrm>
            <a:off x="502920" y="1869536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ar-SA" altLang="en-US" sz="8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أَشَ</a:t>
            </a:r>
            <a:pPr algn="ctr" indent="0" marL="0">
              <a:buNone/>
            </a:pPr>
            <a:r>
              <a:rPr lang="ar-SA" altLang="en-US" sz="6600" baseline="12500" dirty="0">
                <a:solidFill>
                  <a:srgbClr val="E0313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8200" dirty="0"/>
          </a:p>
        </p:txBody>
      </p:sp>
    </p:spTree>
  </p:cSld>
  <p:clrMapOvr>
    <a:masterClrMapping/>
  </p:clrMapOvr>
  <p:transition spd="med">
    <p:fade/>
    <p:sndAc>
      <p:stSnd>
        <p:snd r:embed="rIdTrSnd" name="harp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</p:bldLst>
  </p:timing>
</p:sld>
</file>

<file path=ppt/slides/slide6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1">
    <p:bg>
      <p:bgPr>
        <a:solidFill>
          <a:srgbClr val="30144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moon"/>
          <p:cNvSpPr/>
          <p:nvPr/>
        </p:nvSpPr>
        <p:spPr>
          <a:xfrm>
            <a:off x="365760" y="91440"/>
            <a:ext cx="502920" cy="731520"/>
          </a:xfrm>
          <a:prstGeom prst="moon">
            <a:avLst/>
          </a:prstGeom>
          <a:solidFill>
            <a:srgbClr val="FFE88A"/>
          </a:solidFill>
          <a:ln w="12700">
            <a:solidFill>
              <a:srgbClr val="FFE88A"/>
            </a:solidFill>
            <a:prstDash val="solid"/>
          </a:ln>
        </p:spPr>
      </p:sp>
      <p:sp>
        <p:nvSpPr>
          <p:cNvPr id="3" name="Deco star 0"/>
          <p:cNvSpPr/>
          <p:nvPr/>
        </p:nvSpPr>
        <p:spPr>
          <a:xfrm>
            <a:off x="1280160" y="18288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4" name="Deco star 1"/>
          <p:cNvSpPr/>
          <p:nvPr/>
        </p:nvSpPr>
        <p:spPr>
          <a:xfrm>
            <a:off x="2194560" y="50292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5" name="Deco star 2"/>
          <p:cNvSpPr/>
          <p:nvPr/>
        </p:nvSpPr>
        <p:spPr>
          <a:xfrm>
            <a:off x="3291840" y="137160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6" name="Deco star 3"/>
          <p:cNvSpPr/>
          <p:nvPr/>
        </p:nvSpPr>
        <p:spPr>
          <a:xfrm>
            <a:off x="5760720" y="457200"/>
            <a:ext cx="365760" cy="36576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7" name="Deco star 4"/>
          <p:cNvSpPr/>
          <p:nvPr/>
        </p:nvSpPr>
        <p:spPr>
          <a:xfrm>
            <a:off x="6766560" y="109728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8" name="Deco star 5"/>
          <p:cNvSpPr/>
          <p:nvPr/>
        </p:nvSpPr>
        <p:spPr>
          <a:xfrm>
            <a:off x="7772400" y="41148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9" name="Deco star 6"/>
          <p:cNvSpPr/>
          <p:nvPr/>
        </p:nvSpPr>
        <p:spPr>
          <a:xfrm>
            <a:off x="8503920" y="13716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10" name="Deco hill left"/>
          <p:cNvSpPr/>
          <p:nvPr/>
        </p:nvSpPr>
        <p:spPr>
          <a:xfrm>
            <a:off x="-914400" y="4480560"/>
            <a:ext cx="4937760" cy="1463040"/>
          </a:xfrm>
          <a:prstGeom prst="ellipse">
            <a:avLst/>
          </a:prstGeom>
          <a:solidFill>
            <a:srgbClr val="642B5F"/>
          </a:solidFill>
          <a:ln w="12700">
            <a:solidFill>
              <a:srgbClr val="642B5F"/>
            </a:solidFill>
            <a:prstDash val="solid"/>
          </a:ln>
        </p:spPr>
      </p:sp>
      <p:sp>
        <p:nvSpPr>
          <p:cNvPr id="11" name="Deco hill right"/>
          <p:cNvSpPr/>
          <p:nvPr/>
        </p:nvSpPr>
        <p:spPr>
          <a:xfrm>
            <a:off x="4206240" y="4572000"/>
            <a:ext cx="5669280" cy="1463040"/>
          </a:xfrm>
          <a:prstGeom prst="ellipse">
            <a:avLst/>
          </a:prstGeom>
          <a:solidFill>
            <a:srgbClr val="793450"/>
          </a:solidFill>
          <a:ln w="12700">
            <a:solidFill>
              <a:srgbClr val="793450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4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15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6" name="C1 L1 letter"/>
          <p:cNvSpPr txBox="1"/>
          <p:nvPr/>
        </p:nvSpPr>
        <p:spPr>
          <a:xfrm>
            <a:off x="7269480" y="1819104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</a:t>
            </a:r>
            <a:endParaRPr lang="ar-SA" sz="4100" dirty="0"/>
          </a:p>
        </p:txBody>
      </p:sp>
      <p:sp>
        <p:nvSpPr>
          <p:cNvPr id="17" name="C2 V1 vowel"/>
          <p:cNvSpPr txBox="1"/>
          <p:nvPr/>
        </p:nvSpPr>
        <p:spPr>
          <a:xfrm>
            <a:off x="7269480" y="1819104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بَ</a:t>
            </a:r>
            <a:endParaRPr lang="ar-SA" sz="4100" dirty="0"/>
          </a:p>
        </p:txBody>
      </p:sp>
      <p:sp>
        <p:nvSpPr>
          <p:cNvPr id="18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6FD9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9" name="C4 L2 letter"/>
          <p:cNvSpPr txBox="1"/>
          <p:nvPr/>
        </p:nvSpPr>
        <p:spPr>
          <a:xfrm>
            <a:off x="5486400" y="1888528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ش</a:t>
            </a:r>
            <a:endParaRPr lang="ar-SA" sz="4100" dirty="0"/>
          </a:p>
        </p:txBody>
      </p:sp>
      <p:sp>
        <p:nvSpPr>
          <p:cNvPr id="20" name="C5 V2 vowel"/>
          <p:cNvSpPr txBox="1"/>
          <p:nvPr/>
        </p:nvSpPr>
        <p:spPr>
          <a:xfrm>
            <a:off x="5486400" y="1888528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شَ</a:t>
            </a:r>
            <a:endParaRPr lang="ar-SA" sz="4100" dirty="0"/>
          </a:p>
        </p:txBody>
      </p:sp>
      <p:sp>
        <p:nvSpPr>
          <p:cNvPr id="21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6FD9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2" name="C7 M3 madd"/>
          <p:cNvSpPr txBox="1"/>
          <p:nvPr/>
        </p:nvSpPr>
        <p:spPr>
          <a:xfrm>
            <a:off x="3703320" y="1909953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ar-SA" altLang="en-US" sz="3300" dirty="0">
                <a:solidFill>
                  <a:srgbClr val="E0313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3300" dirty="0"/>
          </a:p>
        </p:txBody>
      </p:sp>
      <p:sp>
        <p:nvSpPr>
          <p:cNvPr id="23" name="C7 S3 stretch"/>
          <p:cNvSpPr/>
          <p:nvPr/>
        </p:nvSpPr>
        <p:spPr>
          <a:xfrm>
            <a:off x="4073652" y="1568196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4" name="C8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2EB851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5" name="C9 R result"/>
          <p:cNvSpPr txBox="1"/>
          <p:nvPr/>
        </p:nvSpPr>
        <p:spPr>
          <a:xfrm>
            <a:off x="502920" y="1658334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ar-SA" altLang="en-US" sz="8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بَشَ</a:t>
            </a:r>
            <a:pPr algn="ctr" indent="0" marL="0">
              <a:buNone/>
            </a:pPr>
            <a:r>
              <a:rPr lang="ar-SA" altLang="en-US" sz="6800" baseline="12500" dirty="0">
                <a:solidFill>
                  <a:srgbClr val="E0313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8500" dirty="0"/>
          </a:p>
        </p:txBody>
      </p:sp>
    </p:spTree>
  </p:cSld>
  <p:clrMapOvr>
    <a:masterClrMapping/>
  </p:clrMapOvr>
  <p:transition spd="med">
    <p:cover dir="l"/>
    <p:sndAc>
      <p:stSnd>
        <p:snd r:embed="rIdTrSnd" name="chim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  <p:bldP spid="25" grpId="0" animBg="1"/>
    </p:bldLst>
  </p:timing>
</p:sld>
</file>

<file path=ppt/slides/slide6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2">
    <p:bg>
      <p:bgPr>
        <a:solidFill>
          <a:srgbClr val="F7F1C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wave back"/>
          <p:cNvSpPr/>
          <p:nvPr/>
        </p:nvSpPr>
        <p:spPr>
          <a:xfrm>
            <a:off x="-182880" y="4389120"/>
            <a:ext cx="9509760" cy="548640"/>
          </a:xfrm>
          <a:prstGeom prst="wave">
            <a:avLst/>
          </a:prstGeom>
          <a:solidFill>
            <a:srgbClr val="5C70D6"/>
          </a:solidFill>
          <a:ln w="12700">
            <a:solidFill>
              <a:srgbClr val="5C70D6"/>
            </a:solidFill>
            <a:prstDash val="solid"/>
          </a:ln>
        </p:spPr>
      </p:sp>
      <p:sp>
        <p:nvSpPr>
          <p:cNvPr id="3" name="Deco sea floor"/>
          <p:cNvSpPr/>
          <p:nvPr/>
        </p:nvSpPr>
        <p:spPr>
          <a:xfrm>
            <a:off x="0" y="4709160"/>
            <a:ext cx="9144000" cy="457200"/>
          </a:xfrm>
          <a:prstGeom prst="rect">
            <a:avLst/>
          </a:prstGeom>
          <a:solidFill>
            <a:srgbClr val="3340CC"/>
          </a:solidFill>
          <a:ln w="12700">
            <a:solidFill>
              <a:srgbClr val="3340CC"/>
            </a:solidFill>
            <a:prstDash val="solid"/>
          </a:ln>
        </p:spPr>
      </p:sp>
      <p:sp>
        <p:nvSpPr>
          <p:cNvPr id="4" name="Deco bubble 0"/>
          <p:cNvSpPr/>
          <p:nvPr/>
        </p:nvSpPr>
        <p:spPr>
          <a:xfrm>
            <a:off x="365760" y="182880"/>
            <a:ext cx="411480" cy="4114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5" name="Deco bubble 1"/>
          <p:cNvSpPr/>
          <p:nvPr/>
        </p:nvSpPr>
        <p:spPr>
          <a:xfrm>
            <a:off x="914400" y="502920"/>
            <a:ext cx="256032" cy="256032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6" name="Deco bubble 2"/>
          <p:cNvSpPr/>
          <p:nvPr/>
        </p:nvSpPr>
        <p:spPr>
          <a:xfrm>
            <a:off x="8138160" y="137160"/>
            <a:ext cx="457200" cy="4572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7" name="Deco bubble 3"/>
          <p:cNvSpPr/>
          <p:nvPr/>
        </p:nvSpPr>
        <p:spPr>
          <a:xfrm>
            <a:off x="7680960" y="548640"/>
            <a:ext cx="228600" cy="2286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8" name="Deco bubble 4"/>
          <p:cNvSpPr/>
          <p:nvPr/>
        </p:nvSpPr>
        <p:spPr>
          <a:xfrm>
            <a:off x="8686800" y="566928"/>
            <a:ext cx="182880" cy="1828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9" name="Deco sun"/>
          <p:cNvSpPr/>
          <p:nvPr/>
        </p:nvSpPr>
        <p:spPr>
          <a:xfrm>
            <a:off x="4206240" y="109728"/>
            <a:ext cx="685800" cy="68580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0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1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2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13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4" name="C1 L1 letter"/>
          <p:cNvSpPr txBox="1"/>
          <p:nvPr/>
        </p:nvSpPr>
        <p:spPr>
          <a:xfrm>
            <a:off x="7269480" y="1908315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</a:t>
            </a:r>
            <a:endParaRPr lang="ar-SA" sz="4100" dirty="0"/>
          </a:p>
        </p:txBody>
      </p:sp>
      <p:sp>
        <p:nvSpPr>
          <p:cNvPr id="15" name="C2 V1 vowel"/>
          <p:cNvSpPr txBox="1"/>
          <p:nvPr/>
        </p:nvSpPr>
        <p:spPr>
          <a:xfrm>
            <a:off x="7269480" y="1908315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تَ</a:t>
            </a:r>
            <a:endParaRPr lang="ar-SA" sz="4100" dirty="0"/>
          </a:p>
        </p:txBody>
      </p:sp>
      <p:sp>
        <p:nvSpPr>
          <p:cNvPr id="16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263B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7" name="C4 L2 letter"/>
          <p:cNvSpPr txBox="1"/>
          <p:nvPr/>
        </p:nvSpPr>
        <p:spPr>
          <a:xfrm>
            <a:off x="5486400" y="1888528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ش</a:t>
            </a:r>
            <a:endParaRPr lang="ar-SA" sz="4100" dirty="0"/>
          </a:p>
        </p:txBody>
      </p:sp>
      <p:sp>
        <p:nvSpPr>
          <p:cNvPr id="18" name="C5 V2 vowel"/>
          <p:cNvSpPr txBox="1"/>
          <p:nvPr/>
        </p:nvSpPr>
        <p:spPr>
          <a:xfrm>
            <a:off x="5486400" y="1888528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شَ</a:t>
            </a:r>
            <a:endParaRPr lang="ar-SA" sz="4100" dirty="0"/>
          </a:p>
        </p:txBody>
      </p:sp>
      <p:sp>
        <p:nvSpPr>
          <p:cNvPr id="19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263B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0" name="C7 M3 madd"/>
          <p:cNvSpPr txBox="1"/>
          <p:nvPr/>
        </p:nvSpPr>
        <p:spPr>
          <a:xfrm>
            <a:off x="3703320" y="1909953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ar-SA" altLang="en-US" sz="3300" dirty="0">
                <a:solidFill>
                  <a:srgbClr val="E0313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3300" dirty="0"/>
          </a:p>
        </p:txBody>
      </p:sp>
      <p:sp>
        <p:nvSpPr>
          <p:cNvPr id="21" name="C7 S3 stretch"/>
          <p:cNvSpPr/>
          <p:nvPr/>
        </p:nvSpPr>
        <p:spPr>
          <a:xfrm>
            <a:off x="4073652" y="1568196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2" name="C8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7A2E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3" name="C9 R result"/>
          <p:cNvSpPr txBox="1"/>
          <p:nvPr/>
        </p:nvSpPr>
        <p:spPr>
          <a:xfrm>
            <a:off x="502920" y="1757934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تَشَ</a:t>
            </a:r>
            <a:pPr algn="ctr" indent="0" marL="0">
              <a:buNone/>
            </a:pPr>
            <a:r>
              <a:rPr lang="ar-SA" altLang="en-US" sz="7200" baseline="12500" dirty="0">
                <a:solidFill>
                  <a:srgbClr val="E0313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9000" dirty="0"/>
          </a:p>
        </p:txBody>
      </p:sp>
    </p:spTree>
  </p:cSld>
  <p:clrMapOvr>
    <a:masterClrMapping/>
  </p:clrMapOvr>
  <p:transition spd="med">
    <p:zoom/>
    <p:sndAc>
      <p:stSnd>
        <p:snd r:embed="rIdTrSnd" name="whoosh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4" grpId="0" animBg="1"/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</p:bldLst>
  </p:timing>
</p:sld>
</file>

<file path=ppt/slides/slide6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3">
    <p:bg>
      <p:bgPr>
        <a:solidFill>
          <a:srgbClr val="C5EE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grass"/>
          <p:cNvSpPr/>
          <p:nvPr/>
        </p:nvSpPr>
        <p:spPr>
          <a:xfrm>
            <a:off x="0" y="4617720"/>
            <a:ext cx="9144000" cy="548640"/>
          </a:xfrm>
          <a:prstGeom prst="rect">
            <a:avLst/>
          </a:prstGeom>
          <a:solidFill>
            <a:srgbClr val="8C53C6"/>
          </a:solidFill>
          <a:ln w="12700">
            <a:solidFill>
              <a:srgbClr val="8C53C6"/>
            </a:solidFill>
            <a:prstDash val="solid"/>
          </a:ln>
        </p:spPr>
      </p:sp>
      <p:sp>
        <p:nvSpPr>
          <p:cNvPr id="3" name="Deco stem 0"/>
          <p:cNvSpPr/>
          <p:nvPr/>
        </p:nvSpPr>
        <p:spPr>
          <a:xfrm>
            <a:off x="57607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4" name="Deco flower 0"/>
          <p:cNvSpPr/>
          <p:nvPr/>
        </p:nvSpPr>
        <p:spPr>
          <a:xfrm>
            <a:off x="457200" y="4370832"/>
            <a:ext cx="274320" cy="274320"/>
          </a:xfrm>
          <a:prstGeom prst="flowChartConnector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5" name="Deco stem 1"/>
          <p:cNvSpPr/>
          <p:nvPr/>
        </p:nvSpPr>
        <p:spPr>
          <a:xfrm>
            <a:off x="13990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6" name="Deco flower 1"/>
          <p:cNvSpPr/>
          <p:nvPr/>
        </p:nvSpPr>
        <p:spPr>
          <a:xfrm>
            <a:off x="1280160" y="4370832"/>
            <a:ext cx="274320" cy="274320"/>
          </a:xfrm>
          <a:prstGeom prst="flowChartConnector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7" name="Deco stem 2"/>
          <p:cNvSpPr/>
          <p:nvPr/>
        </p:nvSpPr>
        <p:spPr>
          <a:xfrm>
            <a:off x="22219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8" name="Deco flower 2"/>
          <p:cNvSpPr/>
          <p:nvPr/>
        </p:nvSpPr>
        <p:spPr>
          <a:xfrm>
            <a:off x="2103120" y="4370832"/>
            <a:ext cx="274320" cy="274320"/>
          </a:xfrm>
          <a:prstGeom prst="flowChartConnector">
            <a:avLst/>
          </a:prstGeom>
          <a:solidFill>
            <a:srgbClr val="B892FF"/>
          </a:solidFill>
          <a:ln w="12700">
            <a:solidFill>
              <a:srgbClr val="B892FF"/>
            </a:solidFill>
            <a:prstDash val="solid"/>
          </a:ln>
        </p:spPr>
      </p:sp>
      <p:sp>
        <p:nvSpPr>
          <p:cNvPr id="9" name="Deco stem 3"/>
          <p:cNvSpPr/>
          <p:nvPr/>
        </p:nvSpPr>
        <p:spPr>
          <a:xfrm>
            <a:off x="68854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6766560" y="4370832"/>
            <a:ext cx="274320" cy="274320"/>
          </a:xfrm>
          <a:prstGeom prst="flowChartConnector">
            <a:avLst/>
          </a:prstGeom>
          <a:solidFill>
            <a:srgbClr val="FF6F91"/>
          </a:solidFill>
          <a:ln w="12700">
            <a:solidFill>
              <a:srgbClr val="FF6F91"/>
            </a:solidFill>
            <a:prstDash val="solid"/>
          </a:ln>
        </p:spPr>
      </p:sp>
      <p:sp>
        <p:nvSpPr>
          <p:cNvPr id="11" name="Deco stem 4"/>
          <p:cNvSpPr/>
          <p:nvPr/>
        </p:nvSpPr>
        <p:spPr>
          <a:xfrm>
            <a:off x="77083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2" name="Deco flower 4"/>
          <p:cNvSpPr/>
          <p:nvPr/>
        </p:nvSpPr>
        <p:spPr>
          <a:xfrm>
            <a:off x="7589520" y="4370832"/>
            <a:ext cx="274320" cy="274320"/>
          </a:xfrm>
          <a:prstGeom prst="flowChartConnector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3" name="Deco stem 5"/>
          <p:cNvSpPr/>
          <p:nvPr/>
        </p:nvSpPr>
        <p:spPr>
          <a:xfrm>
            <a:off x="843991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4" name="Deco flower 5"/>
          <p:cNvSpPr/>
          <p:nvPr/>
        </p:nvSpPr>
        <p:spPr>
          <a:xfrm>
            <a:off x="8321040" y="4370832"/>
            <a:ext cx="274320" cy="274320"/>
          </a:xfrm>
          <a:prstGeom prst="flowChartConnector">
            <a:avLst/>
          </a:prstGeom>
          <a:solidFill>
            <a:srgbClr val="7EC8FF"/>
          </a:solidFill>
          <a:ln w="12700">
            <a:solidFill>
              <a:srgbClr val="7EC8FF"/>
            </a:solidFill>
            <a:prstDash val="solid"/>
          </a:ln>
        </p:spPr>
      </p:sp>
      <p:sp>
        <p:nvSpPr>
          <p:cNvPr id="15" name="Deco heart"/>
          <p:cNvSpPr/>
          <p:nvPr/>
        </p:nvSpPr>
        <p:spPr>
          <a:xfrm>
            <a:off x="411480" y="228600"/>
            <a:ext cx="457200" cy="411480"/>
          </a:xfrm>
          <a:prstGeom prst="heart">
            <a:avLst/>
          </a:prstGeom>
          <a:solidFill>
            <a:srgbClr val="5EEDD7"/>
          </a:solidFill>
          <a:ln w="12700">
            <a:solidFill>
              <a:srgbClr val="5EEDD7"/>
            </a:solidFill>
            <a:prstDash val="solid"/>
          </a:ln>
        </p:spPr>
      </p:sp>
      <p:sp>
        <p:nvSpPr>
          <p:cNvPr id="16" name="Deco cloud"/>
          <p:cNvSpPr/>
          <p:nvPr/>
        </p:nvSpPr>
        <p:spPr>
          <a:xfrm>
            <a:off x="713232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7" name="Deco friend"/>
          <p:cNvSpPr/>
          <p:nvPr/>
        </p:nvSpPr>
        <p:spPr>
          <a:xfrm>
            <a:off x="6309360" y="182880"/>
            <a:ext cx="548640" cy="548640"/>
          </a:xfrm>
          <a:prstGeom prst="smileyFace">
            <a:avLst/>
          </a:prstGeom>
          <a:solidFill>
            <a:srgbClr val="FFD166"/>
          </a:solidFill>
          <a:ln w="12700">
            <a:solidFill>
              <a:srgbClr val="FFD166"/>
            </a:solidFill>
            <a:prstDash val="solid"/>
          </a:ln>
        </p:spPr>
      </p:sp>
      <p:sp>
        <p:nvSpPr>
          <p:cNvPr id="18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9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20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21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22" name="C1 L1 letter"/>
          <p:cNvSpPr txBox="1"/>
          <p:nvPr/>
        </p:nvSpPr>
        <p:spPr>
          <a:xfrm>
            <a:off x="7269480" y="1936953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</a:t>
            </a:r>
            <a:endParaRPr lang="ar-SA" sz="4100" dirty="0"/>
          </a:p>
        </p:txBody>
      </p:sp>
      <p:sp>
        <p:nvSpPr>
          <p:cNvPr id="23" name="C2 V1 vowel"/>
          <p:cNvSpPr txBox="1"/>
          <p:nvPr/>
        </p:nvSpPr>
        <p:spPr>
          <a:xfrm>
            <a:off x="7269480" y="1936953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ثَ</a:t>
            </a:r>
            <a:endParaRPr lang="ar-SA" sz="4100" dirty="0"/>
          </a:p>
        </p:txBody>
      </p:sp>
      <p:sp>
        <p:nvSpPr>
          <p:cNvPr id="24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D945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5" name="C4 L2 letter"/>
          <p:cNvSpPr txBox="1"/>
          <p:nvPr/>
        </p:nvSpPr>
        <p:spPr>
          <a:xfrm>
            <a:off x="5486400" y="1888528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ش</a:t>
            </a:r>
            <a:endParaRPr lang="ar-SA" sz="4100" dirty="0"/>
          </a:p>
        </p:txBody>
      </p:sp>
      <p:sp>
        <p:nvSpPr>
          <p:cNvPr id="26" name="C5 V2 vowel"/>
          <p:cNvSpPr txBox="1"/>
          <p:nvPr/>
        </p:nvSpPr>
        <p:spPr>
          <a:xfrm>
            <a:off x="5486400" y="1888528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شَ</a:t>
            </a:r>
            <a:endParaRPr lang="ar-SA" sz="4100" dirty="0"/>
          </a:p>
        </p:txBody>
      </p:sp>
      <p:sp>
        <p:nvSpPr>
          <p:cNvPr id="27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D945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8" name="C7 M3 madd"/>
          <p:cNvSpPr txBox="1"/>
          <p:nvPr/>
        </p:nvSpPr>
        <p:spPr>
          <a:xfrm>
            <a:off x="3703320" y="1909953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ar-SA" altLang="en-US" sz="3300" dirty="0">
                <a:solidFill>
                  <a:srgbClr val="E0313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3300" dirty="0"/>
          </a:p>
        </p:txBody>
      </p:sp>
      <p:sp>
        <p:nvSpPr>
          <p:cNvPr id="29" name="C7 S3 stretch"/>
          <p:cNvSpPr/>
          <p:nvPr/>
        </p:nvSpPr>
        <p:spPr>
          <a:xfrm>
            <a:off x="4073652" y="1568196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0" name="C8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B8A2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1" name="C9 R result"/>
          <p:cNvSpPr txBox="1"/>
          <p:nvPr/>
        </p:nvSpPr>
        <p:spPr>
          <a:xfrm>
            <a:off x="502920" y="1799082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ثَشَ</a:t>
            </a:r>
            <a:pPr algn="ctr" indent="0" marL="0">
              <a:buNone/>
            </a:pPr>
            <a:r>
              <a:rPr lang="ar-SA" altLang="en-US" sz="7200" baseline="12500" dirty="0">
                <a:solidFill>
                  <a:srgbClr val="E0313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9000" dirty="0"/>
          </a:p>
        </p:txBody>
      </p:sp>
    </p:spTree>
  </p:cSld>
  <p:clrMapOvr>
    <a:masterClrMapping/>
  </p:clrMapOvr>
  <p:transition spd="med">
    <p:wheel spokes="4"/>
    <p:sndAc>
      <p:stSnd>
        <p:snd r:embed="rIdTrSnd" name="bubbles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3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3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  <p:bldP spid="28" grpId="0" animBg="1"/>
      <p:bldP spid="29" grpId="0" animBg="1"/>
      <p:bldP spid="30" grpId="0" animBg="1"/>
      <p:bldP spid="31" grpId="0" animBg="1"/>
    </p:bldLst>
  </p:timing>
</p:sld>
</file>

<file path=ppt/slides/slide6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4">
    <p:bg>
      <p:bgPr>
        <a:solidFill>
          <a:srgbClr val="43142D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planet"/>
          <p:cNvSpPr/>
          <p:nvPr/>
        </p:nvSpPr>
        <p:spPr>
          <a:xfrm>
            <a:off x="7680960" y="91440"/>
            <a:ext cx="731520" cy="731520"/>
          </a:xfrm>
          <a:prstGeom prst="ellipse">
            <a:avLst/>
          </a:prstGeom>
          <a:solidFill>
            <a:srgbClr val="E05256"/>
          </a:solidFill>
          <a:ln w="12700">
            <a:solidFill>
              <a:srgbClr val="E05256"/>
            </a:solidFill>
            <a:prstDash val="solid"/>
          </a:ln>
        </p:spPr>
      </p:sp>
      <p:sp>
        <p:nvSpPr>
          <p:cNvPr id="3" name="Deco planet ring"/>
          <p:cNvSpPr/>
          <p:nvPr/>
        </p:nvSpPr>
        <p:spPr>
          <a:xfrm>
            <a:off x="7452360" y="384048"/>
            <a:ext cx="1188720" cy="164592"/>
          </a:xfrm>
          <a:prstGeom prst="ellipse">
            <a:avLst/>
          </a:prstGeom>
          <a:solidFill>
            <a:srgbClr val="FFFFFF">
              <a:alpha val="0"/>
            </a:srgbClr>
          </a:solidFill>
          <a:ln w="25400">
            <a:solidFill>
              <a:srgbClr val="F2BC8C"/>
            </a:solidFill>
            <a:prstDash val="solid"/>
          </a:ln>
        </p:spPr>
      </p:sp>
      <p:sp>
        <p:nvSpPr>
          <p:cNvPr id="4" name="Deco small planet"/>
          <p:cNvSpPr/>
          <p:nvPr/>
        </p:nvSpPr>
        <p:spPr>
          <a:xfrm>
            <a:off x="274320" y="182880"/>
            <a:ext cx="502920" cy="502920"/>
          </a:xfrm>
          <a:prstGeom prst="ellipse">
            <a:avLst/>
          </a:prstGeom>
          <a:solidFill>
            <a:srgbClr val="70DBA2"/>
          </a:solidFill>
          <a:ln w="12700">
            <a:solidFill>
              <a:srgbClr val="70DBA2"/>
            </a:solidFill>
            <a:prstDash val="solid"/>
          </a:ln>
        </p:spPr>
      </p:sp>
      <p:sp>
        <p:nvSpPr>
          <p:cNvPr id="5" name="Deco star 0"/>
          <p:cNvSpPr/>
          <p:nvPr/>
        </p:nvSpPr>
        <p:spPr>
          <a:xfrm>
            <a:off x="1371600" y="27432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6" name="Deco star 1"/>
          <p:cNvSpPr/>
          <p:nvPr/>
        </p:nvSpPr>
        <p:spPr>
          <a:xfrm>
            <a:off x="2468880" y="91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7" name="Deco star 2"/>
          <p:cNvSpPr/>
          <p:nvPr/>
        </p:nvSpPr>
        <p:spPr>
          <a:xfrm>
            <a:off x="3840480" y="50292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8" name="Deco star 3"/>
          <p:cNvSpPr/>
          <p:nvPr/>
        </p:nvSpPr>
        <p:spPr>
          <a:xfrm>
            <a:off x="5120640" y="137160"/>
            <a:ext cx="256032" cy="256032"/>
          </a:xfrm>
          <a:prstGeom prst="star4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9" name="Deco star 4"/>
          <p:cNvSpPr/>
          <p:nvPr/>
        </p:nvSpPr>
        <p:spPr>
          <a:xfrm>
            <a:off x="6583680" y="4572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Deco star 5"/>
          <p:cNvSpPr/>
          <p:nvPr/>
        </p:nvSpPr>
        <p:spPr>
          <a:xfrm>
            <a:off x="1097280" y="457200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1" name="Deco star 6"/>
          <p:cNvSpPr/>
          <p:nvPr/>
        </p:nvSpPr>
        <p:spPr>
          <a:xfrm>
            <a:off x="2743200" y="475488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12" name="Deco star 7"/>
          <p:cNvSpPr/>
          <p:nvPr/>
        </p:nvSpPr>
        <p:spPr>
          <a:xfrm>
            <a:off x="6217920" y="4663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3" name="Deco star 8"/>
          <p:cNvSpPr/>
          <p:nvPr/>
        </p:nvSpPr>
        <p:spPr>
          <a:xfrm>
            <a:off x="8138160" y="45720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4" name="Deco moon surface"/>
          <p:cNvSpPr/>
          <p:nvPr/>
        </p:nvSpPr>
        <p:spPr>
          <a:xfrm>
            <a:off x="3200400" y="4709160"/>
            <a:ext cx="2743200" cy="1097280"/>
          </a:xfrm>
          <a:prstGeom prst="ellipse">
            <a:avLst/>
          </a:prstGeom>
          <a:solidFill>
            <a:srgbClr val="475485"/>
          </a:solidFill>
          <a:ln w="12700">
            <a:solidFill>
              <a:srgbClr val="475485"/>
            </a:solidFill>
            <a:prstDash val="solid"/>
          </a:ln>
        </p:spPr>
      </p:sp>
      <p:sp>
        <p:nvSpPr>
          <p:cNvPr id="15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6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7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18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9" name="C1 L1 letter"/>
          <p:cNvSpPr txBox="1"/>
          <p:nvPr/>
        </p:nvSpPr>
        <p:spPr>
          <a:xfrm>
            <a:off x="7269480" y="1790116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</a:t>
            </a:r>
            <a:endParaRPr lang="ar-SA" sz="4100" dirty="0"/>
          </a:p>
        </p:txBody>
      </p:sp>
      <p:sp>
        <p:nvSpPr>
          <p:cNvPr id="20" name="C2 V1 vowel"/>
          <p:cNvSpPr txBox="1"/>
          <p:nvPr/>
        </p:nvSpPr>
        <p:spPr>
          <a:xfrm>
            <a:off x="7269480" y="1790116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جَ</a:t>
            </a:r>
            <a:endParaRPr lang="ar-SA" sz="4100" dirty="0"/>
          </a:p>
        </p:txBody>
      </p:sp>
      <p:sp>
        <p:nvSpPr>
          <p:cNvPr id="21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26D97A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2" name="C4 L2 letter"/>
          <p:cNvSpPr txBox="1"/>
          <p:nvPr/>
        </p:nvSpPr>
        <p:spPr>
          <a:xfrm>
            <a:off x="5486400" y="1888528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ش</a:t>
            </a:r>
            <a:endParaRPr lang="ar-SA" sz="4100" dirty="0"/>
          </a:p>
        </p:txBody>
      </p:sp>
      <p:sp>
        <p:nvSpPr>
          <p:cNvPr id="23" name="C5 V2 vowel"/>
          <p:cNvSpPr txBox="1"/>
          <p:nvPr/>
        </p:nvSpPr>
        <p:spPr>
          <a:xfrm>
            <a:off x="5486400" y="1888528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شَ</a:t>
            </a:r>
            <a:endParaRPr lang="ar-SA" sz="4100" dirty="0"/>
          </a:p>
        </p:txBody>
      </p:sp>
      <p:sp>
        <p:nvSpPr>
          <p:cNvPr id="24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26D97A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5" name="C7 M3 madd"/>
          <p:cNvSpPr txBox="1"/>
          <p:nvPr/>
        </p:nvSpPr>
        <p:spPr>
          <a:xfrm>
            <a:off x="3703320" y="1909953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ar-SA" altLang="en-US" sz="3300" dirty="0">
                <a:solidFill>
                  <a:srgbClr val="E0313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3300" dirty="0"/>
          </a:p>
        </p:txBody>
      </p:sp>
      <p:sp>
        <p:nvSpPr>
          <p:cNvPr id="26" name="C7 S3 stretch"/>
          <p:cNvSpPr/>
          <p:nvPr/>
        </p:nvSpPr>
        <p:spPr>
          <a:xfrm>
            <a:off x="4073652" y="1568196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7" name="C8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2EA5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8" name="C9 R result"/>
          <p:cNvSpPr txBox="1"/>
          <p:nvPr/>
        </p:nvSpPr>
        <p:spPr>
          <a:xfrm>
            <a:off x="502920" y="1661211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ar-SA" altLang="en-US" sz="8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جَشَ</a:t>
            </a:r>
            <a:pPr algn="ctr" indent="0" marL="0">
              <a:buNone/>
            </a:pPr>
            <a:r>
              <a:rPr lang="ar-SA" altLang="en-US" sz="6900" baseline="12500" dirty="0">
                <a:solidFill>
                  <a:srgbClr val="E0313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8600" dirty="0"/>
          </a:p>
        </p:txBody>
      </p:sp>
    </p:spTree>
  </p:cSld>
  <p:clrMapOvr>
    <a:masterClrMapping/>
  </p:clrMapOvr>
  <p:transition spd="med">
    <p:wipe dir="l"/>
    <p:sndAc>
      <p:stSnd>
        <p:snd r:embed="rIdTrSnd" name="sparkl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  <p:bldP spid="28" grpId="0" animBg="1"/>
    </p:bldLst>
  </p:timing>
</p:sld>
</file>

<file path=ppt/slides/slide6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5">
    <p:bg>
      <p:bgPr>
        <a:solidFill>
          <a:srgbClr val="D1F7C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sun low"/>
          <p:cNvSpPr/>
          <p:nvPr/>
        </p:nvSpPr>
        <p:spPr>
          <a:xfrm>
            <a:off x="3566160" y="4343400"/>
            <a:ext cx="2011680" cy="2011680"/>
          </a:xfrm>
          <a:prstGeom prst="ellipse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3" name="Deco dune left"/>
          <p:cNvSpPr/>
          <p:nvPr/>
        </p:nvSpPr>
        <p:spPr>
          <a:xfrm>
            <a:off x="-1097280" y="4572000"/>
            <a:ext cx="4572000" cy="1280160"/>
          </a:xfrm>
          <a:prstGeom prst="ellipse">
            <a:avLst/>
          </a:prstGeom>
          <a:solidFill>
            <a:srgbClr val="64D878"/>
          </a:solidFill>
          <a:ln w="12700">
            <a:solidFill>
              <a:srgbClr val="64D878"/>
            </a:solidFill>
            <a:prstDash val="solid"/>
          </a:ln>
        </p:spPr>
      </p:sp>
      <p:sp>
        <p:nvSpPr>
          <p:cNvPr id="4" name="Deco dune right"/>
          <p:cNvSpPr/>
          <p:nvPr/>
        </p:nvSpPr>
        <p:spPr>
          <a:xfrm>
            <a:off x="5303520" y="4617720"/>
            <a:ext cx="5120640" cy="1280160"/>
          </a:xfrm>
          <a:prstGeom prst="ellipse">
            <a:avLst/>
          </a:prstGeom>
          <a:solidFill>
            <a:srgbClr val="47D149"/>
          </a:solidFill>
          <a:ln w="12700">
            <a:solidFill>
              <a:srgbClr val="47D149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320040" y="137160"/>
            <a:ext cx="1371600" cy="5943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right"/>
          <p:cNvSpPr/>
          <p:nvPr/>
        </p:nvSpPr>
        <p:spPr>
          <a:xfrm>
            <a:off x="7223760" y="182880"/>
            <a:ext cx="1280160" cy="548640"/>
          </a:xfrm>
          <a:prstGeom prst="cloud">
            <a:avLst/>
          </a:prstGeom>
          <a:solidFill>
            <a:srgbClr val="FFF3E8"/>
          </a:solidFill>
          <a:ln w="12700">
            <a:solidFill>
              <a:srgbClr val="FFF3E8"/>
            </a:solidFill>
            <a:prstDash val="solid"/>
          </a:ln>
        </p:spPr>
      </p:sp>
      <p:sp>
        <p:nvSpPr>
          <p:cNvPr id="7" name="Deco bird 0"/>
          <p:cNvSpPr/>
          <p:nvPr/>
        </p:nvSpPr>
        <p:spPr>
          <a:xfrm rot="5400000">
            <a:off x="2926080" y="32004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8" name="Deco bird 1"/>
          <p:cNvSpPr/>
          <p:nvPr/>
        </p:nvSpPr>
        <p:spPr>
          <a:xfrm rot="5400000">
            <a:off x="3291840" y="22860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9" name="Deco bird 2"/>
          <p:cNvSpPr/>
          <p:nvPr/>
        </p:nvSpPr>
        <p:spPr>
          <a:xfrm rot="5400000">
            <a:off x="5394960" y="36576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10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1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2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13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4" name="C1 L1 letter"/>
          <p:cNvSpPr txBox="1"/>
          <p:nvPr/>
        </p:nvSpPr>
        <p:spPr>
          <a:xfrm>
            <a:off x="7269480" y="1790116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</a:t>
            </a:r>
            <a:endParaRPr lang="ar-SA" sz="4100" dirty="0"/>
          </a:p>
        </p:txBody>
      </p:sp>
      <p:sp>
        <p:nvSpPr>
          <p:cNvPr id="15" name="C2 V1 vowel"/>
          <p:cNvSpPr txBox="1"/>
          <p:nvPr/>
        </p:nvSpPr>
        <p:spPr>
          <a:xfrm>
            <a:off x="7269480" y="1790116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حَ</a:t>
            </a:r>
            <a:endParaRPr lang="ar-SA" sz="4100" dirty="0"/>
          </a:p>
        </p:txBody>
      </p:sp>
      <p:sp>
        <p:nvSpPr>
          <p:cNvPr id="16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AE26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7" name="C4 L2 letter"/>
          <p:cNvSpPr txBox="1"/>
          <p:nvPr/>
        </p:nvSpPr>
        <p:spPr>
          <a:xfrm>
            <a:off x="5486400" y="1888528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ش</a:t>
            </a:r>
            <a:endParaRPr lang="ar-SA" sz="4100" dirty="0"/>
          </a:p>
        </p:txBody>
      </p:sp>
      <p:sp>
        <p:nvSpPr>
          <p:cNvPr id="18" name="C5 V2 vowel"/>
          <p:cNvSpPr txBox="1"/>
          <p:nvPr/>
        </p:nvSpPr>
        <p:spPr>
          <a:xfrm>
            <a:off x="5486400" y="1888528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شَ</a:t>
            </a:r>
            <a:endParaRPr lang="ar-SA" sz="4100" dirty="0"/>
          </a:p>
        </p:txBody>
      </p:sp>
      <p:sp>
        <p:nvSpPr>
          <p:cNvPr id="19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AE26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0" name="C7 M3 madd"/>
          <p:cNvSpPr txBox="1"/>
          <p:nvPr/>
        </p:nvSpPr>
        <p:spPr>
          <a:xfrm>
            <a:off x="3703320" y="1909953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ar-SA" altLang="en-US" sz="3300" dirty="0">
                <a:solidFill>
                  <a:srgbClr val="E0313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3300" dirty="0"/>
          </a:p>
        </p:txBody>
      </p:sp>
      <p:sp>
        <p:nvSpPr>
          <p:cNvPr id="21" name="C7 S3 stretch"/>
          <p:cNvSpPr/>
          <p:nvPr/>
        </p:nvSpPr>
        <p:spPr>
          <a:xfrm>
            <a:off x="4073652" y="1568196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2" name="C8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B82E7D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3" name="C9 R result"/>
          <p:cNvSpPr txBox="1"/>
          <p:nvPr/>
        </p:nvSpPr>
        <p:spPr>
          <a:xfrm>
            <a:off x="502920" y="1757934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حَشَ</a:t>
            </a:r>
            <a:pPr algn="ctr" indent="0" marL="0">
              <a:buNone/>
            </a:pPr>
            <a:r>
              <a:rPr lang="ar-SA" altLang="en-US" sz="7200" baseline="12500" dirty="0">
                <a:solidFill>
                  <a:srgbClr val="E0313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9000" dirty="0"/>
          </a:p>
        </p:txBody>
      </p:sp>
    </p:spTree>
  </p:cSld>
  <p:clrMapOvr>
    <a:masterClrMapping/>
  </p:clrMapOvr>
  <p:transition spd="med">
    <p:circle/>
    <p:sndAc>
      <p:stSnd>
        <p:snd r:embed="rIdTrSnd" name="marimba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4" grpId="0" animBg="1"/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</p:bldLst>
  </p:timing>
</p:sld>
</file>

<file path=ppt/slides/slide6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6">
    <p:bg>
      <p:bgPr>
        <a:solidFill>
          <a:srgbClr val="C7C5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434840"/>
            <a:ext cx="4754880" cy="1463040"/>
          </a:xfrm>
          <a:prstGeom prst="ellipse">
            <a:avLst/>
          </a:prstGeom>
          <a:solidFill>
            <a:srgbClr val="CC6666"/>
          </a:solidFill>
          <a:ln w="12700">
            <a:solidFill>
              <a:srgbClr val="CC6666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023360" y="4526280"/>
            <a:ext cx="5852160" cy="1463040"/>
          </a:xfrm>
          <a:prstGeom prst="ellipse">
            <a:avLst/>
          </a:prstGeom>
          <a:solidFill>
            <a:srgbClr val="BF6A40"/>
          </a:solidFill>
          <a:ln w="12700">
            <a:solidFill>
              <a:srgbClr val="BF6A40"/>
            </a:solidFill>
            <a:prstDash val="solid"/>
          </a:ln>
        </p:spPr>
      </p:sp>
      <p:sp>
        <p:nvSpPr>
          <p:cNvPr id="4" name="Deco sun"/>
          <p:cNvSpPr/>
          <p:nvPr/>
        </p:nvSpPr>
        <p:spPr>
          <a:xfrm>
            <a:off x="274320" y="91440"/>
            <a:ext cx="731520" cy="73152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85800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863840" y="457200"/>
            <a:ext cx="822960" cy="365760"/>
          </a:xfrm>
          <a:prstGeom prst="cloud">
            <a:avLst/>
          </a:prstGeom>
          <a:solidFill>
            <a:srgbClr val="F4FAFF"/>
          </a:solidFill>
          <a:ln w="12700">
            <a:solidFill>
              <a:srgbClr val="F4FAFF"/>
            </a:solidFill>
            <a:prstDash val="solid"/>
          </a:ln>
        </p:spPr>
      </p:sp>
      <p:sp>
        <p:nvSpPr>
          <p:cNvPr id="7" name="Deco flower 0"/>
          <p:cNvSpPr/>
          <p:nvPr/>
        </p:nvSpPr>
        <p:spPr>
          <a:xfrm>
            <a:off x="128016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8" name="Deco flower 1"/>
          <p:cNvSpPr/>
          <p:nvPr/>
        </p:nvSpPr>
        <p:spPr>
          <a:xfrm>
            <a:off x="1828800" y="4526280"/>
            <a:ext cx="292608" cy="292608"/>
          </a:xfrm>
          <a:prstGeom prst="star5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9" name="Deco flower 2"/>
          <p:cNvSpPr/>
          <p:nvPr/>
        </p:nvSpPr>
        <p:spPr>
          <a:xfrm>
            <a:off x="7315200" y="4526280"/>
            <a:ext cx="292608" cy="292608"/>
          </a:xfrm>
          <a:prstGeom prst="star5">
            <a:avLst/>
          </a:prstGeom>
          <a:solidFill>
            <a:srgbClr val="8E5BD0"/>
          </a:solidFill>
          <a:ln w="12700">
            <a:solidFill>
              <a:srgbClr val="8E5BD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795528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11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2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3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C1 L1 letter"/>
          <p:cNvSpPr txBox="1"/>
          <p:nvPr/>
        </p:nvSpPr>
        <p:spPr>
          <a:xfrm>
            <a:off x="7269480" y="1842707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</a:t>
            </a:r>
            <a:endParaRPr lang="ar-SA" sz="4100" dirty="0"/>
          </a:p>
        </p:txBody>
      </p:sp>
      <p:sp>
        <p:nvSpPr>
          <p:cNvPr id="16" name="C2 V1 vowel"/>
          <p:cNvSpPr txBox="1"/>
          <p:nvPr/>
        </p:nvSpPr>
        <p:spPr>
          <a:xfrm>
            <a:off x="7269480" y="1842707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خَ</a:t>
            </a:r>
            <a:endParaRPr lang="ar-SA" sz="4100" dirty="0"/>
          </a:p>
        </p:txBody>
      </p:sp>
      <p:sp>
        <p:nvSpPr>
          <p:cNvPr id="17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D0D9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8" name="C4 L2 letter"/>
          <p:cNvSpPr txBox="1"/>
          <p:nvPr/>
        </p:nvSpPr>
        <p:spPr>
          <a:xfrm>
            <a:off x="5486400" y="1888528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ش</a:t>
            </a:r>
            <a:endParaRPr lang="ar-SA" sz="4100" dirty="0"/>
          </a:p>
        </p:txBody>
      </p:sp>
      <p:sp>
        <p:nvSpPr>
          <p:cNvPr id="19" name="C5 V2 vowel"/>
          <p:cNvSpPr txBox="1"/>
          <p:nvPr/>
        </p:nvSpPr>
        <p:spPr>
          <a:xfrm>
            <a:off x="5486400" y="1888528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شَ</a:t>
            </a:r>
            <a:endParaRPr lang="ar-SA" sz="4100" dirty="0"/>
          </a:p>
        </p:txBody>
      </p:sp>
      <p:sp>
        <p:nvSpPr>
          <p:cNvPr id="20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D0D9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1" name="C7 M3 madd"/>
          <p:cNvSpPr txBox="1"/>
          <p:nvPr/>
        </p:nvSpPr>
        <p:spPr>
          <a:xfrm>
            <a:off x="3703320" y="1909953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ar-SA" altLang="en-US" sz="3300" dirty="0">
                <a:solidFill>
                  <a:srgbClr val="E0313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3300" dirty="0"/>
          </a:p>
        </p:txBody>
      </p:sp>
      <p:sp>
        <p:nvSpPr>
          <p:cNvPr id="22" name="C7 S3 stretch"/>
          <p:cNvSpPr/>
          <p:nvPr/>
        </p:nvSpPr>
        <p:spPr>
          <a:xfrm>
            <a:off x="4073652" y="1568196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3" name="C8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55B8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4" name="C9 R result"/>
          <p:cNvSpPr txBox="1"/>
          <p:nvPr/>
        </p:nvSpPr>
        <p:spPr>
          <a:xfrm>
            <a:off x="502920" y="1757934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خَشَ</a:t>
            </a:r>
            <a:pPr algn="ctr" indent="0" marL="0">
              <a:buNone/>
            </a:pPr>
            <a:r>
              <a:rPr lang="ar-SA" altLang="en-US" sz="7200" baseline="12500" dirty="0">
                <a:solidFill>
                  <a:srgbClr val="E0313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9000" dirty="0"/>
          </a:p>
        </p:txBody>
      </p:sp>
    </p:spTree>
  </p:cSld>
  <p:clrMapOvr>
    <a:masterClrMapping/>
  </p:clrMapOvr>
  <p:transition spd="med">
    <p:randomBar dir="vert"/>
    <p:sndAc>
      <p:stSnd>
        <p:snd r:embed="rIdTrSnd" name="harp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</p:bldLst>
  </p:timing>
</p:sld>
</file>

<file path=ppt/slides/slide6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7">
    <p:bg>
      <p:bgPr>
        <a:solidFill>
          <a:srgbClr val="43241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moon"/>
          <p:cNvSpPr/>
          <p:nvPr/>
        </p:nvSpPr>
        <p:spPr>
          <a:xfrm>
            <a:off x="365760" y="91440"/>
            <a:ext cx="502920" cy="731520"/>
          </a:xfrm>
          <a:prstGeom prst="moon">
            <a:avLst/>
          </a:prstGeom>
          <a:solidFill>
            <a:srgbClr val="FFE88A"/>
          </a:solidFill>
          <a:ln w="12700">
            <a:solidFill>
              <a:srgbClr val="FFE88A"/>
            </a:solidFill>
            <a:prstDash val="solid"/>
          </a:ln>
        </p:spPr>
      </p:sp>
      <p:sp>
        <p:nvSpPr>
          <p:cNvPr id="3" name="Deco star 0"/>
          <p:cNvSpPr/>
          <p:nvPr/>
        </p:nvSpPr>
        <p:spPr>
          <a:xfrm>
            <a:off x="1280160" y="18288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4" name="Deco star 1"/>
          <p:cNvSpPr/>
          <p:nvPr/>
        </p:nvSpPr>
        <p:spPr>
          <a:xfrm>
            <a:off x="2194560" y="50292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5" name="Deco star 2"/>
          <p:cNvSpPr/>
          <p:nvPr/>
        </p:nvSpPr>
        <p:spPr>
          <a:xfrm>
            <a:off x="3291840" y="137160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6" name="Deco star 3"/>
          <p:cNvSpPr/>
          <p:nvPr/>
        </p:nvSpPr>
        <p:spPr>
          <a:xfrm>
            <a:off x="5760720" y="457200"/>
            <a:ext cx="365760" cy="36576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7" name="Deco star 4"/>
          <p:cNvSpPr/>
          <p:nvPr/>
        </p:nvSpPr>
        <p:spPr>
          <a:xfrm>
            <a:off x="6766560" y="109728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8" name="Deco star 5"/>
          <p:cNvSpPr/>
          <p:nvPr/>
        </p:nvSpPr>
        <p:spPr>
          <a:xfrm>
            <a:off x="7772400" y="41148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9" name="Deco star 6"/>
          <p:cNvSpPr/>
          <p:nvPr/>
        </p:nvSpPr>
        <p:spPr>
          <a:xfrm>
            <a:off x="8503920" y="13716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10" name="Deco hill left"/>
          <p:cNvSpPr/>
          <p:nvPr/>
        </p:nvSpPr>
        <p:spPr>
          <a:xfrm>
            <a:off x="-914400" y="4480560"/>
            <a:ext cx="4937760" cy="1463040"/>
          </a:xfrm>
          <a:prstGeom prst="ellipse">
            <a:avLst/>
          </a:prstGeom>
          <a:solidFill>
            <a:srgbClr val="645B2B"/>
          </a:solidFill>
          <a:ln w="12700">
            <a:solidFill>
              <a:srgbClr val="645B2B"/>
            </a:solidFill>
            <a:prstDash val="solid"/>
          </a:ln>
        </p:spPr>
      </p:sp>
      <p:sp>
        <p:nvSpPr>
          <p:cNvPr id="11" name="Deco hill right"/>
          <p:cNvSpPr/>
          <p:nvPr/>
        </p:nvSpPr>
        <p:spPr>
          <a:xfrm>
            <a:off x="4206240" y="4572000"/>
            <a:ext cx="5669280" cy="1463040"/>
          </a:xfrm>
          <a:prstGeom prst="ellipse">
            <a:avLst/>
          </a:prstGeom>
          <a:solidFill>
            <a:srgbClr val="627934"/>
          </a:solidFill>
          <a:ln w="12700">
            <a:solidFill>
              <a:srgbClr val="627934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4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15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6" name="C1 L1 letter"/>
          <p:cNvSpPr txBox="1"/>
          <p:nvPr/>
        </p:nvSpPr>
        <p:spPr>
          <a:xfrm>
            <a:off x="7269480" y="1899723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د</a:t>
            </a:r>
            <a:endParaRPr lang="ar-SA" sz="4100" dirty="0"/>
          </a:p>
        </p:txBody>
      </p:sp>
      <p:sp>
        <p:nvSpPr>
          <p:cNvPr id="17" name="C2 V1 vowel"/>
          <p:cNvSpPr txBox="1"/>
          <p:nvPr/>
        </p:nvSpPr>
        <p:spPr>
          <a:xfrm>
            <a:off x="7269480" y="1899723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دَ</a:t>
            </a:r>
            <a:endParaRPr lang="ar-SA" sz="4100" dirty="0"/>
          </a:p>
        </p:txBody>
      </p:sp>
      <p:sp>
        <p:nvSpPr>
          <p:cNvPr id="18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269C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9" name="C4 L2 letter"/>
          <p:cNvSpPr txBox="1"/>
          <p:nvPr/>
        </p:nvSpPr>
        <p:spPr>
          <a:xfrm>
            <a:off x="5486400" y="1888528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ش</a:t>
            </a:r>
            <a:endParaRPr lang="ar-SA" sz="4100" dirty="0"/>
          </a:p>
        </p:txBody>
      </p:sp>
      <p:sp>
        <p:nvSpPr>
          <p:cNvPr id="20" name="C5 V2 vowel"/>
          <p:cNvSpPr txBox="1"/>
          <p:nvPr/>
        </p:nvSpPr>
        <p:spPr>
          <a:xfrm>
            <a:off x="5486400" y="1888528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شَ</a:t>
            </a:r>
            <a:endParaRPr lang="ar-SA" sz="4100" dirty="0"/>
          </a:p>
        </p:txBody>
      </p:sp>
      <p:sp>
        <p:nvSpPr>
          <p:cNvPr id="21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269C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2" name="C7 M3 madd"/>
          <p:cNvSpPr txBox="1"/>
          <p:nvPr/>
        </p:nvSpPr>
        <p:spPr>
          <a:xfrm>
            <a:off x="3703320" y="1909953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ar-SA" altLang="en-US" sz="3300" dirty="0">
                <a:solidFill>
                  <a:srgbClr val="E0313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3300" dirty="0"/>
          </a:p>
        </p:txBody>
      </p:sp>
      <p:sp>
        <p:nvSpPr>
          <p:cNvPr id="23" name="C7 S3 stretch"/>
          <p:cNvSpPr/>
          <p:nvPr/>
        </p:nvSpPr>
        <p:spPr>
          <a:xfrm>
            <a:off x="4073652" y="1568196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4" name="C8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2F2E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5" name="C9 R result"/>
          <p:cNvSpPr txBox="1"/>
          <p:nvPr/>
        </p:nvSpPr>
        <p:spPr>
          <a:xfrm>
            <a:off x="502920" y="1757934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دَشَ</a:t>
            </a:r>
            <a:pPr algn="ctr" indent="0" marL="0">
              <a:buNone/>
            </a:pPr>
            <a:r>
              <a:rPr lang="ar-SA" altLang="en-US" sz="7200" baseline="12500" dirty="0">
                <a:solidFill>
                  <a:srgbClr val="E0313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9000" dirty="0"/>
          </a:p>
        </p:txBody>
      </p:sp>
    </p:spTree>
  </p:cSld>
  <p:clrMapOvr>
    <a:masterClrMapping/>
  </p:clrMapOvr>
  <p:transition spd="med">
    <p:push dir="l"/>
    <p:sndAc>
      <p:stSnd>
        <p:snd r:embed="rIdTrSnd" name="chim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  <p:bldP spid="25" grpId="0" animBg="1"/>
    </p:bldLst>
  </p:timing>
</p:sld>
</file>

<file path=ppt/slides/slide6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8">
    <p:bg>
      <p:bgPr>
        <a:solidFill>
          <a:srgbClr val="C5F7E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wave back"/>
          <p:cNvSpPr/>
          <p:nvPr/>
        </p:nvSpPr>
        <p:spPr>
          <a:xfrm>
            <a:off x="-182880" y="4389120"/>
            <a:ext cx="9509760" cy="548640"/>
          </a:xfrm>
          <a:prstGeom prst="wave">
            <a:avLst/>
          </a:prstGeom>
          <a:solidFill>
            <a:srgbClr val="D65C70"/>
          </a:solidFill>
          <a:ln w="12700">
            <a:solidFill>
              <a:srgbClr val="D65C70"/>
            </a:solidFill>
            <a:prstDash val="solid"/>
          </a:ln>
        </p:spPr>
      </p:sp>
      <p:sp>
        <p:nvSpPr>
          <p:cNvPr id="3" name="Deco sea floor"/>
          <p:cNvSpPr/>
          <p:nvPr/>
        </p:nvSpPr>
        <p:spPr>
          <a:xfrm>
            <a:off x="0" y="4709160"/>
            <a:ext cx="9144000" cy="457200"/>
          </a:xfrm>
          <a:prstGeom prst="rect">
            <a:avLst/>
          </a:prstGeom>
          <a:solidFill>
            <a:srgbClr val="CC3340"/>
          </a:solidFill>
          <a:ln w="12700">
            <a:solidFill>
              <a:srgbClr val="CC3340"/>
            </a:solidFill>
            <a:prstDash val="solid"/>
          </a:ln>
        </p:spPr>
      </p:sp>
      <p:sp>
        <p:nvSpPr>
          <p:cNvPr id="4" name="Deco bubble 0"/>
          <p:cNvSpPr/>
          <p:nvPr/>
        </p:nvSpPr>
        <p:spPr>
          <a:xfrm>
            <a:off x="365760" y="182880"/>
            <a:ext cx="411480" cy="4114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5" name="Deco bubble 1"/>
          <p:cNvSpPr/>
          <p:nvPr/>
        </p:nvSpPr>
        <p:spPr>
          <a:xfrm>
            <a:off x="914400" y="502920"/>
            <a:ext cx="256032" cy="256032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6" name="Deco bubble 2"/>
          <p:cNvSpPr/>
          <p:nvPr/>
        </p:nvSpPr>
        <p:spPr>
          <a:xfrm>
            <a:off x="8138160" y="137160"/>
            <a:ext cx="457200" cy="4572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7" name="Deco bubble 3"/>
          <p:cNvSpPr/>
          <p:nvPr/>
        </p:nvSpPr>
        <p:spPr>
          <a:xfrm>
            <a:off x="7680960" y="548640"/>
            <a:ext cx="228600" cy="2286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8" name="Deco bubble 4"/>
          <p:cNvSpPr/>
          <p:nvPr/>
        </p:nvSpPr>
        <p:spPr>
          <a:xfrm>
            <a:off x="8686800" y="566928"/>
            <a:ext cx="182880" cy="1828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9" name="Deco sun"/>
          <p:cNvSpPr/>
          <p:nvPr/>
        </p:nvSpPr>
        <p:spPr>
          <a:xfrm>
            <a:off x="4206240" y="109728"/>
            <a:ext cx="685800" cy="68580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0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1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2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13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4" name="C1 L1 letter"/>
          <p:cNvSpPr txBox="1"/>
          <p:nvPr/>
        </p:nvSpPr>
        <p:spPr>
          <a:xfrm>
            <a:off x="7269480" y="1952314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ذ</a:t>
            </a:r>
            <a:endParaRPr lang="ar-SA" sz="4100" dirty="0"/>
          </a:p>
        </p:txBody>
      </p:sp>
      <p:sp>
        <p:nvSpPr>
          <p:cNvPr id="15" name="C2 V1 vowel"/>
          <p:cNvSpPr txBox="1"/>
          <p:nvPr/>
        </p:nvSpPr>
        <p:spPr>
          <a:xfrm>
            <a:off x="7269480" y="1952314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ذَ</a:t>
            </a:r>
            <a:endParaRPr lang="ar-SA" sz="4100" dirty="0"/>
          </a:p>
        </p:txBody>
      </p:sp>
      <p:sp>
        <p:nvSpPr>
          <p:cNvPr id="16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D9266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7" name="C4 L2 letter"/>
          <p:cNvSpPr txBox="1"/>
          <p:nvPr/>
        </p:nvSpPr>
        <p:spPr>
          <a:xfrm>
            <a:off x="5486400" y="1888528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ش</a:t>
            </a:r>
            <a:endParaRPr lang="ar-SA" sz="4100" dirty="0"/>
          </a:p>
        </p:txBody>
      </p:sp>
      <p:sp>
        <p:nvSpPr>
          <p:cNvPr id="18" name="C5 V2 vowel"/>
          <p:cNvSpPr txBox="1"/>
          <p:nvPr/>
        </p:nvSpPr>
        <p:spPr>
          <a:xfrm>
            <a:off x="5486400" y="1888528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شَ</a:t>
            </a:r>
            <a:endParaRPr lang="ar-SA" sz="4100" dirty="0"/>
          </a:p>
        </p:txBody>
      </p:sp>
      <p:sp>
        <p:nvSpPr>
          <p:cNvPr id="19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D9266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0" name="C7 M3 madd"/>
          <p:cNvSpPr txBox="1"/>
          <p:nvPr/>
        </p:nvSpPr>
        <p:spPr>
          <a:xfrm>
            <a:off x="3703320" y="1909953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ar-SA" altLang="en-US" sz="3300" dirty="0">
                <a:solidFill>
                  <a:srgbClr val="E0313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3300" dirty="0"/>
          </a:p>
        </p:txBody>
      </p:sp>
      <p:sp>
        <p:nvSpPr>
          <p:cNvPr id="21" name="C7 S3 stretch"/>
          <p:cNvSpPr/>
          <p:nvPr/>
        </p:nvSpPr>
        <p:spPr>
          <a:xfrm>
            <a:off x="4073652" y="1568196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2" name="C8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B857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3" name="C9 R result"/>
          <p:cNvSpPr txBox="1"/>
          <p:nvPr/>
        </p:nvSpPr>
        <p:spPr>
          <a:xfrm>
            <a:off x="502920" y="1766507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ذَشَ</a:t>
            </a:r>
            <a:pPr algn="ctr" indent="0" marL="0">
              <a:buNone/>
            </a:pPr>
            <a:r>
              <a:rPr lang="ar-SA" altLang="en-US" sz="7200" baseline="12500" dirty="0">
                <a:solidFill>
                  <a:srgbClr val="E0313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9000" dirty="0"/>
          </a:p>
        </p:txBody>
      </p:sp>
    </p:spTree>
  </p:cSld>
  <p:clrMapOvr>
    <a:masterClrMapping/>
  </p:clrMapOvr>
  <p:transition spd="med">
    <p:split orient="vert" dir="out"/>
    <p:sndAc>
      <p:stSnd>
        <p:snd r:embed="rIdTrSnd" name="whoosh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4" grpId="0" animBg="1"/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</p:bldLst>
  </p:timing>
</p:sld>
</file>

<file path=ppt/slides/slide6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9">
    <p:bg>
      <p:bgPr>
        <a:solidFill>
          <a:srgbClr val="F3C5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grass"/>
          <p:cNvSpPr/>
          <p:nvPr/>
        </p:nvSpPr>
        <p:spPr>
          <a:xfrm>
            <a:off x="0" y="4617720"/>
            <a:ext cx="9144000" cy="548640"/>
          </a:xfrm>
          <a:prstGeom prst="rect">
            <a:avLst/>
          </a:prstGeom>
          <a:solidFill>
            <a:srgbClr val="C68C53"/>
          </a:solidFill>
          <a:ln w="12700">
            <a:solidFill>
              <a:srgbClr val="C68C53"/>
            </a:solidFill>
            <a:prstDash val="solid"/>
          </a:ln>
        </p:spPr>
      </p:sp>
      <p:sp>
        <p:nvSpPr>
          <p:cNvPr id="3" name="Deco stem 0"/>
          <p:cNvSpPr/>
          <p:nvPr/>
        </p:nvSpPr>
        <p:spPr>
          <a:xfrm>
            <a:off x="57607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4" name="Deco flower 0"/>
          <p:cNvSpPr/>
          <p:nvPr/>
        </p:nvSpPr>
        <p:spPr>
          <a:xfrm>
            <a:off x="457200" y="4370832"/>
            <a:ext cx="274320" cy="274320"/>
          </a:xfrm>
          <a:prstGeom prst="flowChartConnector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5" name="Deco stem 1"/>
          <p:cNvSpPr/>
          <p:nvPr/>
        </p:nvSpPr>
        <p:spPr>
          <a:xfrm>
            <a:off x="13990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6" name="Deco flower 1"/>
          <p:cNvSpPr/>
          <p:nvPr/>
        </p:nvSpPr>
        <p:spPr>
          <a:xfrm>
            <a:off x="1280160" y="4370832"/>
            <a:ext cx="274320" cy="274320"/>
          </a:xfrm>
          <a:prstGeom prst="flowChartConnector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7" name="Deco stem 2"/>
          <p:cNvSpPr/>
          <p:nvPr/>
        </p:nvSpPr>
        <p:spPr>
          <a:xfrm>
            <a:off x="22219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8" name="Deco flower 2"/>
          <p:cNvSpPr/>
          <p:nvPr/>
        </p:nvSpPr>
        <p:spPr>
          <a:xfrm>
            <a:off x="2103120" y="4370832"/>
            <a:ext cx="274320" cy="274320"/>
          </a:xfrm>
          <a:prstGeom prst="flowChartConnector">
            <a:avLst/>
          </a:prstGeom>
          <a:solidFill>
            <a:srgbClr val="B892FF"/>
          </a:solidFill>
          <a:ln w="12700">
            <a:solidFill>
              <a:srgbClr val="B892FF"/>
            </a:solidFill>
            <a:prstDash val="solid"/>
          </a:ln>
        </p:spPr>
      </p:sp>
      <p:sp>
        <p:nvSpPr>
          <p:cNvPr id="9" name="Deco stem 3"/>
          <p:cNvSpPr/>
          <p:nvPr/>
        </p:nvSpPr>
        <p:spPr>
          <a:xfrm>
            <a:off x="68854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6766560" y="4370832"/>
            <a:ext cx="274320" cy="274320"/>
          </a:xfrm>
          <a:prstGeom prst="flowChartConnector">
            <a:avLst/>
          </a:prstGeom>
          <a:solidFill>
            <a:srgbClr val="FF6F91"/>
          </a:solidFill>
          <a:ln w="12700">
            <a:solidFill>
              <a:srgbClr val="FF6F91"/>
            </a:solidFill>
            <a:prstDash val="solid"/>
          </a:ln>
        </p:spPr>
      </p:sp>
      <p:sp>
        <p:nvSpPr>
          <p:cNvPr id="11" name="Deco stem 4"/>
          <p:cNvSpPr/>
          <p:nvPr/>
        </p:nvSpPr>
        <p:spPr>
          <a:xfrm>
            <a:off x="77083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2" name="Deco flower 4"/>
          <p:cNvSpPr/>
          <p:nvPr/>
        </p:nvSpPr>
        <p:spPr>
          <a:xfrm>
            <a:off x="7589520" y="4370832"/>
            <a:ext cx="274320" cy="274320"/>
          </a:xfrm>
          <a:prstGeom prst="flowChartConnector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3" name="Deco stem 5"/>
          <p:cNvSpPr/>
          <p:nvPr/>
        </p:nvSpPr>
        <p:spPr>
          <a:xfrm>
            <a:off x="843991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4" name="Deco flower 5"/>
          <p:cNvSpPr/>
          <p:nvPr/>
        </p:nvSpPr>
        <p:spPr>
          <a:xfrm>
            <a:off x="8321040" y="4370832"/>
            <a:ext cx="274320" cy="274320"/>
          </a:xfrm>
          <a:prstGeom prst="flowChartConnector">
            <a:avLst/>
          </a:prstGeom>
          <a:solidFill>
            <a:srgbClr val="7EC8FF"/>
          </a:solidFill>
          <a:ln w="12700">
            <a:solidFill>
              <a:srgbClr val="7EC8FF"/>
            </a:solidFill>
            <a:prstDash val="solid"/>
          </a:ln>
        </p:spPr>
      </p:sp>
      <p:sp>
        <p:nvSpPr>
          <p:cNvPr id="15" name="Deco heart"/>
          <p:cNvSpPr/>
          <p:nvPr/>
        </p:nvSpPr>
        <p:spPr>
          <a:xfrm>
            <a:off x="411480" y="228600"/>
            <a:ext cx="457200" cy="411480"/>
          </a:xfrm>
          <a:prstGeom prst="heart">
            <a:avLst/>
          </a:prstGeom>
          <a:solidFill>
            <a:srgbClr val="B35EED"/>
          </a:solidFill>
          <a:ln w="12700">
            <a:solidFill>
              <a:srgbClr val="B35EED"/>
            </a:solidFill>
            <a:prstDash val="solid"/>
          </a:ln>
        </p:spPr>
      </p:sp>
      <p:sp>
        <p:nvSpPr>
          <p:cNvPr id="16" name="Deco cloud"/>
          <p:cNvSpPr/>
          <p:nvPr/>
        </p:nvSpPr>
        <p:spPr>
          <a:xfrm>
            <a:off x="713232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7" name="Deco friend"/>
          <p:cNvSpPr/>
          <p:nvPr/>
        </p:nvSpPr>
        <p:spPr>
          <a:xfrm>
            <a:off x="6309360" y="182880"/>
            <a:ext cx="548640" cy="548640"/>
          </a:xfrm>
          <a:prstGeom prst="smileyFace">
            <a:avLst/>
          </a:prstGeom>
          <a:solidFill>
            <a:srgbClr val="FFD166"/>
          </a:solidFill>
          <a:ln w="12700">
            <a:solidFill>
              <a:srgbClr val="FFD166"/>
            </a:solidFill>
            <a:prstDash val="solid"/>
          </a:ln>
        </p:spPr>
      </p:sp>
      <p:sp>
        <p:nvSpPr>
          <p:cNvPr id="18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9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20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21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22" name="C1 L1 letter"/>
          <p:cNvSpPr txBox="1"/>
          <p:nvPr/>
        </p:nvSpPr>
        <p:spPr>
          <a:xfrm>
            <a:off x="7269480" y="1812246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ر</a:t>
            </a:r>
            <a:endParaRPr lang="ar-SA" sz="4100" dirty="0"/>
          </a:p>
        </p:txBody>
      </p:sp>
      <p:sp>
        <p:nvSpPr>
          <p:cNvPr id="23" name="C2 V1 vowel"/>
          <p:cNvSpPr txBox="1"/>
          <p:nvPr/>
        </p:nvSpPr>
        <p:spPr>
          <a:xfrm>
            <a:off x="7269480" y="1812246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رَ</a:t>
            </a:r>
            <a:endParaRPr lang="ar-SA" sz="4100" dirty="0"/>
          </a:p>
        </p:txBody>
      </p:sp>
      <p:sp>
        <p:nvSpPr>
          <p:cNvPr id="24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34D9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5" name="C4 L2 letter"/>
          <p:cNvSpPr txBox="1"/>
          <p:nvPr/>
        </p:nvSpPr>
        <p:spPr>
          <a:xfrm>
            <a:off x="5486400" y="1888528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ش</a:t>
            </a:r>
            <a:endParaRPr lang="ar-SA" sz="4100" dirty="0"/>
          </a:p>
        </p:txBody>
      </p:sp>
      <p:sp>
        <p:nvSpPr>
          <p:cNvPr id="26" name="C5 V2 vowel"/>
          <p:cNvSpPr txBox="1"/>
          <p:nvPr/>
        </p:nvSpPr>
        <p:spPr>
          <a:xfrm>
            <a:off x="5486400" y="1888528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شَ</a:t>
            </a:r>
            <a:endParaRPr lang="ar-SA" sz="4100" dirty="0"/>
          </a:p>
        </p:txBody>
      </p:sp>
      <p:sp>
        <p:nvSpPr>
          <p:cNvPr id="27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34D9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8" name="C7 M3 madd"/>
          <p:cNvSpPr txBox="1"/>
          <p:nvPr/>
        </p:nvSpPr>
        <p:spPr>
          <a:xfrm>
            <a:off x="3703320" y="1909953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ar-SA" altLang="en-US" sz="3300" dirty="0">
                <a:solidFill>
                  <a:srgbClr val="E0313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3300" dirty="0"/>
          </a:p>
        </p:txBody>
      </p:sp>
      <p:sp>
        <p:nvSpPr>
          <p:cNvPr id="29" name="C7 S3 stretch"/>
          <p:cNvSpPr/>
          <p:nvPr/>
        </p:nvSpPr>
        <p:spPr>
          <a:xfrm>
            <a:off x="4073652" y="1568196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0" name="C8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2EB87F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1" name="C9 R result"/>
          <p:cNvSpPr txBox="1"/>
          <p:nvPr/>
        </p:nvSpPr>
        <p:spPr>
          <a:xfrm>
            <a:off x="502920" y="1628216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ar-SA" altLang="en-US" sz="8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رَشَ</a:t>
            </a:r>
            <a:pPr algn="ctr" indent="0" marL="0">
              <a:buNone/>
            </a:pPr>
            <a:r>
              <a:rPr lang="ar-SA" altLang="en-US" sz="6600" baseline="12500" dirty="0">
                <a:solidFill>
                  <a:srgbClr val="E0313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8200" dirty="0"/>
          </a:p>
        </p:txBody>
      </p:sp>
    </p:spTree>
  </p:cSld>
  <p:clrMapOvr>
    <a:masterClrMapping/>
  </p:clrMapOvr>
  <p:transition spd="med">
    <p:pull dir="l"/>
    <p:sndAc>
      <p:stSnd>
        <p:snd r:embed="rIdTrSnd" name="bubbles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3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3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  <p:bldP spid="28" grpId="0" animBg="1"/>
      <p:bldP spid="29" grpId="0" animBg="1"/>
      <p:bldP spid="30" grpId="0" animBg="1"/>
      <p:bldP spid="31" grpId="0" animBg="1"/>
    </p:bldLst>
  </p:timing>
</p:sld>
</file>

<file path=ppt/slides/slide7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0">
    <p:bg>
      <p:bgPr>
        <a:solidFill>
          <a:srgbClr val="39431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planet"/>
          <p:cNvSpPr/>
          <p:nvPr/>
        </p:nvSpPr>
        <p:spPr>
          <a:xfrm>
            <a:off x="7680960" y="91440"/>
            <a:ext cx="731520" cy="731520"/>
          </a:xfrm>
          <a:prstGeom prst="ellipse">
            <a:avLst/>
          </a:prstGeom>
          <a:solidFill>
            <a:srgbClr val="7AE052"/>
          </a:solidFill>
          <a:ln w="12700">
            <a:solidFill>
              <a:srgbClr val="7AE052"/>
            </a:solidFill>
            <a:prstDash val="solid"/>
          </a:ln>
        </p:spPr>
      </p:sp>
      <p:sp>
        <p:nvSpPr>
          <p:cNvPr id="3" name="Deco planet ring"/>
          <p:cNvSpPr/>
          <p:nvPr/>
        </p:nvSpPr>
        <p:spPr>
          <a:xfrm>
            <a:off x="7452360" y="384048"/>
            <a:ext cx="1188720" cy="164592"/>
          </a:xfrm>
          <a:prstGeom prst="ellipse">
            <a:avLst/>
          </a:prstGeom>
          <a:solidFill>
            <a:srgbClr val="FFFFFF">
              <a:alpha val="0"/>
            </a:srgbClr>
          </a:solidFill>
          <a:ln w="25400">
            <a:solidFill>
              <a:srgbClr val="8CF2A2"/>
            </a:solidFill>
            <a:prstDash val="solid"/>
          </a:ln>
        </p:spPr>
      </p:sp>
      <p:sp>
        <p:nvSpPr>
          <p:cNvPr id="4" name="Deco small planet"/>
          <p:cNvSpPr/>
          <p:nvPr/>
        </p:nvSpPr>
        <p:spPr>
          <a:xfrm>
            <a:off x="274320" y="182880"/>
            <a:ext cx="502920" cy="502920"/>
          </a:xfrm>
          <a:prstGeom prst="ellipse">
            <a:avLst/>
          </a:prstGeom>
          <a:solidFill>
            <a:srgbClr val="8770DB"/>
          </a:solidFill>
          <a:ln w="12700">
            <a:solidFill>
              <a:srgbClr val="8770DB"/>
            </a:solidFill>
            <a:prstDash val="solid"/>
          </a:ln>
        </p:spPr>
      </p:sp>
      <p:sp>
        <p:nvSpPr>
          <p:cNvPr id="5" name="Deco star 0"/>
          <p:cNvSpPr/>
          <p:nvPr/>
        </p:nvSpPr>
        <p:spPr>
          <a:xfrm>
            <a:off x="1371600" y="27432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6" name="Deco star 1"/>
          <p:cNvSpPr/>
          <p:nvPr/>
        </p:nvSpPr>
        <p:spPr>
          <a:xfrm>
            <a:off x="2468880" y="91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7" name="Deco star 2"/>
          <p:cNvSpPr/>
          <p:nvPr/>
        </p:nvSpPr>
        <p:spPr>
          <a:xfrm>
            <a:off x="3840480" y="50292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8" name="Deco star 3"/>
          <p:cNvSpPr/>
          <p:nvPr/>
        </p:nvSpPr>
        <p:spPr>
          <a:xfrm>
            <a:off x="5120640" y="137160"/>
            <a:ext cx="256032" cy="256032"/>
          </a:xfrm>
          <a:prstGeom prst="star4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9" name="Deco star 4"/>
          <p:cNvSpPr/>
          <p:nvPr/>
        </p:nvSpPr>
        <p:spPr>
          <a:xfrm>
            <a:off x="6583680" y="4572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Deco star 5"/>
          <p:cNvSpPr/>
          <p:nvPr/>
        </p:nvSpPr>
        <p:spPr>
          <a:xfrm>
            <a:off x="1097280" y="457200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1" name="Deco star 6"/>
          <p:cNvSpPr/>
          <p:nvPr/>
        </p:nvSpPr>
        <p:spPr>
          <a:xfrm>
            <a:off x="2743200" y="475488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12" name="Deco star 7"/>
          <p:cNvSpPr/>
          <p:nvPr/>
        </p:nvSpPr>
        <p:spPr>
          <a:xfrm>
            <a:off x="6217920" y="4663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3" name="Deco star 8"/>
          <p:cNvSpPr/>
          <p:nvPr/>
        </p:nvSpPr>
        <p:spPr>
          <a:xfrm>
            <a:off x="8138160" y="45720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4" name="Deco moon surface"/>
          <p:cNvSpPr/>
          <p:nvPr/>
        </p:nvSpPr>
        <p:spPr>
          <a:xfrm>
            <a:off x="3200400" y="4709160"/>
            <a:ext cx="2743200" cy="1097280"/>
          </a:xfrm>
          <a:prstGeom prst="ellipse">
            <a:avLst/>
          </a:prstGeom>
          <a:solidFill>
            <a:srgbClr val="854763"/>
          </a:solidFill>
          <a:ln w="12700">
            <a:solidFill>
              <a:srgbClr val="854763"/>
            </a:solidFill>
            <a:prstDash val="solid"/>
          </a:ln>
        </p:spPr>
      </p:sp>
      <p:sp>
        <p:nvSpPr>
          <p:cNvPr id="15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6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7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18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9" name="C1 L1 letter"/>
          <p:cNvSpPr txBox="1"/>
          <p:nvPr/>
        </p:nvSpPr>
        <p:spPr>
          <a:xfrm>
            <a:off x="7269480" y="1864836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ز</a:t>
            </a:r>
            <a:endParaRPr lang="ar-SA" sz="4100" dirty="0"/>
          </a:p>
        </p:txBody>
      </p:sp>
      <p:sp>
        <p:nvSpPr>
          <p:cNvPr id="20" name="C2 V1 vowel"/>
          <p:cNvSpPr txBox="1"/>
          <p:nvPr/>
        </p:nvSpPr>
        <p:spPr>
          <a:xfrm>
            <a:off x="7269480" y="1864836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زَ</a:t>
            </a:r>
            <a:endParaRPr lang="ar-SA" sz="4100" dirty="0"/>
          </a:p>
        </p:txBody>
      </p:sp>
      <p:sp>
        <p:nvSpPr>
          <p:cNvPr id="21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4D26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2" name="C4 L2 letter"/>
          <p:cNvSpPr txBox="1"/>
          <p:nvPr/>
        </p:nvSpPr>
        <p:spPr>
          <a:xfrm>
            <a:off x="5486400" y="1888528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ش</a:t>
            </a:r>
            <a:endParaRPr lang="ar-SA" sz="4100" dirty="0"/>
          </a:p>
        </p:txBody>
      </p:sp>
      <p:sp>
        <p:nvSpPr>
          <p:cNvPr id="23" name="C5 V2 vowel"/>
          <p:cNvSpPr txBox="1"/>
          <p:nvPr/>
        </p:nvSpPr>
        <p:spPr>
          <a:xfrm>
            <a:off x="5486400" y="1888528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شَ</a:t>
            </a:r>
            <a:endParaRPr lang="ar-SA" sz="4100" dirty="0"/>
          </a:p>
        </p:txBody>
      </p:sp>
      <p:sp>
        <p:nvSpPr>
          <p:cNvPr id="24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4D26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5" name="C7 M3 madd"/>
          <p:cNvSpPr txBox="1"/>
          <p:nvPr/>
        </p:nvSpPr>
        <p:spPr>
          <a:xfrm>
            <a:off x="3703320" y="1909953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ar-SA" altLang="en-US" sz="3300" dirty="0">
                <a:solidFill>
                  <a:srgbClr val="E0313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3300" dirty="0"/>
          </a:p>
        </p:txBody>
      </p:sp>
      <p:sp>
        <p:nvSpPr>
          <p:cNvPr id="26" name="C7 S3 stretch"/>
          <p:cNvSpPr/>
          <p:nvPr/>
        </p:nvSpPr>
        <p:spPr>
          <a:xfrm>
            <a:off x="4073652" y="1568196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7" name="C8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A82E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8" name="C9 R result"/>
          <p:cNvSpPr txBox="1"/>
          <p:nvPr/>
        </p:nvSpPr>
        <p:spPr>
          <a:xfrm>
            <a:off x="502920" y="1628216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ar-SA" altLang="en-US" sz="8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زَشَ</a:t>
            </a:r>
            <a:pPr algn="ctr" indent="0" marL="0">
              <a:buNone/>
            </a:pPr>
            <a:r>
              <a:rPr lang="ar-SA" altLang="en-US" sz="6600" baseline="12500" dirty="0">
                <a:solidFill>
                  <a:srgbClr val="E0313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8200" dirty="0"/>
          </a:p>
        </p:txBody>
      </p:sp>
    </p:spTree>
  </p:cSld>
  <p:clrMapOvr>
    <a:masterClrMapping/>
  </p:clrMapOvr>
  <p:transition spd="med">
    <p:fade/>
    <p:sndAc>
      <p:stSnd>
        <p:snd r:embed="rIdTrSnd" name="sparkl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  <p:bldP spid="28" grpId="0" animBg="1"/>
    </p:bldLst>
  </p:timing>
</p:sld>
</file>

<file path=ppt/slides/slide7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1">
    <p:bg>
      <p:bgPr>
        <a:solidFill>
          <a:srgbClr val="C5DD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sun low"/>
          <p:cNvSpPr/>
          <p:nvPr/>
        </p:nvSpPr>
        <p:spPr>
          <a:xfrm>
            <a:off x="3566160" y="4343400"/>
            <a:ext cx="2011680" cy="2011680"/>
          </a:xfrm>
          <a:prstGeom prst="ellipse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3" name="Deco dune left"/>
          <p:cNvSpPr/>
          <p:nvPr/>
        </p:nvSpPr>
        <p:spPr>
          <a:xfrm>
            <a:off x="-1097280" y="4572000"/>
            <a:ext cx="4572000" cy="1280160"/>
          </a:xfrm>
          <a:prstGeom prst="ellipse">
            <a:avLst/>
          </a:prstGeom>
          <a:solidFill>
            <a:srgbClr val="646DD8"/>
          </a:solidFill>
          <a:ln w="12700">
            <a:solidFill>
              <a:srgbClr val="646DD8"/>
            </a:solidFill>
            <a:prstDash val="solid"/>
          </a:ln>
        </p:spPr>
      </p:sp>
      <p:sp>
        <p:nvSpPr>
          <p:cNvPr id="4" name="Deco dune right"/>
          <p:cNvSpPr/>
          <p:nvPr/>
        </p:nvSpPr>
        <p:spPr>
          <a:xfrm>
            <a:off x="5303520" y="4617720"/>
            <a:ext cx="5120640" cy="1280160"/>
          </a:xfrm>
          <a:prstGeom prst="ellipse">
            <a:avLst/>
          </a:prstGeom>
          <a:solidFill>
            <a:srgbClr val="4769D1"/>
          </a:solidFill>
          <a:ln w="12700">
            <a:solidFill>
              <a:srgbClr val="4769D1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320040" y="137160"/>
            <a:ext cx="1371600" cy="5943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right"/>
          <p:cNvSpPr/>
          <p:nvPr/>
        </p:nvSpPr>
        <p:spPr>
          <a:xfrm>
            <a:off x="7223760" y="182880"/>
            <a:ext cx="1280160" cy="548640"/>
          </a:xfrm>
          <a:prstGeom prst="cloud">
            <a:avLst/>
          </a:prstGeom>
          <a:solidFill>
            <a:srgbClr val="FFF3E8"/>
          </a:solidFill>
          <a:ln w="12700">
            <a:solidFill>
              <a:srgbClr val="FFF3E8"/>
            </a:solidFill>
            <a:prstDash val="solid"/>
          </a:ln>
        </p:spPr>
      </p:sp>
      <p:sp>
        <p:nvSpPr>
          <p:cNvPr id="7" name="Deco bird 0"/>
          <p:cNvSpPr/>
          <p:nvPr/>
        </p:nvSpPr>
        <p:spPr>
          <a:xfrm rot="5400000">
            <a:off x="2926080" y="32004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8" name="Deco bird 1"/>
          <p:cNvSpPr/>
          <p:nvPr/>
        </p:nvSpPr>
        <p:spPr>
          <a:xfrm rot="5400000">
            <a:off x="3291840" y="22860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9" name="Deco bird 2"/>
          <p:cNvSpPr/>
          <p:nvPr/>
        </p:nvSpPr>
        <p:spPr>
          <a:xfrm rot="5400000">
            <a:off x="5394960" y="36576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10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1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2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13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4" name="C1 L1 letter"/>
          <p:cNvSpPr txBox="1"/>
          <p:nvPr/>
        </p:nvSpPr>
        <p:spPr>
          <a:xfrm>
            <a:off x="7269480" y="1807299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س</a:t>
            </a:r>
            <a:endParaRPr lang="ar-SA" sz="4100" dirty="0"/>
          </a:p>
        </p:txBody>
      </p:sp>
      <p:sp>
        <p:nvSpPr>
          <p:cNvPr id="15" name="C2 V1 vowel"/>
          <p:cNvSpPr txBox="1"/>
          <p:nvPr/>
        </p:nvSpPr>
        <p:spPr>
          <a:xfrm>
            <a:off x="7269480" y="1807299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سَ</a:t>
            </a:r>
            <a:endParaRPr lang="ar-SA" sz="4100" dirty="0"/>
          </a:p>
        </p:txBody>
      </p:sp>
      <p:sp>
        <p:nvSpPr>
          <p:cNvPr id="16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D981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7" name="C4 L2 letter"/>
          <p:cNvSpPr txBox="1"/>
          <p:nvPr/>
        </p:nvSpPr>
        <p:spPr>
          <a:xfrm>
            <a:off x="5486400" y="1888528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ش</a:t>
            </a:r>
            <a:endParaRPr lang="ar-SA" sz="4100" dirty="0"/>
          </a:p>
        </p:txBody>
      </p:sp>
      <p:sp>
        <p:nvSpPr>
          <p:cNvPr id="18" name="C5 V2 vowel"/>
          <p:cNvSpPr txBox="1"/>
          <p:nvPr/>
        </p:nvSpPr>
        <p:spPr>
          <a:xfrm>
            <a:off x="5486400" y="1888528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شَ</a:t>
            </a:r>
            <a:endParaRPr lang="ar-SA" sz="4100" dirty="0"/>
          </a:p>
        </p:txBody>
      </p:sp>
      <p:sp>
        <p:nvSpPr>
          <p:cNvPr id="19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D981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0" name="C7 M3 madd"/>
          <p:cNvSpPr txBox="1"/>
          <p:nvPr/>
        </p:nvSpPr>
        <p:spPr>
          <a:xfrm>
            <a:off x="3703320" y="1909953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ar-SA" altLang="en-US" sz="3300" dirty="0">
                <a:solidFill>
                  <a:srgbClr val="E0313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3300" dirty="0"/>
          </a:p>
        </p:txBody>
      </p:sp>
      <p:sp>
        <p:nvSpPr>
          <p:cNvPr id="21" name="C7 S3 stretch"/>
          <p:cNvSpPr/>
          <p:nvPr/>
        </p:nvSpPr>
        <p:spPr>
          <a:xfrm>
            <a:off x="4073652" y="1568196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2" name="C8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9FB8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3" name="C9 R result"/>
          <p:cNvSpPr txBox="1"/>
          <p:nvPr/>
        </p:nvSpPr>
        <p:spPr>
          <a:xfrm>
            <a:off x="502920" y="1750466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ar-SA" altLang="en-US" sz="8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سَشَ</a:t>
            </a:r>
            <a:pPr algn="ctr" indent="0" marL="0">
              <a:buNone/>
            </a:pPr>
            <a:r>
              <a:rPr lang="ar-SA" altLang="en-US" sz="6700" baseline="12500" dirty="0">
                <a:solidFill>
                  <a:srgbClr val="E0313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8400" dirty="0"/>
          </a:p>
        </p:txBody>
      </p:sp>
    </p:spTree>
  </p:cSld>
  <p:clrMapOvr>
    <a:masterClrMapping/>
  </p:clrMapOvr>
  <p:transition spd="med">
    <p:cover dir="l"/>
    <p:sndAc>
      <p:stSnd>
        <p:snd r:embed="rIdTrSnd" name="marimba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4" grpId="0" animBg="1"/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</p:bldLst>
  </p:timing>
</p:sld>
</file>

<file path=ppt/slides/slide7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2">
    <p:bg>
      <p:bgPr>
        <a:solidFill>
          <a:srgbClr val="F7C5C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434840"/>
            <a:ext cx="4754880" cy="1463040"/>
          </a:xfrm>
          <a:prstGeom prst="ellipse">
            <a:avLst/>
          </a:prstGeom>
          <a:solidFill>
            <a:srgbClr val="AACC66"/>
          </a:solidFill>
          <a:ln w="12700">
            <a:solidFill>
              <a:srgbClr val="AACC66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023360" y="4526280"/>
            <a:ext cx="5852160" cy="1463040"/>
          </a:xfrm>
          <a:prstGeom prst="ellipse">
            <a:avLst/>
          </a:prstGeom>
          <a:solidFill>
            <a:srgbClr val="6ABF40"/>
          </a:solidFill>
          <a:ln w="12700">
            <a:solidFill>
              <a:srgbClr val="6ABF40"/>
            </a:solidFill>
            <a:prstDash val="solid"/>
          </a:ln>
        </p:spPr>
      </p:sp>
      <p:sp>
        <p:nvSpPr>
          <p:cNvPr id="4" name="Deco sun"/>
          <p:cNvSpPr/>
          <p:nvPr/>
        </p:nvSpPr>
        <p:spPr>
          <a:xfrm>
            <a:off x="274320" y="91440"/>
            <a:ext cx="731520" cy="73152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85800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863840" y="457200"/>
            <a:ext cx="822960" cy="365760"/>
          </a:xfrm>
          <a:prstGeom prst="cloud">
            <a:avLst/>
          </a:prstGeom>
          <a:solidFill>
            <a:srgbClr val="F4FAFF"/>
          </a:solidFill>
          <a:ln w="12700">
            <a:solidFill>
              <a:srgbClr val="F4FAFF"/>
            </a:solidFill>
            <a:prstDash val="solid"/>
          </a:ln>
        </p:spPr>
      </p:sp>
      <p:sp>
        <p:nvSpPr>
          <p:cNvPr id="7" name="Deco flower 0"/>
          <p:cNvSpPr/>
          <p:nvPr/>
        </p:nvSpPr>
        <p:spPr>
          <a:xfrm>
            <a:off x="128016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8" name="Deco flower 1"/>
          <p:cNvSpPr/>
          <p:nvPr/>
        </p:nvSpPr>
        <p:spPr>
          <a:xfrm>
            <a:off x="1828800" y="4526280"/>
            <a:ext cx="292608" cy="292608"/>
          </a:xfrm>
          <a:prstGeom prst="star5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9" name="Deco flower 2"/>
          <p:cNvSpPr/>
          <p:nvPr/>
        </p:nvSpPr>
        <p:spPr>
          <a:xfrm>
            <a:off x="7315200" y="4526280"/>
            <a:ext cx="292608" cy="292608"/>
          </a:xfrm>
          <a:prstGeom prst="star5">
            <a:avLst/>
          </a:prstGeom>
          <a:solidFill>
            <a:srgbClr val="8E5BD0"/>
          </a:solidFill>
          <a:ln w="12700">
            <a:solidFill>
              <a:srgbClr val="8E5BD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795528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11" name="C1 W1 pill"/>
          <p:cNvSpPr/>
          <p:nvPr/>
        </p:nvSpPr>
        <p:spPr>
          <a:xfrm>
            <a:off x="5036604" y="896112"/>
            <a:ext cx="1674113" cy="1371600"/>
          </a:xfrm>
          <a:prstGeom prst="roundRect">
            <a:avLst>
              <a:gd name="adj" fmla="val 26667"/>
            </a:avLst>
          </a:prstGeom>
          <a:solidFill>
            <a:srgbClr val="FFFFFF"/>
          </a:solidFill>
          <a:ln w="76200">
            <a:solidFill>
              <a:srgbClr val="E28736"/>
            </a:solidFill>
            <a:prstDash val="solid"/>
          </a:ln>
        </p:spPr>
      </p:sp>
      <p:sp>
        <p:nvSpPr>
          <p:cNvPr id="12" name="C1 W1 word"/>
          <p:cNvSpPr txBox="1"/>
          <p:nvPr/>
        </p:nvSpPr>
        <p:spPr>
          <a:xfrm>
            <a:off x="5036604" y="896112"/>
            <a:ext cx="1674113" cy="13716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ه</a:t>
            </a:r>
            <a:pPr algn="ctr" indent="0" marL="0">
              <a:buNone/>
            </a:pPr>
            <a:r>
              <a:rPr lang="ar-SA" altLang="en-US" sz="4600" baseline="12500" dirty="0">
                <a:solidFill>
                  <a:srgbClr val="E0313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pPr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ذَا</a:t>
            </a:r>
            <a:endParaRPr lang="ar-SA" sz="5800" dirty="0"/>
          </a:p>
        </p:txBody>
      </p:sp>
      <p:sp>
        <p:nvSpPr>
          <p:cNvPr id="13" name="C2 W2 pill"/>
          <p:cNvSpPr/>
          <p:nvPr/>
        </p:nvSpPr>
        <p:spPr>
          <a:xfrm>
            <a:off x="2433283" y="896112"/>
            <a:ext cx="2283281" cy="1371600"/>
          </a:xfrm>
          <a:prstGeom prst="roundRect">
            <a:avLst>
              <a:gd name="adj" fmla="val 26667"/>
            </a:avLst>
          </a:prstGeom>
          <a:solidFill>
            <a:srgbClr val="FFFFFF"/>
          </a:solidFill>
          <a:ln w="76200">
            <a:solidFill>
              <a:srgbClr val="36E287"/>
            </a:solidFill>
            <a:prstDash val="solid"/>
          </a:ln>
        </p:spPr>
      </p:sp>
      <p:sp>
        <p:nvSpPr>
          <p:cNvPr id="14" name="C2 W2 word"/>
          <p:cNvSpPr txBox="1"/>
          <p:nvPr/>
        </p:nvSpPr>
        <p:spPr>
          <a:xfrm>
            <a:off x="2433283" y="896112"/>
            <a:ext cx="2283281" cy="13716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كِتَابٌ</a:t>
            </a:r>
            <a:endParaRPr lang="ar-SA" sz="5800" dirty="0"/>
          </a:p>
        </p:txBody>
      </p:sp>
      <p:sp>
        <p:nvSpPr>
          <p:cNvPr id="15" name="C3 A arrow"/>
          <p:cNvSpPr/>
          <p:nvPr/>
        </p:nvSpPr>
        <p:spPr>
          <a:xfrm>
            <a:off x="4297680" y="2340864"/>
            <a:ext cx="548640" cy="457200"/>
          </a:xfrm>
          <a:prstGeom prst="downArrow">
            <a:avLst/>
          </a:prstGeom>
          <a:solidFill>
            <a:srgbClr val="2E77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6" name="C3 S panel"/>
          <p:cNvSpPr/>
          <p:nvPr/>
        </p:nvSpPr>
        <p:spPr>
          <a:xfrm>
            <a:off x="2789289" y="2834640"/>
            <a:ext cx="3565421" cy="1417320"/>
          </a:xfrm>
          <a:prstGeom prst="roundRect">
            <a:avLst>
              <a:gd name="adj" fmla="val 22581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7" name="C3 S sentence"/>
          <p:cNvSpPr txBox="1"/>
          <p:nvPr/>
        </p:nvSpPr>
        <p:spPr>
          <a:xfrm>
            <a:off x="2789289" y="2834640"/>
            <a:ext cx="3565421" cy="141732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ه</a:t>
            </a:r>
            <a:pPr algn="ctr" indent="0" marL="0">
              <a:buNone/>
            </a:pPr>
            <a:r>
              <a:rPr lang="ar-SA" altLang="en-US" sz="4600" baseline="12500" dirty="0">
                <a:solidFill>
                  <a:srgbClr val="E0313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pPr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ذَا كِتَابٌ</a:t>
            </a:r>
            <a:endParaRPr lang="ar-SA" sz="5800" dirty="0"/>
          </a:p>
        </p:txBody>
      </p:sp>
    </p:spTree>
  </p:cSld>
  <p:clrMapOvr>
    <a:masterClrMapping/>
  </p:clrMapOvr>
  <p:transition spd="med">
    <p:zoom/>
    <p:sndAc>
      <p:stSnd>
        <p:snd r:embed="rIdTrSnd" name="harp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" dur="350"/>
                                        <p:tgtEl>
                                          <p:spTgt spid="1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5" dur="35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6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8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3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4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6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7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9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1" grpId="0" animBg="1"/>
      <p:bldP spid="12" grpId="0" animBg="1"/>
      <p:bldP spid="13" grpId="0" animBg="1"/>
      <p:bldP spid="14" grpId="0" animBg="1"/>
      <p:bldP spid="15" grpId="0" animBg="1"/>
      <p:bldP spid="16" grpId="0" animBg="1"/>
      <p:bldP spid="17" grpId="0" animBg="1"/>
    </p:bldLst>
  </p:timing>
</p:sld>
</file>

<file path=ppt/slides/slide7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3">
    <p:bg>
      <p:bgPr>
        <a:solidFill>
          <a:srgbClr val="14431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moon"/>
          <p:cNvSpPr/>
          <p:nvPr/>
        </p:nvSpPr>
        <p:spPr>
          <a:xfrm>
            <a:off x="365760" y="91440"/>
            <a:ext cx="502920" cy="731520"/>
          </a:xfrm>
          <a:prstGeom prst="moon">
            <a:avLst/>
          </a:prstGeom>
          <a:solidFill>
            <a:srgbClr val="FFE88A"/>
          </a:solidFill>
          <a:ln w="12700">
            <a:solidFill>
              <a:srgbClr val="FFE88A"/>
            </a:solidFill>
            <a:prstDash val="solid"/>
          </a:ln>
        </p:spPr>
      </p:sp>
      <p:sp>
        <p:nvSpPr>
          <p:cNvPr id="3" name="Deco star 0"/>
          <p:cNvSpPr/>
          <p:nvPr/>
        </p:nvSpPr>
        <p:spPr>
          <a:xfrm>
            <a:off x="1280160" y="18288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4" name="Deco star 1"/>
          <p:cNvSpPr/>
          <p:nvPr/>
        </p:nvSpPr>
        <p:spPr>
          <a:xfrm>
            <a:off x="2194560" y="50292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5" name="Deco star 2"/>
          <p:cNvSpPr/>
          <p:nvPr/>
        </p:nvSpPr>
        <p:spPr>
          <a:xfrm>
            <a:off x="3291840" y="137160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6" name="Deco star 3"/>
          <p:cNvSpPr/>
          <p:nvPr/>
        </p:nvSpPr>
        <p:spPr>
          <a:xfrm>
            <a:off x="5760720" y="457200"/>
            <a:ext cx="365760" cy="36576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7" name="Deco star 4"/>
          <p:cNvSpPr/>
          <p:nvPr/>
        </p:nvSpPr>
        <p:spPr>
          <a:xfrm>
            <a:off x="6766560" y="109728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8" name="Deco star 5"/>
          <p:cNvSpPr/>
          <p:nvPr/>
        </p:nvSpPr>
        <p:spPr>
          <a:xfrm>
            <a:off x="7772400" y="41148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9" name="Deco star 6"/>
          <p:cNvSpPr/>
          <p:nvPr/>
        </p:nvSpPr>
        <p:spPr>
          <a:xfrm>
            <a:off x="8503920" y="13716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10" name="Deco hill left"/>
          <p:cNvSpPr/>
          <p:nvPr/>
        </p:nvSpPr>
        <p:spPr>
          <a:xfrm>
            <a:off x="-914400" y="4480560"/>
            <a:ext cx="4937760" cy="1463040"/>
          </a:xfrm>
          <a:prstGeom prst="ellipse">
            <a:avLst/>
          </a:prstGeom>
          <a:solidFill>
            <a:srgbClr val="2B644D"/>
          </a:solidFill>
          <a:ln w="12700">
            <a:solidFill>
              <a:srgbClr val="2B644D"/>
            </a:solidFill>
            <a:prstDash val="solid"/>
          </a:ln>
        </p:spPr>
      </p:sp>
      <p:sp>
        <p:nvSpPr>
          <p:cNvPr id="11" name="Deco hill right"/>
          <p:cNvSpPr/>
          <p:nvPr/>
        </p:nvSpPr>
        <p:spPr>
          <a:xfrm>
            <a:off x="4206240" y="4572000"/>
            <a:ext cx="5669280" cy="1463040"/>
          </a:xfrm>
          <a:prstGeom prst="ellipse">
            <a:avLst/>
          </a:prstGeom>
          <a:solidFill>
            <a:srgbClr val="347379"/>
          </a:solidFill>
          <a:ln w="12700">
            <a:solidFill>
              <a:srgbClr val="347379"/>
            </a:solidFill>
            <a:prstDash val="solid"/>
          </a:ln>
        </p:spPr>
      </p:sp>
      <p:sp>
        <p:nvSpPr>
          <p:cNvPr id="12" name="C1 W1 pill"/>
          <p:cNvSpPr/>
          <p:nvPr/>
        </p:nvSpPr>
        <p:spPr>
          <a:xfrm>
            <a:off x="4890308" y="896112"/>
            <a:ext cx="1859889" cy="1371600"/>
          </a:xfrm>
          <a:prstGeom prst="roundRect">
            <a:avLst>
              <a:gd name="adj" fmla="val 26667"/>
            </a:avLst>
          </a:prstGeom>
          <a:solidFill>
            <a:srgbClr val="FFFFFF"/>
          </a:solidFill>
          <a:ln w="76200">
            <a:solidFill>
              <a:srgbClr val="36E2B9"/>
            </a:solidFill>
            <a:prstDash val="solid"/>
          </a:ln>
        </p:spPr>
      </p:sp>
      <p:sp>
        <p:nvSpPr>
          <p:cNvPr id="13" name="C1 W1 word"/>
          <p:cNvSpPr txBox="1"/>
          <p:nvPr/>
        </p:nvSpPr>
        <p:spPr>
          <a:xfrm>
            <a:off x="4890308" y="896112"/>
            <a:ext cx="1859889" cy="13716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ar-SA" altLang="en-US" sz="5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ذ</a:t>
            </a:r>
            <a:pPr algn="ctr" indent="0" marL="0">
              <a:buNone/>
            </a:pPr>
            <a:r>
              <a:rPr lang="ar-SA" altLang="en-US" sz="4300" baseline="12500" dirty="0">
                <a:solidFill>
                  <a:srgbClr val="E0313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pPr algn="ctr" indent="0" marL="0">
              <a:buNone/>
            </a:pPr>
            <a:r>
              <a:rPr lang="ar-SA" altLang="en-US" sz="5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لِكَ</a:t>
            </a:r>
            <a:endParaRPr lang="ar-SA" sz="5400" dirty="0"/>
          </a:p>
        </p:txBody>
      </p:sp>
      <p:sp>
        <p:nvSpPr>
          <p:cNvPr id="14" name="C2 W2 pill"/>
          <p:cNvSpPr/>
          <p:nvPr/>
        </p:nvSpPr>
        <p:spPr>
          <a:xfrm>
            <a:off x="2393804" y="896112"/>
            <a:ext cx="2176464" cy="1371600"/>
          </a:xfrm>
          <a:prstGeom prst="roundRect">
            <a:avLst>
              <a:gd name="adj" fmla="val 26667"/>
            </a:avLst>
          </a:prstGeom>
          <a:solidFill>
            <a:srgbClr val="FFFFFF"/>
          </a:solidFill>
          <a:ln w="76200">
            <a:solidFill>
              <a:srgbClr val="B936E2"/>
            </a:solidFill>
            <a:prstDash val="solid"/>
          </a:ln>
        </p:spPr>
      </p:sp>
      <p:sp>
        <p:nvSpPr>
          <p:cNvPr id="15" name="C2 W2 word"/>
          <p:cNvSpPr txBox="1"/>
          <p:nvPr/>
        </p:nvSpPr>
        <p:spPr>
          <a:xfrm>
            <a:off x="2393804" y="896112"/>
            <a:ext cx="2176464" cy="13716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4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خَيۡرٌ</a:t>
            </a:r>
            <a:endParaRPr lang="ar-SA" sz="5400" dirty="0"/>
          </a:p>
        </p:txBody>
      </p:sp>
      <p:sp>
        <p:nvSpPr>
          <p:cNvPr id="16" name="C3 A arrow"/>
          <p:cNvSpPr/>
          <p:nvPr/>
        </p:nvSpPr>
        <p:spPr>
          <a:xfrm>
            <a:off x="4297680" y="2340864"/>
            <a:ext cx="548640" cy="457200"/>
          </a:xfrm>
          <a:prstGeom prst="downArrow">
            <a:avLst/>
          </a:prstGeom>
          <a:solidFill>
            <a:srgbClr val="B82E4F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7" name="C3 S panel"/>
          <p:cNvSpPr/>
          <p:nvPr/>
        </p:nvSpPr>
        <p:spPr>
          <a:xfrm>
            <a:off x="2751049" y="2834640"/>
            <a:ext cx="3641902" cy="1417320"/>
          </a:xfrm>
          <a:prstGeom prst="roundRect">
            <a:avLst>
              <a:gd name="adj" fmla="val 22581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8" name="C3 S sentence"/>
          <p:cNvSpPr txBox="1"/>
          <p:nvPr/>
        </p:nvSpPr>
        <p:spPr>
          <a:xfrm>
            <a:off x="2751049" y="2834640"/>
            <a:ext cx="3641902" cy="141732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ar-SA" altLang="en-US" sz="54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ذ</a:t>
            </a:r>
            <a:pPr algn="ctr" indent="0" marL="0">
              <a:buNone/>
            </a:pPr>
            <a:r>
              <a:rPr lang="ar-SA" altLang="en-US" sz="4300" baseline="12500" dirty="0">
                <a:solidFill>
                  <a:srgbClr val="E03131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ا</a:t>
            </a:r>
            <a:pPr algn="ctr" indent="0" marL="0">
              <a:buNone/>
            </a:pPr>
            <a:r>
              <a:rPr lang="ar-SA" altLang="en-US" sz="54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لِكَ خَيۡرٌ</a:t>
            </a:r>
            <a:endParaRPr lang="ar-SA" sz="5400" dirty="0"/>
          </a:p>
        </p:txBody>
      </p:sp>
    </p:spTree>
  </p:cSld>
  <p:clrMapOvr>
    <a:masterClrMapping/>
  </p:clrMapOvr>
  <p:transition spd="med">
    <p:wheel spokes="4"/>
    <p:sndAc>
      <p:stSnd>
        <p:snd r:embed="rIdTrSnd" name="chim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" dur="35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5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6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8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3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4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6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7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9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2" grpId="0" animBg="1"/>
      <p:bldP spid="13" grpId="0" animBg="1"/>
      <p:bldP spid="14" grpId="0" animBg="1"/>
      <p:bldP spid="15" grpId="0" animBg="1"/>
      <p:bldP spid="16" grpId="0" animBg="1"/>
      <p:bldP spid="17" grpId="0" animBg="1"/>
      <p:bldP spid="18" grpId="0" animBg="1"/>
    </p:bldLst>
  </p:timing>
</p:sld>
</file>

<file path=ppt/slides/slide7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4">
    <p:bg>
      <p:bgPr>
        <a:solidFill>
          <a:srgbClr val="D8C5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wave back"/>
          <p:cNvSpPr/>
          <p:nvPr/>
        </p:nvSpPr>
        <p:spPr>
          <a:xfrm>
            <a:off x="-182880" y="4389120"/>
            <a:ext cx="9509760" cy="548640"/>
          </a:xfrm>
          <a:prstGeom prst="wave">
            <a:avLst/>
          </a:prstGeom>
          <a:solidFill>
            <a:srgbClr val="ADD65C"/>
          </a:solidFill>
          <a:ln w="12700">
            <a:solidFill>
              <a:srgbClr val="ADD65C"/>
            </a:solidFill>
            <a:prstDash val="solid"/>
          </a:ln>
        </p:spPr>
      </p:sp>
      <p:sp>
        <p:nvSpPr>
          <p:cNvPr id="3" name="Deco sea floor"/>
          <p:cNvSpPr/>
          <p:nvPr/>
        </p:nvSpPr>
        <p:spPr>
          <a:xfrm>
            <a:off x="0" y="4709160"/>
            <a:ext cx="9144000" cy="457200"/>
          </a:xfrm>
          <a:prstGeom prst="rect">
            <a:avLst/>
          </a:prstGeom>
          <a:solidFill>
            <a:srgbClr val="8CCC33"/>
          </a:solidFill>
          <a:ln w="12700">
            <a:solidFill>
              <a:srgbClr val="8CCC33"/>
            </a:solidFill>
            <a:prstDash val="solid"/>
          </a:ln>
        </p:spPr>
      </p:sp>
      <p:sp>
        <p:nvSpPr>
          <p:cNvPr id="4" name="Deco bubble 0"/>
          <p:cNvSpPr/>
          <p:nvPr/>
        </p:nvSpPr>
        <p:spPr>
          <a:xfrm>
            <a:off x="365760" y="182880"/>
            <a:ext cx="411480" cy="4114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5" name="Deco bubble 1"/>
          <p:cNvSpPr/>
          <p:nvPr/>
        </p:nvSpPr>
        <p:spPr>
          <a:xfrm>
            <a:off x="914400" y="502920"/>
            <a:ext cx="256032" cy="256032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6" name="Deco bubble 2"/>
          <p:cNvSpPr/>
          <p:nvPr/>
        </p:nvSpPr>
        <p:spPr>
          <a:xfrm>
            <a:off x="8138160" y="137160"/>
            <a:ext cx="457200" cy="4572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7" name="Deco bubble 3"/>
          <p:cNvSpPr/>
          <p:nvPr/>
        </p:nvSpPr>
        <p:spPr>
          <a:xfrm>
            <a:off x="7680960" y="548640"/>
            <a:ext cx="228600" cy="2286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8" name="Deco bubble 4"/>
          <p:cNvSpPr/>
          <p:nvPr/>
        </p:nvSpPr>
        <p:spPr>
          <a:xfrm>
            <a:off x="8686800" y="566928"/>
            <a:ext cx="182880" cy="1828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9" name="Deco sun"/>
          <p:cNvSpPr/>
          <p:nvPr/>
        </p:nvSpPr>
        <p:spPr>
          <a:xfrm>
            <a:off x="4206240" y="109728"/>
            <a:ext cx="685800" cy="68580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0" name="C1 W1 pill"/>
          <p:cNvSpPr/>
          <p:nvPr/>
        </p:nvSpPr>
        <p:spPr>
          <a:xfrm>
            <a:off x="4934754" y="896112"/>
            <a:ext cx="1360413" cy="1371600"/>
          </a:xfrm>
          <a:prstGeom prst="roundRect">
            <a:avLst>
              <a:gd name="adj" fmla="val 26886"/>
            </a:avLst>
          </a:prstGeom>
          <a:solidFill>
            <a:srgbClr val="FFFFFF"/>
          </a:solidFill>
          <a:ln w="76200">
            <a:solidFill>
              <a:srgbClr val="E236D9"/>
            </a:solidFill>
            <a:prstDash val="solid"/>
          </a:ln>
        </p:spPr>
      </p:sp>
      <p:sp>
        <p:nvSpPr>
          <p:cNvPr id="11" name="C1 W1 word"/>
          <p:cNvSpPr txBox="1"/>
          <p:nvPr/>
        </p:nvSpPr>
        <p:spPr>
          <a:xfrm>
            <a:off x="4934754" y="896112"/>
            <a:ext cx="1360413" cy="13716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ar-SA" altLang="en-US" sz="4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إِل</a:t>
            </a:r>
            <a:pPr algn="ctr" indent="0" marL="0">
              <a:buNone/>
            </a:pPr>
            <a:r>
              <a:rPr lang="ar-SA" altLang="en-US" sz="3500" baseline="12500" dirty="0">
                <a:solidFill>
                  <a:srgbClr val="E0313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pPr algn="ctr" indent="0" marL="0">
              <a:buNone/>
            </a:pPr>
            <a:r>
              <a:rPr lang="ar-SA" altLang="en-US" sz="4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هٌ</a:t>
            </a:r>
            <a:endParaRPr lang="ar-SA" sz="4400" dirty="0"/>
          </a:p>
        </p:txBody>
      </p:sp>
      <p:sp>
        <p:nvSpPr>
          <p:cNvPr id="12" name="C2 W2 pill"/>
          <p:cNvSpPr/>
          <p:nvPr/>
        </p:nvSpPr>
        <p:spPr>
          <a:xfrm>
            <a:off x="2848833" y="896112"/>
            <a:ext cx="1765881" cy="1371600"/>
          </a:xfrm>
          <a:prstGeom prst="roundRect">
            <a:avLst>
              <a:gd name="adj" fmla="val 26667"/>
            </a:avLst>
          </a:prstGeom>
          <a:solidFill>
            <a:srgbClr val="FFFFFF"/>
          </a:solidFill>
          <a:ln w="76200">
            <a:solidFill>
              <a:srgbClr val="D9E236"/>
            </a:solidFill>
            <a:prstDash val="solid"/>
          </a:ln>
        </p:spPr>
      </p:sp>
      <p:sp>
        <p:nvSpPr>
          <p:cNvPr id="13" name="C2 W2 word"/>
          <p:cNvSpPr txBox="1"/>
          <p:nvPr/>
        </p:nvSpPr>
        <p:spPr>
          <a:xfrm>
            <a:off x="2848833" y="896112"/>
            <a:ext cx="1765881" cy="13716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وَاحِدٌ</a:t>
            </a:r>
            <a:endParaRPr lang="ar-SA" sz="4400" dirty="0"/>
          </a:p>
        </p:txBody>
      </p:sp>
      <p:sp>
        <p:nvSpPr>
          <p:cNvPr id="14" name="C3 A arrow"/>
          <p:cNvSpPr/>
          <p:nvPr/>
        </p:nvSpPr>
        <p:spPr>
          <a:xfrm>
            <a:off x="4297680" y="2340864"/>
            <a:ext cx="548640" cy="457200"/>
          </a:xfrm>
          <a:prstGeom prst="downArrow">
            <a:avLst/>
          </a:prstGeom>
          <a:solidFill>
            <a:srgbClr val="2EB835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5" name="C3 S panel"/>
          <p:cNvSpPr/>
          <p:nvPr/>
        </p:nvSpPr>
        <p:spPr>
          <a:xfrm>
            <a:off x="3191006" y="2834640"/>
            <a:ext cx="2761987" cy="1417320"/>
          </a:xfrm>
          <a:prstGeom prst="roundRect">
            <a:avLst>
              <a:gd name="adj" fmla="val 22581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6" name="C3 S sentence"/>
          <p:cNvSpPr txBox="1"/>
          <p:nvPr/>
        </p:nvSpPr>
        <p:spPr>
          <a:xfrm>
            <a:off x="3191006" y="2834640"/>
            <a:ext cx="2761987" cy="141732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ar-SA" altLang="en-US" sz="4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إِل</a:t>
            </a:r>
            <a:pPr algn="ctr" indent="0" marL="0">
              <a:buNone/>
            </a:pPr>
            <a:r>
              <a:rPr lang="ar-SA" altLang="en-US" sz="3500" baseline="12500" dirty="0">
                <a:solidFill>
                  <a:srgbClr val="E0313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pPr algn="ctr" indent="0" marL="0">
              <a:buNone/>
            </a:pPr>
            <a:r>
              <a:rPr lang="ar-SA" altLang="en-US" sz="4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هٌ وَاحِدٌ</a:t>
            </a:r>
            <a:endParaRPr lang="ar-SA" sz="4400" dirty="0"/>
          </a:p>
        </p:txBody>
      </p:sp>
    </p:spTree>
  </p:cSld>
  <p:clrMapOvr>
    <a:masterClrMapping/>
  </p:clrMapOvr>
  <p:transition spd="med">
    <p:wipe dir="l"/>
    <p:sndAc>
      <p:stSnd>
        <p:snd r:embed="rIdTrSnd" name="whoosh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" dur="350"/>
                                        <p:tgtEl>
                                          <p:spTgt spid="1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5" dur="350"/>
                                        <p:tgtEl>
                                          <p:spTgt spid="1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6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8" dur="35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3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4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6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7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9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0" grpId="0" animBg="1"/>
      <p:bldP spid="11" grpId="0" animBg="1"/>
      <p:bldP spid="12" grpId="0" animBg="1"/>
      <p:bldP spid="13" grpId="0" animBg="1"/>
      <p:bldP spid="14" grpId="0" animBg="1"/>
      <p:bldP spid="15" grpId="0" animBg="1"/>
      <p:bldP spid="16" grpId="0" animBg="1"/>
    </p:bldLst>
  </p:timing>
</p:sld>
</file>

<file path=ppt/slides/slide7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5">
    <p:bg>
      <p:bgPr>
        <a:solidFill>
          <a:srgbClr val="F7E7C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grass"/>
          <p:cNvSpPr/>
          <p:nvPr/>
        </p:nvSpPr>
        <p:spPr>
          <a:xfrm>
            <a:off x="0" y="4617720"/>
            <a:ext cx="9144000" cy="548640"/>
          </a:xfrm>
          <a:prstGeom prst="rect">
            <a:avLst/>
          </a:prstGeom>
          <a:solidFill>
            <a:srgbClr val="53C68C"/>
          </a:solidFill>
          <a:ln w="12700">
            <a:solidFill>
              <a:srgbClr val="53C68C"/>
            </a:solidFill>
            <a:prstDash val="solid"/>
          </a:ln>
        </p:spPr>
      </p:sp>
      <p:sp>
        <p:nvSpPr>
          <p:cNvPr id="3" name="Deco stem 0"/>
          <p:cNvSpPr/>
          <p:nvPr/>
        </p:nvSpPr>
        <p:spPr>
          <a:xfrm>
            <a:off x="57607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4" name="Deco flower 0"/>
          <p:cNvSpPr/>
          <p:nvPr/>
        </p:nvSpPr>
        <p:spPr>
          <a:xfrm>
            <a:off x="457200" y="4370832"/>
            <a:ext cx="274320" cy="274320"/>
          </a:xfrm>
          <a:prstGeom prst="flowChartConnector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5" name="Deco stem 1"/>
          <p:cNvSpPr/>
          <p:nvPr/>
        </p:nvSpPr>
        <p:spPr>
          <a:xfrm>
            <a:off x="13990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6" name="Deco flower 1"/>
          <p:cNvSpPr/>
          <p:nvPr/>
        </p:nvSpPr>
        <p:spPr>
          <a:xfrm>
            <a:off x="1280160" y="4370832"/>
            <a:ext cx="274320" cy="274320"/>
          </a:xfrm>
          <a:prstGeom prst="flowChartConnector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7" name="Deco stem 2"/>
          <p:cNvSpPr/>
          <p:nvPr/>
        </p:nvSpPr>
        <p:spPr>
          <a:xfrm>
            <a:off x="22219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8" name="Deco flower 2"/>
          <p:cNvSpPr/>
          <p:nvPr/>
        </p:nvSpPr>
        <p:spPr>
          <a:xfrm>
            <a:off x="2103120" y="4370832"/>
            <a:ext cx="274320" cy="274320"/>
          </a:xfrm>
          <a:prstGeom prst="flowChartConnector">
            <a:avLst/>
          </a:prstGeom>
          <a:solidFill>
            <a:srgbClr val="B892FF"/>
          </a:solidFill>
          <a:ln w="12700">
            <a:solidFill>
              <a:srgbClr val="B892FF"/>
            </a:solidFill>
            <a:prstDash val="solid"/>
          </a:ln>
        </p:spPr>
      </p:sp>
      <p:sp>
        <p:nvSpPr>
          <p:cNvPr id="9" name="Deco stem 3"/>
          <p:cNvSpPr/>
          <p:nvPr/>
        </p:nvSpPr>
        <p:spPr>
          <a:xfrm>
            <a:off x="68854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6766560" y="4370832"/>
            <a:ext cx="274320" cy="274320"/>
          </a:xfrm>
          <a:prstGeom prst="flowChartConnector">
            <a:avLst/>
          </a:prstGeom>
          <a:solidFill>
            <a:srgbClr val="FF6F91"/>
          </a:solidFill>
          <a:ln w="12700">
            <a:solidFill>
              <a:srgbClr val="FF6F91"/>
            </a:solidFill>
            <a:prstDash val="solid"/>
          </a:ln>
        </p:spPr>
      </p:sp>
      <p:sp>
        <p:nvSpPr>
          <p:cNvPr id="11" name="Deco stem 4"/>
          <p:cNvSpPr/>
          <p:nvPr/>
        </p:nvSpPr>
        <p:spPr>
          <a:xfrm>
            <a:off x="77083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2" name="Deco flower 4"/>
          <p:cNvSpPr/>
          <p:nvPr/>
        </p:nvSpPr>
        <p:spPr>
          <a:xfrm>
            <a:off x="7589520" y="4370832"/>
            <a:ext cx="274320" cy="274320"/>
          </a:xfrm>
          <a:prstGeom prst="flowChartConnector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3" name="Deco stem 5"/>
          <p:cNvSpPr/>
          <p:nvPr/>
        </p:nvSpPr>
        <p:spPr>
          <a:xfrm>
            <a:off x="843991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4" name="Deco flower 5"/>
          <p:cNvSpPr/>
          <p:nvPr/>
        </p:nvSpPr>
        <p:spPr>
          <a:xfrm>
            <a:off x="8321040" y="4370832"/>
            <a:ext cx="274320" cy="274320"/>
          </a:xfrm>
          <a:prstGeom prst="flowChartConnector">
            <a:avLst/>
          </a:prstGeom>
          <a:solidFill>
            <a:srgbClr val="7EC8FF"/>
          </a:solidFill>
          <a:ln w="12700">
            <a:solidFill>
              <a:srgbClr val="7EC8FF"/>
            </a:solidFill>
            <a:prstDash val="solid"/>
          </a:ln>
        </p:spPr>
      </p:sp>
      <p:sp>
        <p:nvSpPr>
          <p:cNvPr id="15" name="Deco heart"/>
          <p:cNvSpPr/>
          <p:nvPr/>
        </p:nvSpPr>
        <p:spPr>
          <a:xfrm>
            <a:off x="411480" y="228600"/>
            <a:ext cx="457200" cy="411480"/>
          </a:xfrm>
          <a:prstGeom prst="heart">
            <a:avLst/>
          </a:prstGeom>
          <a:solidFill>
            <a:srgbClr val="ED8F5E"/>
          </a:solidFill>
          <a:ln w="12700">
            <a:solidFill>
              <a:srgbClr val="ED8F5E"/>
            </a:solidFill>
            <a:prstDash val="solid"/>
          </a:ln>
        </p:spPr>
      </p:sp>
      <p:sp>
        <p:nvSpPr>
          <p:cNvPr id="16" name="Deco cloud"/>
          <p:cNvSpPr/>
          <p:nvPr/>
        </p:nvSpPr>
        <p:spPr>
          <a:xfrm>
            <a:off x="713232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7" name="Deco friend"/>
          <p:cNvSpPr/>
          <p:nvPr/>
        </p:nvSpPr>
        <p:spPr>
          <a:xfrm>
            <a:off x="6309360" y="182880"/>
            <a:ext cx="548640" cy="548640"/>
          </a:xfrm>
          <a:prstGeom prst="smileyFace">
            <a:avLst/>
          </a:prstGeom>
          <a:solidFill>
            <a:srgbClr val="FFD166"/>
          </a:solidFill>
          <a:ln w="12700">
            <a:solidFill>
              <a:srgbClr val="FFD166"/>
            </a:solidFill>
            <a:prstDash val="solid"/>
          </a:ln>
        </p:spPr>
      </p:sp>
      <p:sp>
        <p:nvSpPr>
          <p:cNvPr id="18" name="C1 W1 pill"/>
          <p:cNvSpPr/>
          <p:nvPr/>
        </p:nvSpPr>
        <p:spPr>
          <a:xfrm>
            <a:off x="4489122" y="896112"/>
            <a:ext cx="2742930" cy="1371600"/>
          </a:xfrm>
          <a:prstGeom prst="roundRect">
            <a:avLst>
              <a:gd name="adj" fmla="val 26667"/>
            </a:avLst>
          </a:prstGeom>
          <a:solidFill>
            <a:srgbClr val="FFFFFF"/>
          </a:solidFill>
          <a:ln w="76200">
            <a:solidFill>
              <a:srgbClr val="A7E236"/>
            </a:solidFill>
            <a:prstDash val="solid"/>
          </a:ln>
        </p:spPr>
      </p:sp>
      <p:sp>
        <p:nvSpPr>
          <p:cNvPr id="19" name="C1 W1 word"/>
          <p:cNvSpPr txBox="1"/>
          <p:nvPr/>
        </p:nvSpPr>
        <p:spPr>
          <a:xfrm>
            <a:off x="4489122" y="896112"/>
            <a:ext cx="2742930" cy="13716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ar-SA" altLang="en-US" sz="44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الرَّحۡم</a:t>
            </a:r>
            <a:pPr algn="ctr" indent="0" marL="0">
              <a:buNone/>
            </a:pPr>
            <a:r>
              <a:rPr lang="ar-SA" altLang="en-US" sz="3500" baseline="12500" dirty="0">
                <a:solidFill>
                  <a:srgbClr val="E03131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ا</a:t>
            </a:r>
            <a:pPr algn="ctr" indent="0" marL="0">
              <a:buNone/>
            </a:pPr>
            <a:r>
              <a:rPr lang="ar-SA" altLang="en-US" sz="44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نِ</a:t>
            </a:r>
            <a:endParaRPr lang="ar-SA" sz="4400" dirty="0"/>
          </a:p>
        </p:txBody>
      </p:sp>
      <p:sp>
        <p:nvSpPr>
          <p:cNvPr id="20" name="C2 W2 pill"/>
          <p:cNvSpPr/>
          <p:nvPr/>
        </p:nvSpPr>
        <p:spPr>
          <a:xfrm>
            <a:off x="1911948" y="896112"/>
            <a:ext cx="2257134" cy="1371600"/>
          </a:xfrm>
          <a:prstGeom prst="roundRect">
            <a:avLst>
              <a:gd name="adj" fmla="val 26667"/>
            </a:avLst>
          </a:prstGeom>
          <a:solidFill>
            <a:srgbClr val="FFFFFF"/>
          </a:solidFill>
          <a:ln w="76200">
            <a:solidFill>
              <a:srgbClr val="36A7E2"/>
            </a:solidFill>
            <a:prstDash val="solid"/>
          </a:ln>
        </p:spPr>
      </p:sp>
      <p:sp>
        <p:nvSpPr>
          <p:cNvPr id="21" name="C2 W2 word"/>
          <p:cNvSpPr txBox="1"/>
          <p:nvPr/>
        </p:nvSpPr>
        <p:spPr>
          <a:xfrm>
            <a:off x="1911948" y="896112"/>
            <a:ext cx="2257134" cy="13716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الرَّحِيمِ</a:t>
            </a:r>
            <a:endParaRPr lang="ar-SA" sz="4400" dirty="0"/>
          </a:p>
        </p:txBody>
      </p:sp>
      <p:sp>
        <p:nvSpPr>
          <p:cNvPr id="22" name="C3 A arrow"/>
          <p:cNvSpPr/>
          <p:nvPr/>
        </p:nvSpPr>
        <p:spPr>
          <a:xfrm>
            <a:off x="4297680" y="2340864"/>
            <a:ext cx="548640" cy="457200"/>
          </a:xfrm>
          <a:prstGeom prst="downArrow">
            <a:avLst/>
          </a:prstGeom>
          <a:solidFill>
            <a:srgbClr val="5D2E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3" name="C3 S panel"/>
          <p:cNvSpPr/>
          <p:nvPr/>
        </p:nvSpPr>
        <p:spPr>
          <a:xfrm>
            <a:off x="2207569" y="2834640"/>
            <a:ext cx="4728861" cy="1417320"/>
          </a:xfrm>
          <a:prstGeom prst="roundRect">
            <a:avLst>
              <a:gd name="adj" fmla="val 22581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24" name="C3 S sentence"/>
          <p:cNvSpPr txBox="1"/>
          <p:nvPr/>
        </p:nvSpPr>
        <p:spPr>
          <a:xfrm>
            <a:off x="2207569" y="2834640"/>
            <a:ext cx="4728861" cy="141732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ar-SA" altLang="en-US" sz="45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الرَّحۡم</a:t>
            </a:r>
            <a:pPr algn="ctr" indent="0" marL="0">
              <a:buNone/>
            </a:pPr>
            <a:r>
              <a:rPr lang="ar-SA" altLang="en-US" sz="3600" baseline="12500" dirty="0">
                <a:solidFill>
                  <a:srgbClr val="E03131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ا</a:t>
            </a:r>
            <a:pPr algn="ctr" indent="0" marL="0">
              <a:buNone/>
            </a:pPr>
            <a:r>
              <a:rPr lang="ar-SA" altLang="en-US" sz="45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نِ الرَّحِيمِ</a:t>
            </a:r>
            <a:endParaRPr lang="ar-SA" sz="4500" dirty="0"/>
          </a:p>
        </p:txBody>
      </p:sp>
    </p:spTree>
  </p:cSld>
  <p:clrMapOvr>
    <a:masterClrMapping/>
  </p:clrMapOvr>
  <p:transition spd="med">
    <p:circle/>
    <p:sndAc>
      <p:stSnd>
        <p:snd r:embed="rIdTrSnd" name="bubbles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5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6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8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3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4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6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7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9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</p:bldLst>
  </p:timing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75</Slides>
  <Notes>75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75</vt:i4>
      </vt:variant>
    </vt:vector>
  </HeadingPairs>
  <TitlesOfParts>
    <vt:vector size="78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  <vt:lpstr>Slide 16</vt:lpstr>
      <vt:lpstr>Slide 17</vt:lpstr>
      <vt:lpstr>Slide 18</vt:lpstr>
      <vt:lpstr>Slide 19</vt:lpstr>
      <vt:lpstr>Slide 20</vt:lpstr>
      <vt:lpstr>Slide 21</vt:lpstr>
      <vt:lpstr>Slide 22</vt:lpstr>
      <vt:lpstr>Slide 23</vt:lpstr>
      <vt:lpstr>Slide 24</vt:lpstr>
      <vt:lpstr>Slide 25</vt:lpstr>
      <vt:lpstr>Slide 26</vt:lpstr>
      <vt:lpstr>Slide 27</vt:lpstr>
      <vt:lpstr>Slide 28</vt:lpstr>
      <vt:lpstr>Slide 29</vt:lpstr>
      <vt:lpstr>Slide 30</vt:lpstr>
      <vt:lpstr>Slide 31</vt:lpstr>
      <vt:lpstr>Slide 32</vt:lpstr>
      <vt:lpstr>Slide 33</vt:lpstr>
      <vt:lpstr>Slide 34</vt:lpstr>
      <vt:lpstr>Slide 35</vt:lpstr>
      <vt:lpstr>Slide 36</vt:lpstr>
      <vt:lpstr>Slide 37</vt:lpstr>
      <vt:lpstr>Slide 38</vt:lpstr>
      <vt:lpstr>Slide 39</vt:lpstr>
      <vt:lpstr>Slide 40</vt:lpstr>
      <vt:lpstr>Slide 41</vt:lpstr>
      <vt:lpstr>Slide 42</vt:lpstr>
      <vt:lpstr>Slide 43</vt:lpstr>
      <vt:lpstr>Slide 44</vt:lpstr>
      <vt:lpstr>Slide 45</vt:lpstr>
      <vt:lpstr>Slide 46</vt:lpstr>
      <vt:lpstr>Slide 47</vt:lpstr>
      <vt:lpstr>Slide 48</vt:lpstr>
      <vt:lpstr>Slide 49</vt:lpstr>
      <vt:lpstr>Slide 50</vt:lpstr>
      <vt:lpstr>Slide 51</vt:lpstr>
      <vt:lpstr>Slide 52</vt:lpstr>
      <vt:lpstr>Slide 53</vt:lpstr>
      <vt:lpstr>Slide 54</vt:lpstr>
      <vt:lpstr>Slide 55</vt:lpstr>
      <vt:lpstr>Slide 56</vt:lpstr>
      <vt:lpstr>Slide 57</vt:lpstr>
      <vt:lpstr>Slide 58</vt:lpstr>
      <vt:lpstr>Slide 59</vt:lpstr>
      <vt:lpstr>Slide 60</vt:lpstr>
      <vt:lpstr>Slide 61</vt:lpstr>
      <vt:lpstr>Slide 62</vt:lpstr>
      <vt:lpstr>Slide 63</vt:lpstr>
      <vt:lpstr>Slide 64</vt:lpstr>
      <vt:lpstr>Slide 65</vt:lpstr>
      <vt:lpstr>Slide 66</vt:lpstr>
      <vt:lpstr>Slide 67</vt:lpstr>
      <vt:lpstr>Slide 68</vt:lpstr>
      <vt:lpstr>Slide 69</vt:lpstr>
      <vt:lpstr>Slide 70</vt:lpstr>
      <vt:lpstr>Slide 71</vt:lpstr>
      <vt:lpstr>Slide 72</vt:lpstr>
      <vt:lpstr>Slide 73</vt:lpstr>
      <vt:lpstr>Slide 74</vt:lpstr>
      <vt:lpstr>Slide 75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Dagger alif 07-seen-sheen</dc:title>
  <dc:subject>PptxGenJS Presentation</dc:subject>
  <dc:creator>PptxGenJS</dc:creator>
  <cp:lastModifiedBy>PptxGenJS</cp:lastModifiedBy>
  <cp:revision>1</cp:revision>
  <dcterms:created xsi:type="dcterms:W3CDTF">2026-10-21T20:04:05Z</dcterms:created>
  <dcterms:modified xsi:type="dcterms:W3CDTF">2026-10-21T20:04:05Z</dcterms:modified>
</cp:coreProperties>
</file>