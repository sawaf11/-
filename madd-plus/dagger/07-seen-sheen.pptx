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</p:sldIdLst>
  <p:notesMasterIdLst>
    <p:notesMasterId r:id="rId7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notesMaster" Target="notesMasters/notesMaster1.xml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A34"/>
          </a:solidFill>
          <a:ln w="12700">
            <a:solidFill>
              <a:srgbClr val="793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422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8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5422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70840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5824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7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EED"/>
          </a:solidFill>
          <a:ln w="12700">
            <a:solidFill>
              <a:srgbClr val="5EB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91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352"/>
          </a:solidFill>
          <a:ln w="12700">
            <a:solidFill>
              <a:srgbClr val="E09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7"/>
          </a:solidFill>
          <a:ln w="12700">
            <a:solidFill>
              <a:srgbClr val="70DB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4785"/>
          </a:solidFill>
          <a:ln w="12700">
            <a:solidFill>
              <a:srgbClr val="5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69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2"/>
          </a:solidFill>
          <a:ln w="12700">
            <a:solidFill>
              <a:srgbClr val="64D8B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C"/>
          </a:solidFill>
          <a:ln w="12700">
            <a:solidFill>
              <a:srgbClr val="47D18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221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642B"/>
          </a:solidFill>
          <a:ln w="12700">
            <a:solidFill>
              <a:srgbClr val="5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7934"/>
          </a:solidFill>
          <a:ln w="12700">
            <a:solidFill>
              <a:srgbClr val="4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1"/>
          </a:solidFill>
          <a:ln w="12700">
            <a:solidFill>
              <a:srgbClr val="ED5E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0"/>
          </a:solidFill>
          <a:ln w="12700">
            <a:solidFill>
              <a:srgbClr val="52E07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70DB"/>
          </a:solidFill>
          <a:ln w="12700">
            <a:solidFill>
              <a:srgbClr val="B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A47"/>
          </a:solidFill>
          <a:ln w="12700">
            <a:solidFill>
              <a:srgbClr val="854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564D8"/>
          </a:solidFill>
          <a:ln w="12700">
            <a:solidFill>
              <a:srgbClr val="9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A47D1"/>
          </a:solidFill>
          <a:ln w="12700">
            <a:solidFill>
              <a:srgbClr val="6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179"/>
          </a:solidFill>
          <a:ln w="12700">
            <a:solidFill>
              <a:srgbClr val="345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59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5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</a:t>
            </a:r>
            <a:pPr algn="ctr" indent="0" marL="0">
              <a:buNone/>
            </a:pPr>
            <a:r>
              <a:rPr lang="ar-SA" altLang="en-US" sz="3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65E"/>
          </a:solidFill>
          <a:ln w="12700">
            <a:solidFill>
              <a:srgbClr val="EDD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923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</a:t>
            </a:r>
            <a:pPr algn="ctr" indent="0" marL="0">
              <a:buNone/>
            </a:pPr>
            <a:r>
              <a:rPr lang="ar-SA" altLang="en-US" sz="3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7E0"/>
          </a:solidFill>
          <a:ln w="12700">
            <a:solidFill>
              <a:srgbClr val="525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270"/>
          </a:solidFill>
          <a:ln w="12700">
            <a:solidFill>
              <a:srgbClr val="DBA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8547"/>
          </a:solidFill>
          <a:ln w="12700">
            <a:solidFill>
              <a:srgbClr val="5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864"/>
          </a:solidFill>
          <a:ln w="12700">
            <a:solidFill>
              <a:srgbClr val="D87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847"/>
          </a:solidFill>
          <a:ln w="12700">
            <a:solidFill>
              <a:srgbClr val="D14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078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</a:t>
            </a:r>
            <a:pPr algn="ctr" indent="0" marL="0">
              <a:buNone/>
            </a:pPr>
            <a:r>
              <a:rPr lang="ar-SA" altLang="en-US" sz="3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7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</a:t>
            </a:r>
            <a:pPr algn="ctr" indent="0" marL="0">
              <a:buNone/>
            </a:pPr>
            <a:r>
              <a:rPr lang="ar-SA" altLang="en-US" sz="3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2B64"/>
          </a:solidFill>
          <a:ln w="12700">
            <a:solidFill>
              <a:srgbClr val="5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2"/>
          </a:solidFill>
          <a:ln w="12700">
            <a:solidFill>
              <a:srgbClr val="7934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811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24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2"/>
          </a:solidFill>
          <a:ln w="12700">
            <a:solidFill>
              <a:srgbClr val="5EEDB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9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B"/>
          </a:solidFill>
          <a:ln w="12700">
            <a:solidFill>
              <a:srgbClr val="E0527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7"/>
          </a:solidFill>
          <a:ln w="12700">
            <a:solidFill>
              <a:srgbClr val="70DB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385"/>
          </a:solidFill>
          <a:ln w="12700">
            <a:solidFill>
              <a:srgbClr val="476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73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</a:t>
            </a:r>
            <a:pPr algn="ctr" indent="0" marL="0">
              <a:buNone/>
            </a:pPr>
            <a:r>
              <a:rPr lang="ar-SA" altLang="en-US" sz="4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DD864"/>
          </a:solidFill>
          <a:ln w="12700">
            <a:solidFill>
              <a:srgbClr val="6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9D147"/>
          </a:solidFill>
          <a:ln w="12700">
            <a:solidFill>
              <a:srgbClr val="6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C2B"/>
          </a:solidFill>
          <a:ln w="12700">
            <a:solidFill>
              <a:srgbClr val="644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7934"/>
          </a:solidFill>
          <a:ln w="12700">
            <a:solidFill>
              <a:srgbClr val="7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E5EED"/>
          </a:solidFill>
          <a:ln w="12700">
            <a:solidFill>
              <a:srgbClr val="8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EE052"/>
          </a:solidFill>
          <a:ln w="12700">
            <a:solidFill>
              <a:srgbClr val="9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4DB"/>
          </a:solidFill>
          <a:ln w="12700">
            <a:solidFill>
              <a:srgbClr val="707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AD8"/>
          </a:solidFill>
          <a:ln w="12700">
            <a:solidFill>
              <a:srgbClr val="648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CD1"/>
          </a:solidFill>
          <a:ln w="12700">
            <a:solidFill>
              <a:srgbClr val="478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E"/>
          </a:solidFill>
          <a:ln w="12700">
            <a:solidFill>
              <a:srgbClr val="2B64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E"/>
          </a:solidFill>
          <a:ln w="12700">
            <a:solidFill>
              <a:srgbClr val="3479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B5E"/>
          </a:solidFill>
          <a:ln w="12700">
            <a:solidFill>
              <a:srgbClr val="ED6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2E0"/>
          </a:solidFill>
          <a:ln w="12700">
            <a:solidFill>
              <a:srgbClr val="52C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F"/>
          </a:solidFill>
          <a:ln w="12700">
            <a:solidFill>
              <a:srgbClr val="DB708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8547"/>
          </a:solidFill>
          <a:ln w="12700">
            <a:solidFill>
              <a:srgbClr val="8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7"/>
          </a:solidFill>
          <a:ln w="12700">
            <a:solidFill>
              <a:srgbClr val="D864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E"/>
          </a:solidFill>
          <a:ln w="12700">
            <a:solidFill>
              <a:srgbClr val="D147A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789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9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789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061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69138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7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2B64"/>
          </a:solidFill>
          <a:ln w="12700">
            <a:solidFill>
              <a:srgbClr val="3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3479"/>
          </a:solidFill>
          <a:ln w="12700">
            <a:solidFill>
              <a:srgbClr val="5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74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92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5ED5E"/>
          </a:solidFill>
          <a:ln w="12700">
            <a:solidFill>
              <a:srgbClr val="7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92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B52E0"/>
          </a:solidFill>
          <a:ln w="12700">
            <a:solidFill>
              <a:srgbClr val="D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ADB70"/>
          </a:solidFill>
          <a:ln w="12700">
            <a:solidFill>
              <a:srgbClr val="A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8"/>
          </a:solidFill>
          <a:ln w="12700">
            <a:solidFill>
              <a:srgbClr val="47857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4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4D864"/>
          </a:solidFill>
          <a:ln w="12700">
            <a:solidFill>
              <a:srgbClr val="C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0D147"/>
          </a:solidFill>
          <a:ln w="12700">
            <a:solidFill>
              <a:srgbClr val="D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4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4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4"/>
          </a:solidFill>
          <a:ln w="12700">
            <a:solidFill>
              <a:srgbClr val="642B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C34"/>
          </a:solidFill>
          <a:ln w="12700">
            <a:solidFill>
              <a:srgbClr val="794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9ED"/>
          </a:solidFill>
          <a:ln w="12700">
            <a:solidFill>
              <a:srgbClr val="5E9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852"/>
          </a:solidFill>
          <a:ln w="12700">
            <a:solidFill>
              <a:srgbClr val="E0B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4DB"/>
          </a:solidFill>
          <a:ln w="12700">
            <a:solidFill>
              <a:srgbClr val="70C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4785"/>
          </a:solidFill>
          <a:ln w="12700">
            <a:solidFill>
              <a:srgbClr val="6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F"/>
          </a:solidFill>
          <a:ln w="12700">
            <a:solidFill>
              <a:srgbClr val="64D8C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0"/>
          </a:solidFill>
          <a:ln w="12700">
            <a:solidFill>
              <a:srgbClr val="47D1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0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59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642B"/>
          </a:solidFill>
          <a:ln w="12700">
            <a:solidFill>
              <a:srgbClr val="4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A"/>
          </a:solidFill>
          <a:ln w="12700">
            <a:solidFill>
              <a:srgbClr val="3479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56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</a:t>
            </a:r>
            <a:pPr algn="ctr" indent="0" marL="0">
              <a:buNone/>
            </a:pPr>
            <a:r>
              <a:rPr lang="ar-SA" altLang="en-US" sz="3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4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</a:t>
            </a:r>
            <a:pPr algn="ctr" indent="0" marL="0">
              <a:buNone/>
            </a:pPr>
            <a:r>
              <a:rPr lang="ar-SA" altLang="en-US" sz="3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D"/>
          </a:solidFill>
          <a:ln w="12700">
            <a:solidFill>
              <a:srgbClr val="ED5EB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4"/>
          </a:solidFill>
          <a:ln w="12700">
            <a:solidFill>
              <a:srgbClr val="52E09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870DB"/>
          </a:solidFill>
          <a:ln w="12700">
            <a:solidFill>
              <a:srgbClr val="D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A47"/>
          </a:solidFill>
          <a:ln w="12700">
            <a:solidFill>
              <a:srgbClr val="855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72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</a:t>
            </a:r>
            <a:pPr algn="ctr" indent="0" marL="0">
              <a:buNone/>
            </a:pPr>
            <a:r>
              <a:rPr lang="ar-SA" altLang="en-US" sz="3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64D8"/>
          </a:solidFill>
          <a:ln w="12700">
            <a:solidFill>
              <a:srgbClr val="B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D47D1"/>
          </a:solidFill>
          <a:ln w="12700">
            <a:solidFill>
              <a:srgbClr val="8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72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</a:t>
            </a:r>
            <a:pPr algn="ctr" indent="0" marL="0">
              <a:buNone/>
            </a:pPr>
            <a:r>
              <a:rPr lang="ar-SA" altLang="en-US" sz="3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82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F79"/>
          </a:solidFill>
          <a:ln w="12700">
            <a:solidFill>
              <a:srgbClr val="343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24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0ED5E"/>
          </a:solidFill>
          <a:ln w="12700">
            <a:solidFill>
              <a:srgbClr val="E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37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</a:t>
            </a:r>
            <a:pPr algn="ctr" indent="0" marL="0">
              <a:buNone/>
            </a:pPr>
            <a:r>
              <a:rPr lang="ar-SA" altLang="en-US" sz="4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052E0"/>
          </a:solidFill>
          <a:ln w="12700">
            <a:solidFill>
              <a:srgbClr val="7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D70"/>
          </a:solidFill>
          <a:ln w="12700">
            <a:solidFill>
              <a:srgbClr val="DBB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A"/>
          </a:solidFill>
          <a:ln w="12700">
            <a:solidFill>
              <a:srgbClr val="4785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</a:t>
            </a:r>
            <a:pPr algn="ctr" indent="0" marL="0">
              <a:buNone/>
            </a:pPr>
            <a:r>
              <a:rPr lang="ar-SA" altLang="en-US" sz="3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564"/>
          </a:solidFill>
          <a:ln w="12700">
            <a:solidFill>
              <a:srgbClr val="D89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B47"/>
          </a:solidFill>
          <a:ln w="12700">
            <a:solidFill>
              <a:srgbClr val="D16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009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</a:t>
            </a:r>
            <a:pPr algn="ctr" indent="0" marL="0">
              <a:buNone/>
            </a:pPr>
            <a:r>
              <a:rPr lang="ar-SA" altLang="en-US" sz="3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F"/>
          </a:solidFill>
          <a:ln w="12700">
            <a:solidFill>
              <a:srgbClr val="642B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0"/>
          </a:solidFill>
          <a:ln w="12700">
            <a:solidFill>
              <a:srgbClr val="79345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7"/>
          </a:solidFill>
          <a:ln w="12700">
            <a:solidFill>
              <a:srgbClr val="5EEDD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6"/>
          </a:solidFill>
          <a:ln w="12700">
            <a:solidFill>
              <a:srgbClr val="E0525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2"/>
          </a:solidFill>
          <a:ln w="12700">
            <a:solidFill>
              <a:srgbClr val="70DBA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485"/>
          </a:solidFill>
          <a:ln w="12700">
            <a:solidFill>
              <a:srgbClr val="475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12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</a:t>
            </a:r>
            <a:pPr algn="ctr" indent="0" marL="0">
              <a:buNone/>
            </a:pPr>
            <a:r>
              <a:rPr lang="ar-SA" altLang="en-US" sz="5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8"/>
          </a:solidFill>
          <a:ln w="12700">
            <a:solidFill>
              <a:srgbClr val="64D87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9"/>
          </a:solidFill>
          <a:ln w="12700">
            <a:solidFill>
              <a:srgbClr val="47D1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B2B"/>
          </a:solidFill>
          <a:ln w="12700">
            <a:solidFill>
              <a:srgbClr val="645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7934"/>
          </a:solidFill>
          <a:ln w="12700">
            <a:solidFill>
              <a:srgbClr val="6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35EED"/>
          </a:solidFill>
          <a:ln w="12700">
            <a:solidFill>
              <a:srgbClr val="B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AE052"/>
          </a:solidFill>
          <a:ln w="12700">
            <a:solidFill>
              <a:srgbClr val="7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770DB"/>
          </a:solidFill>
          <a:ln w="12700">
            <a:solidFill>
              <a:srgbClr val="8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3"/>
          </a:solidFill>
          <a:ln w="12700">
            <a:solidFill>
              <a:srgbClr val="8547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DD8"/>
          </a:solidFill>
          <a:ln w="12700">
            <a:solidFill>
              <a:srgbClr val="646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9D1"/>
          </a:solidFill>
          <a:ln w="12700">
            <a:solidFill>
              <a:srgbClr val="476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04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7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3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7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D"/>
          </a:solidFill>
          <a:ln w="12700">
            <a:solidFill>
              <a:srgbClr val="2B64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379"/>
          </a:solidFill>
          <a:ln w="12700">
            <a:solidFill>
              <a:srgbClr val="3473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9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3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4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9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35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E236D9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9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F5E"/>
          </a:solidFill>
          <a:ln w="12700">
            <a:solidFill>
              <a:srgbClr val="ED8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7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7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75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07-seen-sheen</dc:title>
  <dc:subject>PptxGenJS Presentation</dc:subject>
  <dc:creator>PptxGenJS</dc:creator>
  <cp:lastModifiedBy>PptxGenJS</cp:lastModifiedBy>
  <cp:revision>1</cp:revision>
  <dcterms:created xsi:type="dcterms:W3CDTF">2026-10-21T20:03:12Z</dcterms:created>
  <dcterms:modified xsi:type="dcterms:W3CDTF">2026-10-21T20:03:12Z</dcterms:modified>
</cp:coreProperties>
</file>