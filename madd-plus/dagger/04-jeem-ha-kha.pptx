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</p:sldIdLst>
  <p:notesMasterIdLst>
    <p:notesMasterId r:id="rId7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notesMaster" Target="notesMasters/notesMaster1.xml"/><Relationship Id="rId73" Type="http://schemas.openxmlformats.org/officeDocument/2006/relationships/presProps" Target="presProps.xml"/><Relationship Id="rId74" Type="http://schemas.openxmlformats.org/officeDocument/2006/relationships/viewProps" Target="viewProps.xml"/><Relationship Id="rId75" Type="http://schemas.openxmlformats.org/officeDocument/2006/relationships/theme" Target="theme/theme1.xml"/><Relationship Id="rId7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43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D7"/>
          </a:solidFill>
          <a:ln w="12700">
            <a:solidFill>
              <a:srgbClr val="52E0D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D"/>
          </a:solidFill>
          <a:ln w="12700">
            <a:solidFill>
              <a:srgbClr val="DB70A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647"/>
          </a:solidFill>
          <a:ln w="12700">
            <a:solidFill>
              <a:srgbClr val="8576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3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3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097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465072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C8"/>
          </a:solidFill>
          <a:ln w="12700">
            <a:solidFill>
              <a:srgbClr val="D864C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E47D1"/>
          </a:solidFill>
          <a:ln w="12700">
            <a:solidFill>
              <a:srgbClr val="C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13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3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664"/>
          </a:solidFill>
          <a:ln w="12700">
            <a:solidFill>
              <a:srgbClr val="2B36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93479"/>
          </a:solidFill>
          <a:ln w="12700">
            <a:solidFill>
              <a:srgbClr val="4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18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260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DED5E"/>
          </a:solidFill>
          <a:ln w="12700">
            <a:solidFill>
              <a:srgbClr val="9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352E0"/>
          </a:solidFill>
          <a:ln w="12700">
            <a:solidFill>
              <a:srgbClr val="B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8DB70"/>
          </a:solidFill>
          <a:ln w="12700">
            <a:solidFill>
              <a:srgbClr val="C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7"/>
          </a:solidFill>
          <a:ln w="12700">
            <a:solidFill>
              <a:srgbClr val="47856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C64"/>
          </a:solidFill>
          <a:ln w="12700">
            <a:solidFill>
              <a:srgbClr val="D8C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B47"/>
          </a:solidFill>
          <a:ln w="12700">
            <a:solidFill>
              <a:srgbClr val="D1AB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14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4"/>
          </a:solidFill>
          <a:ln w="12700">
            <a:solidFill>
              <a:srgbClr val="642B4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834"/>
          </a:solidFill>
          <a:ln w="12700">
            <a:solidFill>
              <a:srgbClr val="793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49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1ED"/>
          </a:solidFill>
          <a:ln w="12700">
            <a:solidFill>
              <a:srgbClr val="5EC1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4314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052"/>
          </a:solidFill>
          <a:ln w="12700">
            <a:solidFill>
              <a:srgbClr val="E09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D4"/>
          </a:solidFill>
          <a:ln w="12700">
            <a:solidFill>
              <a:srgbClr val="70DBD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84785"/>
          </a:solidFill>
          <a:ln w="12700">
            <a:solidFill>
              <a:srgbClr val="58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F"/>
          </a:solidFill>
          <a:ln w="12700">
            <a:solidFill>
              <a:srgbClr val="64D8A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9"/>
          </a:solidFill>
          <a:ln w="12700">
            <a:solidFill>
              <a:srgbClr val="47D18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01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41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3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2642B"/>
          </a:solidFill>
          <a:ln w="12700">
            <a:solidFill>
              <a:srgbClr val="52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17934"/>
          </a:solidFill>
          <a:ln w="12700">
            <a:solidFill>
              <a:srgbClr val="41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711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C5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4"/>
          </a:solidFill>
          <a:ln w="12700">
            <a:solidFill>
              <a:srgbClr val="ED5EE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03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C"/>
          </a:solidFill>
          <a:ln w="12700">
            <a:solidFill>
              <a:srgbClr val="52E06C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A70DB"/>
          </a:solidFill>
          <a:ln w="12700">
            <a:solidFill>
              <a:srgbClr val="BA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947"/>
          </a:solidFill>
          <a:ln w="12700">
            <a:solidFill>
              <a:srgbClr val="8549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0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973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264D8"/>
          </a:solidFill>
          <a:ln w="12700">
            <a:solidFill>
              <a:srgbClr val="92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747D1"/>
          </a:solidFill>
          <a:ln w="12700">
            <a:solidFill>
              <a:srgbClr val="67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0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43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064"/>
          </a:solidFill>
          <a:ln w="12700">
            <a:solidFill>
              <a:srgbClr val="2B6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279"/>
          </a:solidFill>
          <a:ln w="12700">
            <a:solidFill>
              <a:srgbClr val="3452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3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0065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3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709718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589405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25E"/>
          </a:solidFill>
          <a:ln w="12700">
            <a:solidFill>
              <a:srgbClr val="EDD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5BE0"/>
          </a:solidFill>
          <a:ln w="12700">
            <a:solidFill>
              <a:srgbClr val="525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F70"/>
          </a:solidFill>
          <a:ln w="12700">
            <a:solidFill>
              <a:srgbClr val="DB9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8547"/>
          </a:solidFill>
          <a:ln w="12700">
            <a:solidFill>
              <a:srgbClr val="55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613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564"/>
          </a:solidFill>
          <a:ln w="12700">
            <a:solidFill>
              <a:srgbClr val="D875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4A"/>
          </a:solidFill>
          <a:ln w="12700">
            <a:solidFill>
              <a:srgbClr val="D1474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91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92B64"/>
          </a:solidFill>
          <a:ln w="12700">
            <a:solidFill>
              <a:srgbClr val="59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4"/>
          </a:solidFill>
          <a:ln w="12700">
            <a:solidFill>
              <a:srgbClr val="79346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6888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F"/>
          </a:solidFill>
          <a:ln w="12700">
            <a:solidFill>
              <a:srgbClr val="5EEDA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14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E"/>
          </a:solidFill>
          <a:ln w="12700">
            <a:solidFill>
              <a:srgbClr val="E0527E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F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4"/>
          </a:solidFill>
          <a:ln w="12700">
            <a:solidFill>
              <a:srgbClr val="70DB8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585"/>
          </a:solidFill>
          <a:ln w="12700">
            <a:solidFill>
              <a:srgbClr val="4765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0D864"/>
          </a:solidFill>
          <a:ln w="12700">
            <a:solidFill>
              <a:srgbClr val="70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DD147"/>
          </a:solidFill>
          <a:ln w="12700">
            <a:solidFill>
              <a:srgbClr val="6D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28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895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D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98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431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B2B"/>
          </a:solidFill>
          <a:ln w="12700">
            <a:solidFill>
              <a:srgbClr val="644B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57934"/>
          </a:solidFill>
          <a:ln w="12700">
            <a:solidFill>
              <a:srgbClr val="7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pPr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B5EED"/>
          </a:solidFill>
          <a:ln w="12700">
            <a:solidFill>
              <a:srgbClr val="8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858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4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2E052"/>
          </a:solidFill>
          <a:ln w="12700">
            <a:solidFill>
              <a:srgbClr val="A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3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7DB"/>
          </a:solidFill>
          <a:ln w="12700">
            <a:solidFill>
              <a:srgbClr val="707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4"/>
          </a:solidFill>
          <a:ln w="12700">
            <a:solidFill>
              <a:srgbClr val="8547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93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7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239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DD8"/>
          </a:solidFill>
          <a:ln w="12700">
            <a:solidFill>
              <a:srgbClr val="648D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FD1"/>
          </a:solidFill>
          <a:ln w="12700">
            <a:solidFill>
              <a:srgbClr val="478F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293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0001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699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D"/>
          </a:solidFill>
          <a:ln w="12700">
            <a:solidFill>
              <a:srgbClr val="2B643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C"/>
          </a:solidFill>
          <a:ln w="12700">
            <a:solidFill>
              <a:srgbClr val="34796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09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657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7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D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75E"/>
          </a:solidFill>
          <a:ln w="12700">
            <a:solidFill>
              <a:srgbClr val="ED6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27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43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5E0"/>
          </a:solidFill>
          <a:ln w="12700">
            <a:solidFill>
              <a:srgbClr val="52C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2"/>
          </a:solidFill>
          <a:ln w="12700">
            <a:solidFill>
              <a:srgbClr val="DB709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8547"/>
          </a:solidFill>
          <a:ln w="12700">
            <a:solidFill>
              <a:srgbClr val="83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A"/>
          </a:solidFill>
          <a:ln w="12700">
            <a:solidFill>
              <a:srgbClr val="D864AA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1"/>
          </a:solidFill>
          <a:ln w="12700">
            <a:solidFill>
              <a:srgbClr val="D147B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2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0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878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E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500" dirty="0"/>
          </a:p>
        </p:txBody>
      </p:sp>
      <p:sp>
        <p:nvSpPr>
          <p:cNvPr id="15" name="C2 V1 vowel"/>
          <p:cNvSpPr txBox="1"/>
          <p:nvPr/>
        </p:nvSpPr>
        <p:spPr>
          <a:xfrm>
            <a:off x="6720840" y="160496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4343400" y="170773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R result"/>
          <p:cNvSpPr txBox="1"/>
          <p:nvPr/>
        </p:nvSpPr>
        <p:spPr>
          <a:xfrm>
            <a:off x="685800" y="1635506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1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2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F2B64"/>
          </a:solidFill>
          <a:ln w="12700">
            <a:solidFill>
              <a:srgbClr val="2F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B3479"/>
          </a:solidFill>
          <a:ln w="12700">
            <a:solidFill>
              <a:srgbClr val="5B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9785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9ED5E"/>
          </a:solidFill>
          <a:ln w="12700">
            <a:solidFill>
              <a:srgbClr val="7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89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2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852E0"/>
          </a:solidFill>
          <a:ln w="12700">
            <a:solidFill>
              <a:srgbClr val="D8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CDB70"/>
          </a:solidFill>
          <a:ln w="12700">
            <a:solidFill>
              <a:srgbClr val="A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7"/>
          </a:solidFill>
          <a:ln w="12700">
            <a:solidFill>
              <a:srgbClr val="4785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298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7D864"/>
          </a:solidFill>
          <a:ln w="12700">
            <a:solidFill>
              <a:srgbClr val="C7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F47"/>
          </a:solidFill>
          <a:ln w="12700">
            <a:solidFill>
              <a:srgbClr val="D1C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0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10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314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5"/>
          </a:solidFill>
          <a:ln w="12700">
            <a:solidFill>
              <a:srgbClr val="642B35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A34"/>
          </a:solidFill>
          <a:ln w="12700">
            <a:solidFill>
              <a:srgbClr val="794A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D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CED"/>
          </a:solidFill>
          <a:ln w="12700">
            <a:solidFill>
              <a:srgbClr val="5E9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235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05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431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452"/>
          </a:solidFill>
          <a:ln w="12700">
            <a:solidFill>
              <a:srgbClr val="E0B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F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7DB"/>
          </a:solidFill>
          <a:ln w="12700">
            <a:solidFill>
              <a:srgbClr val="70C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74785"/>
          </a:solidFill>
          <a:ln w="12700">
            <a:solidFill>
              <a:srgbClr val="67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72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9816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pPr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C"/>
          </a:solidFill>
          <a:ln w="12700">
            <a:solidFill>
              <a:srgbClr val="64D8C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C"/>
          </a:solidFill>
          <a:ln w="12700">
            <a:solidFill>
              <a:srgbClr val="47D1AC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44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pPr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2252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pPr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4642B"/>
          </a:solidFill>
          <a:ln w="12700">
            <a:solidFill>
              <a:srgbClr val="44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9"/>
          </a:solidFill>
          <a:ln w="12700">
            <a:solidFill>
              <a:srgbClr val="34793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8582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pPr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64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8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9309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pPr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7C5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0"/>
          </a:solidFill>
          <a:ln w="12700">
            <a:solidFill>
              <a:srgbClr val="ED5EC0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2581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</a:t>
            </a:r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1"/>
          </a:solidFill>
          <a:ln w="12700">
            <a:solidFill>
              <a:srgbClr val="52E09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570DB"/>
          </a:solidFill>
          <a:ln w="12700">
            <a:solidFill>
              <a:srgbClr val="D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847"/>
          </a:solidFill>
          <a:ln w="12700">
            <a:solidFill>
              <a:srgbClr val="8558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146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076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064D8"/>
          </a:solidFill>
          <a:ln w="12700">
            <a:solidFill>
              <a:srgbClr val="B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A47D1"/>
          </a:solidFill>
          <a:ln w="12700">
            <a:solidFill>
              <a:srgbClr val="8A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3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193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081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144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264"/>
          </a:solidFill>
          <a:ln w="12700">
            <a:solidFill>
              <a:srgbClr val="2B52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179"/>
          </a:solidFill>
          <a:ln w="12700">
            <a:solidFill>
              <a:srgbClr val="3441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048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96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1221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4ED5E"/>
          </a:solidFill>
          <a:ln w="12700">
            <a:solidFill>
              <a:srgbClr val="E4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999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085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0649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</a:t>
            </a:r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2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D52E0"/>
          </a:solidFill>
          <a:ln w="12700">
            <a:solidFill>
              <a:srgbClr val="6D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3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A70"/>
          </a:solidFill>
          <a:ln w="12700">
            <a:solidFill>
              <a:srgbClr val="DBB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9"/>
          </a:solidFill>
          <a:ln w="12700">
            <a:solidFill>
              <a:srgbClr val="478549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5036604" y="896112"/>
            <a:ext cx="167411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4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5036604" y="896112"/>
            <a:ext cx="16741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</a:t>
            </a:r>
            <a:endParaRPr lang="ar-SA" sz="5800" dirty="0"/>
          </a:p>
        </p:txBody>
      </p:sp>
      <p:sp>
        <p:nvSpPr>
          <p:cNvPr id="17" name="C2 W2 pill"/>
          <p:cNvSpPr/>
          <p:nvPr/>
        </p:nvSpPr>
        <p:spPr>
          <a:xfrm>
            <a:off x="2433283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4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433283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789289" y="2834640"/>
            <a:ext cx="35654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789289" y="2834640"/>
            <a:ext cx="35654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هٰذَا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364"/>
          </a:solidFill>
          <a:ln w="12700">
            <a:solidFill>
              <a:srgbClr val="D893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847"/>
          </a:solidFill>
          <a:ln w="12700">
            <a:solidFill>
              <a:srgbClr val="D16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A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</a:t>
            </a:r>
            <a:endParaRPr lang="ar-SA" sz="5400" dirty="0"/>
          </a:p>
        </p:txBody>
      </p:sp>
      <p:sp>
        <p:nvSpPr>
          <p:cNvPr id="12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5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ذٰلِكَ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F7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4934754" y="896112"/>
            <a:ext cx="1360413" cy="1371600"/>
          </a:xfrm>
          <a:prstGeom prst="roundRect">
            <a:avLst>
              <a:gd name="adj" fmla="val 26886"/>
            </a:avLst>
          </a:prstGeom>
          <a:solidFill>
            <a:srgbClr val="FFFFFF"/>
          </a:solidFill>
          <a:ln w="76200">
            <a:solidFill>
              <a:srgbClr val="36E2D8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4934754" y="896112"/>
            <a:ext cx="136041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</a:t>
            </a:r>
            <a:endParaRPr lang="ar-SA" sz="4400" dirty="0"/>
          </a:p>
        </p:txBody>
      </p:sp>
      <p:sp>
        <p:nvSpPr>
          <p:cNvPr id="13" name="C2 W2 pill"/>
          <p:cNvSpPr/>
          <p:nvPr/>
        </p:nvSpPr>
        <p:spPr>
          <a:xfrm>
            <a:off x="2848833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836E2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2848833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5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3 S panel"/>
          <p:cNvSpPr/>
          <p:nvPr/>
        </p:nvSpPr>
        <p:spPr>
          <a:xfrm>
            <a:off x="3191006" y="2834640"/>
            <a:ext cx="276198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3 S sentence"/>
          <p:cNvSpPr txBox="1"/>
          <p:nvPr/>
        </p:nvSpPr>
        <p:spPr>
          <a:xfrm>
            <a:off x="3191006" y="2834640"/>
            <a:ext cx="276198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إِلٰهٌ وَاحِدٌ</a:t>
            </a:r>
            <a:endParaRPr lang="ar-SA" sz="44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2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0"/>
          </a:solidFill>
          <a:ln w="12700">
            <a:solidFill>
              <a:srgbClr val="642B6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2"/>
          </a:solidFill>
          <a:ln w="12700">
            <a:solidFill>
              <a:srgbClr val="793452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489122" y="896112"/>
            <a:ext cx="27429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BA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489122" y="896112"/>
            <a:ext cx="27429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</a:t>
            </a:r>
            <a:endParaRPr lang="ar-SA" sz="4400" dirty="0"/>
          </a:p>
        </p:txBody>
      </p:sp>
      <p:sp>
        <p:nvSpPr>
          <p:cNvPr id="14" name="C2 W2 pill"/>
          <p:cNvSpPr/>
          <p:nvPr/>
        </p:nvSpPr>
        <p:spPr>
          <a:xfrm>
            <a:off x="1911948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BAE2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1911948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207569" y="2834640"/>
            <a:ext cx="472886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207569" y="2834640"/>
            <a:ext cx="472886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الرَّحۡمٰنِ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70</Slides>
  <Notes>70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70</vt:i4>
      </vt:variant>
    </vt:vector>
  </HeadingPairs>
  <TitlesOfParts>
    <vt:vector size="7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04-jeem-ha-kha</dc:title>
  <dc:subject>PptxGenJS Presentation</dc:subject>
  <dc:creator>PptxGenJS</dc:creator>
  <cp:lastModifiedBy>PptxGenJS</cp:lastModifiedBy>
  <cp:revision>1</cp:revision>
  <dcterms:created xsi:type="dcterms:W3CDTF">2026-10-21T18:02:24Z</dcterms:created>
  <dcterms:modified xsi:type="dcterms:W3CDTF">2026-10-21T18:02:24Z</dcterms:modified>
</cp:coreProperties>
</file>