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7"/>
          </a:solidFill>
          <a:ln w="12700">
            <a:solidFill>
              <a:srgbClr val="52E0D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D"/>
          </a:solidFill>
          <a:ln w="12700">
            <a:solidFill>
              <a:srgbClr val="DB70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006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3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5006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7137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5557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جَـ</a:t>
            </a:r>
            <a:pPr algn="ctr" indent="0" marL="0">
              <a:buNone/>
            </a:pPr>
            <a:r>
              <a:rPr lang="ar-SA" altLang="en-US" sz="9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9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8"/>
          </a:solidFill>
          <a:ln w="12700">
            <a:solidFill>
              <a:srgbClr val="D864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E47D1"/>
          </a:solidFill>
          <a:ln w="12700">
            <a:solidFill>
              <a:srgbClr val="C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38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جَـ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3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جَـ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69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جَـ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69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جَـ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DED5E"/>
          </a:solidFill>
          <a:ln w="12700">
            <a:solidFill>
              <a:srgbClr val="9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جَـ</a:t>
            </a:r>
            <a:pPr algn="ctr" indent="0" marL="0">
              <a:buNone/>
            </a:pP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352E0"/>
          </a:solidFill>
          <a:ln w="12700">
            <a:solidFill>
              <a:srgbClr val="B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DB70"/>
          </a:solidFill>
          <a:ln w="12700">
            <a:solidFill>
              <a:srgbClr val="C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جَـ</a:t>
            </a:r>
            <a:pPr algn="ctr" indent="0" marL="0">
              <a:buNone/>
            </a:pP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C64"/>
          </a:solidFill>
          <a:ln w="12700">
            <a:solidFill>
              <a:srgbClr val="D8C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B47"/>
          </a:solidFill>
          <a:ln w="12700">
            <a:solidFill>
              <a:srgbClr val="D1A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7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أَجَـ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834"/>
          </a:solidFill>
          <a:ln w="12700">
            <a:solidFill>
              <a:srgbClr val="793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6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بَجَـ</a:t>
            </a:r>
            <a:pPr algn="ctr" indent="0" marL="0">
              <a:buNone/>
            </a:pP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81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تَجَـ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1ED"/>
          </a:solidFill>
          <a:ln w="12700">
            <a:solidFill>
              <a:srgbClr val="5EC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052"/>
          </a:solidFill>
          <a:ln w="12700">
            <a:solidFill>
              <a:srgbClr val="E09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4"/>
          </a:solidFill>
          <a:ln w="12700">
            <a:solidFill>
              <a:srgbClr val="70DB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حَجَـ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F"/>
          </a:solidFill>
          <a:ln w="12700">
            <a:solidFill>
              <a:srgbClr val="64D8A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9"/>
          </a:solidFill>
          <a:ln w="12700">
            <a:solidFill>
              <a:srgbClr val="47D18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82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خَجَـ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575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71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أَجَـ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42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4"/>
          </a:solidFill>
          <a:ln w="12700">
            <a:solidFill>
              <a:srgbClr val="ED5EE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7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C"/>
          </a:solidFill>
          <a:ln w="12700">
            <a:solidFill>
              <a:srgbClr val="52E06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A70DB"/>
          </a:solidFill>
          <a:ln w="12700">
            <a:solidFill>
              <a:srgbClr val="B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97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ثَجَـ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264D8"/>
          </a:solidFill>
          <a:ln w="12700">
            <a:solidFill>
              <a:srgbClr val="9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747D1"/>
          </a:solidFill>
          <a:ln w="12700">
            <a:solidFill>
              <a:srgbClr val="6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7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7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7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006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3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5006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137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68021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حَـ</a:t>
            </a:r>
            <a:pPr algn="ctr" indent="0" marL="0">
              <a:buNone/>
            </a:pPr>
            <a:r>
              <a:rPr lang="ar-SA" altLang="en-US" sz="11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11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25E"/>
          </a:solidFill>
          <a:ln w="12700">
            <a:solidFill>
              <a:srgbClr val="EDD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90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حَـ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BE0"/>
          </a:solidFill>
          <a:ln w="12700">
            <a:solidFill>
              <a:srgbClr val="525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F70"/>
          </a:solidFill>
          <a:ln w="12700">
            <a:solidFill>
              <a:srgbClr val="DB9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8547"/>
          </a:solidFill>
          <a:ln w="12700">
            <a:solidFill>
              <a:srgbClr val="5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3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حَـ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564"/>
          </a:solidFill>
          <a:ln w="12700">
            <a:solidFill>
              <a:srgbClr val="D87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A"/>
          </a:solidFill>
          <a:ln w="12700">
            <a:solidFill>
              <a:srgbClr val="D1474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حَـ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حَـ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4"/>
          </a:solidFill>
          <a:ln w="12700">
            <a:solidFill>
              <a:srgbClr val="7934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حَـ</a:t>
            </a:r>
            <a:pPr algn="ctr" indent="0" marL="0">
              <a:buNone/>
            </a:pP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حَـ</a:t>
            </a:r>
            <a:pPr algn="ctr" indent="0" marL="0">
              <a:buNone/>
            </a:pP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F"/>
          </a:solidFill>
          <a:ln w="12700">
            <a:solidFill>
              <a:srgbClr val="5EEDA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E"/>
          </a:solidFill>
          <a:ln w="12700">
            <a:solidFill>
              <a:srgbClr val="E0527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4"/>
          </a:solidFill>
          <a:ln w="12700">
            <a:solidFill>
              <a:srgbClr val="70DB8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585"/>
          </a:solidFill>
          <a:ln w="12700">
            <a:solidFill>
              <a:srgbClr val="476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أَحَـ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0D864"/>
          </a:solidFill>
          <a:ln w="12700">
            <a:solidFill>
              <a:srgbClr val="7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D147"/>
          </a:solidFill>
          <a:ln w="12700">
            <a:solidFill>
              <a:srgbClr val="6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6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بَحَـ</a:t>
            </a:r>
            <a:pPr algn="ctr" indent="0" marL="0">
              <a:buNone/>
            </a:pP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00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تَحَـ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B2B"/>
          </a:solidFill>
          <a:ln w="12700">
            <a:solidFill>
              <a:srgbClr val="644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7934"/>
          </a:solidFill>
          <a:ln w="12700">
            <a:solidFill>
              <a:srgbClr val="7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جَحَـ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B5EED"/>
          </a:solidFill>
          <a:ln w="12700">
            <a:solidFill>
              <a:srgbClr val="8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29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خَحَـ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2E052"/>
          </a:solidFill>
          <a:ln w="12700">
            <a:solidFill>
              <a:srgbClr val="A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7DB"/>
          </a:solidFill>
          <a:ln w="12700">
            <a:solidFill>
              <a:srgbClr val="707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4"/>
          </a:solidFill>
          <a:ln w="12700">
            <a:solidFill>
              <a:srgbClr val="8547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دَحَـ</a:t>
            </a:r>
            <a:pPr algn="ctr" indent="0" marL="0">
              <a:buNone/>
            </a:pP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DD8"/>
          </a:solidFill>
          <a:ln w="12700">
            <a:solidFill>
              <a:srgbClr val="648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FD1"/>
          </a:solidFill>
          <a:ln w="12700">
            <a:solidFill>
              <a:srgbClr val="478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أَحَـ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42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D"/>
          </a:solidFill>
          <a:ln w="12700">
            <a:solidFill>
              <a:srgbClr val="2B64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C"/>
          </a:solidFill>
          <a:ln w="12700">
            <a:solidFill>
              <a:srgbClr val="3479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87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75E"/>
          </a:solidFill>
          <a:ln w="12700">
            <a:solidFill>
              <a:srgbClr val="ED6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7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5E0"/>
          </a:solidFill>
          <a:ln w="12700">
            <a:solidFill>
              <a:srgbClr val="52C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2"/>
          </a:solidFill>
          <a:ln w="12700">
            <a:solidFill>
              <a:srgbClr val="DB70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8547"/>
          </a:solidFill>
          <a:ln w="12700">
            <a:solidFill>
              <a:srgbClr val="8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87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A"/>
          </a:solidFill>
          <a:ln w="12700">
            <a:solidFill>
              <a:srgbClr val="D864A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1"/>
          </a:solidFill>
          <a:ln w="12700">
            <a:solidFill>
              <a:srgbClr val="D147B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049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5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6049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7114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68021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خَـ</a:t>
            </a:r>
            <a:pPr algn="ctr" indent="0" marL="0">
              <a:buNone/>
            </a:pPr>
            <a:r>
              <a:rPr lang="ar-SA" altLang="en-US" sz="11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11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2B64"/>
          </a:solidFill>
          <a:ln w="12700">
            <a:solidFill>
              <a:srgbClr val="2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3479"/>
          </a:solidFill>
          <a:ln w="12700">
            <a:solidFill>
              <a:srgbClr val="5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90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خَـ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خَـ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9ED5E"/>
          </a:solidFill>
          <a:ln w="12700">
            <a:solidFill>
              <a:srgbClr val="7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خَـ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852E0"/>
          </a:solidFill>
          <a:ln w="12700">
            <a:solidFill>
              <a:srgbClr val="D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CDB70"/>
          </a:solidFill>
          <a:ln w="12700">
            <a:solidFill>
              <a:srgbClr val="A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خَـ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7D864"/>
          </a:solidFill>
          <a:ln w="12700">
            <a:solidFill>
              <a:srgbClr val="C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F47"/>
          </a:solidFill>
          <a:ln w="12700">
            <a:solidFill>
              <a:srgbClr val="D1C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خَـ</a:t>
            </a:r>
            <a:pPr algn="ctr" indent="0" marL="0">
              <a:buNone/>
            </a:pP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خَـ</a:t>
            </a:r>
            <a:pPr algn="ctr" indent="0" marL="0">
              <a:buNone/>
            </a:pP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5"/>
          </a:solidFill>
          <a:ln w="12700">
            <a:solidFill>
              <a:srgbClr val="642B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A34"/>
          </a:solidFill>
          <a:ln w="12700">
            <a:solidFill>
              <a:srgbClr val="794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أَخَـ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CED"/>
          </a:solidFill>
          <a:ln w="12700">
            <a:solidFill>
              <a:srgbClr val="5E9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6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بَخَـ</a:t>
            </a:r>
            <a:pPr algn="ctr" indent="0" marL="0">
              <a:buNone/>
            </a:pP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452"/>
          </a:solidFill>
          <a:ln w="12700">
            <a:solidFill>
              <a:srgbClr val="E0B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7DB"/>
          </a:solidFill>
          <a:ln w="12700">
            <a:solidFill>
              <a:srgbClr val="70C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4785"/>
          </a:solidFill>
          <a:ln w="12700">
            <a:solidFill>
              <a:srgbClr val="6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00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تَخَـ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C"/>
          </a:solidFill>
          <a:ln w="12700">
            <a:solidFill>
              <a:srgbClr val="64D8C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C"/>
          </a:solidFill>
          <a:ln w="12700">
            <a:solidFill>
              <a:srgbClr val="47D1A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ثَخَـ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جَخَـ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642B"/>
          </a:solidFill>
          <a:ln w="12700">
            <a:solidFill>
              <a:srgbClr val="4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9"/>
          </a:solidFill>
          <a:ln w="12700">
            <a:solidFill>
              <a:srgbClr val="3479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29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حَخَـ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دَخَـ</a:t>
            </a:r>
            <a:pPr algn="ctr" indent="0" marL="0">
              <a:buNone/>
            </a:pP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0"/>
          </a:solidFill>
          <a:ln w="12700">
            <a:solidFill>
              <a:srgbClr val="ED5EC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أَخَـ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1"/>
          </a:solidFill>
          <a:ln w="12700">
            <a:solidFill>
              <a:srgbClr val="52E09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570DB"/>
          </a:solidFill>
          <a:ln w="12700">
            <a:solidFill>
              <a:srgbClr val="D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847"/>
          </a:solidFill>
          <a:ln w="12700">
            <a:solidFill>
              <a:srgbClr val="855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42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064D8"/>
          </a:solidFill>
          <a:ln w="12700">
            <a:solidFill>
              <a:srgbClr val="B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A47D1"/>
          </a:solidFill>
          <a:ln w="12700">
            <a:solidFill>
              <a:srgbClr val="8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87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264"/>
          </a:solidFill>
          <a:ln w="12700">
            <a:solidFill>
              <a:srgbClr val="2B5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179"/>
          </a:solidFill>
          <a:ln w="12700">
            <a:solidFill>
              <a:srgbClr val="344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7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جَخَـ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87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4ED5E"/>
          </a:solidFill>
          <a:ln w="12700">
            <a:solidFill>
              <a:srgbClr val="E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دَخَـ</a:t>
            </a:r>
            <a:pPr algn="ctr" indent="0" marL="0">
              <a:buNone/>
            </a:pP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D52E0"/>
          </a:solidFill>
          <a:ln w="12700">
            <a:solidFill>
              <a:srgbClr val="6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A70"/>
          </a:solidFill>
          <a:ln w="12700">
            <a:solidFill>
              <a:srgbClr val="DBB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9"/>
          </a:solidFill>
          <a:ln w="12700">
            <a:solidFill>
              <a:srgbClr val="478549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37163" y="896112"/>
            <a:ext cx="18729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4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37163" y="896112"/>
            <a:ext cx="18729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17" name="C2 W2 pill"/>
          <p:cNvSpPr/>
          <p:nvPr/>
        </p:nvSpPr>
        <p:spPr>
          <a:xfrm>
            <a:off x="2333842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4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33842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89849" y="2834640"/>
            <a:ext cx="37643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89849" y="2834640"/>
            <a:ext cx="37643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364"/>
          </a:solidFill>
          <a:ln w="12700">
            <a:solidFill>
              <a:srgbClr val="D89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847"/>
          </a:solidFill>
          <a:ln w="12700">
            <a:solidFill>
              <a:srgbClr val="D16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6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52899" y="896112"/>
            <a:ext cx="15241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8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52899" y="896112"/>
            <a:ext cx="15241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766977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766977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09151" y="2834640"/>
            <a:ext cx="292569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09151" y="2834640"/>
            <a:ext cx="292569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0"/>
          </a:solidFill>
          <a:ln w="12700">
            <a:solidFill>
              <a:srgbClr val="642B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2"/>
          </a:solidFill>
          <a:ln w="12700">
            <a:solidFill>
              <a:srgbClr val="793452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407267" y="896112"/>
            <a:ext cx="29066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A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407267" y="896112"/>
            <a:ext cx="29066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1830092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A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1830092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123854" y="2834640"/>
            <a:ext cx="48962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123854" y="2834640"/>
            <a:ext cx="48962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04-jeem-ha-kha</dc:title>
  <dc:subject>PptxGenJS Presentation</dc:subject>
  <dc:creator>PptxGenJS</dc:creator>
  <cp:lastModifiedBy>PptxGenJS</cp:lastModifiedBy>
  <cp:revision>1</cp:revision>
  <dcterms:created xsi:type="dcterms:W3CDTF">2026-10-22T00:54:41Z</dcterms:created>
  <dcterms:modified xsi:type="dcterms:W3CDTF">2026-10-22T00:54:41Z</dcterms:modified>
</cp:coreProperties>
</file>