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750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57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384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1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253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5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246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53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6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952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7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7507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457503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183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56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278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246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213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6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058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441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7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45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61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56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5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94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7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6593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56282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39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249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249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6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26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3255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8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05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834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0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012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98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6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01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335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2026-10-21T19:56:16Z</dcterms:created>
  <dcterms:modified xsi:type="dcterms:W3CDTF">2026-10-21T19:56:16Z</dcterms:modified>
</cp:coreProperties>
</file>