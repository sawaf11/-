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9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50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0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9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F"/>
          </a:solidFill>
          <a:ln w="12700">
            <a:solidFill>
              <a:srgbClr val="5EED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E"/>
          </a:solidFill>
          <a:ln w="12700">
            <a:solidFill>
              <a:srgbClr val="E052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5E0"/>
          </a:solidFill>
          <a:ln w="12700">
            <a:solidFill>
              <a:srgbClr val="52C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1"/>
          </a:solidFill>
          <a:ln w="12700">
            <a:solidFill>
              <a:srgbClr val="D147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76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35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8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05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25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04-jeem-ha-kha</dc:title>
  <dc:subject>PptxGenJS Presentation</dc:subject>
  <dc:creator>PptxGenJS</dc:creator>
  <cp:lastModifiedBy>PptxGenJS</cp:lastModifiedBy>
  <cp:revision>1</cp:revision>
  <dcterms:created xsi:type="dcterms:W3CDTF">2026-10-21T20:03:12Z</dcterms:created>
  <dcterms:modified xsi:type="dcterms:W3CDTF">2026-10-21T20:03:12Z</dcterms:modified>
</cp:coreProperties>
</file>