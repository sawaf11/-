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5109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1831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493501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9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870DB"/>
          </a:solidFill>
          <a:ln w="12700">
            <a:solidFill>
              <a:srgbClr val="98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D64D8"/>
          </a:solidFill>
          <a:ln w="12700">
            <a:solidFill>
              <a:srgbClr val="6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4D1"/>
          </a:solidFill>
          <a:ln w="12700">
            <a:solidFill>
              <a:srgbClr val="475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24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2417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43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5"/>
          </a:solidFill>
          <a:ln w="12700">
            <a:solidFill>
              <a:srgbClr val="2B64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979"/>
          </a:solidFill>
          <a:ln w="12700">
            <a:solidFill>
              <a:srgbClr val="346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55E"/>
          </a:solidFill>
          <a:ln w="12700">
            <a:solidFill>
              <a:srgbClr val="EDA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8E0"/>
          </a:solidFill>
          <a:ln w="12700">
            <a:solidFill>
              <a:srgbClr val="528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D70"/>
          </a:solidFill>
          <a:ln w="12700">
            <a:solidFill>
              <a:srgbClr val="DB7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98547"/>
          </a:solidFill>
          <a:ln w="12700">
            <a:solidFill>
              <a:srgbClr val="6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8"/>
          </a:solidFill>
          <a:ln w="12700">
            <a:solidFill>
              <a:srgbClr val="D8647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6"/>
          </a:solidFill>
          <a:ln w="12700">
            <a:solidFill>
              <a:srgbClr val="D147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02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0583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2B64"/>
          </a:solidFill>
          <a:ln w="12700">
            <a:solidFill>
              <a:srgbClr val="4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4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314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1"/>
          </a:solidFill>
          <a:ln w="12700">
            <a:solidFill>
              <a:srgbClr val="5EED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C"/>
          </a:solidFill>
          <a:ln w="12700">
            <a:solidFill>
              <a:srgbClr val="E052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EDB70"/>
          </a:solidFill>
          <a:ln w="12700">
            <a:solidFill>
              <a:srgbClr val="7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58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02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5D864"/>
          </a:solidFill>
          <a:ln w="12700">
            <a:solidFill>
              <a:srgbClr val="9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9D147"/>
          </a:solidFill>
          <a:ln w="12700">
            <a:solidFill>
              <a:srgbClr val="9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8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73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5FED"/>
          </a:solidFill>
          <a:ln w="12700">
            <a:solidFill>
              <a:srgbClr val="5E5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33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FE052"/>
          </a:solidFill>
          <a:ln w="12700">
            <a:solidFill>
              <a:srgbClr val="C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9DB"/>
          </a:solidFill>
          <a:ln w="12700">
            <a:solidFill>
              <a:srgbClr val="709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5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2D8"/>
          </a:solidFill>
          <a:ln w="12700">
            <a:solidFill>
              <a:srgbClr val="64B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BD1"/>
          </a:solidFill>
          <a:ln w="12700">
            <a:solidFill>
              <a:srgbClr val="47B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14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6"/>
          </a:solidFill>
          <a:ln w="12700">
            <a:solidFill>
              <a:srgbClr val="3479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3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18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3"/>
          </a:solidFill>
          <a:ln w="12700">
            <a:solidFill>
              <a:srgbClr val="ED5E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E"/>
          </a:solidFill>
          <a:ln w="12700">
            <a:solidFill>
              <a:srgbClr val="52E0C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4"/>
          </a:solidFill>
          <a:ln w="12700">
            <a:solidFill>
              <a:srgbClr val="DB70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5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63210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45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60942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F"/>
          </a:solidFill>
          <a:ln w="12700">
            <a:solidFill>
              <a:srgbClr val="D864C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547D1"/>
          </a:solidFill>
          <a:ln w="12700">
            <a:solidFill>
              <a:srgbClr val="C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3479"/>
          </a:solidFill>
          <a:ln w="12700">
            <a:solidFill>
              <a:srgbClr val="4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6ED5E"/>
          </a:solidFill>
          <a:ln w="12700">
            <a:solidFill>
              <a:srgbClr val="A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59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A52E0"/>
          </a:solidFill>
          <a:ln w="12700">
            <a:solidFill>
              <a:srgbClr val="A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EDB70"/>
          </a:solidFill>
          <a:ln w="12700">
            <a:solidFill>
              <a:srgbClr val="CE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3"/>
          </a:solidFill>
          <a:ln w="12700">
            <a:solidFill>
              <a:srgbClr val="47856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59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464"/>
          </a:solidFill>
          <a:ln w="12700">
            <a:solidFill>
              <a:srgbClr val="D8C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347"/>
          </a:solidFill>
          <a:ln w="12700">
            <a:solidFill>
              <a:srgbClr val="D1A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59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AED"/>
          </a:solidFill>
          <a:ln w="12700">
            <a:solidFill>
              <a:srgbClr val="5EC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752"/>
          </a:solidFill>
          <a:ln w="12700">
            <a:solidFill>
              <a:srgbClr val="E08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E"/>
          </a:solidFill>
          <a:ln w="12700">
            <a:solidFill>
              <a:srgbClr val="70DB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44785"/>
          </a:solidFill>
          <a:ln w="12700">
            <a:solidFill>
              <a:srgbClr val="5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7"/>
          </a:solidFill>
          <a:ln w="12700">
            <a:solidFill>
              <a:srgbClr val="64D8A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0"/>
          </a:solidFill>
          <a:ln w="12700">
            <a:solidFill>
              <a:srgbClr val="47D18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433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642B"/>
          </a:solidFill>
          <a:ln w="12700">
            <a:solidFill>
              <a:srgbClr val="5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218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7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D"/>
          </a:solidFill>
          <a:ln w="12700">
            <a:solidFill>
              <a:srgbClr val="E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5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3"/>
          </a:solidFill>
          <a:ln w="12700">
            <a:solidFill>
              <a:srgbClr val="52E06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370DB"/>
          </a:solidFill>
          <a:ln w="12700">
            <a:solidFill>
              <a:srgbClr val="B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A"/>
          </a:solidFill>
          <a:ln w="12700">
            <a:solidFill>
              <a:srgbClr val="85474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A64D8"/>
          </a:solidFill>
          <a:ln w="12700">
            <a:solidFill>
              <a:srgbClr val="8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E47D1"/>
          </a:solidFill>
          <a:ln w="12700">
            <a:solidFill>
              <a:srgbClr val="5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98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4"/>
          </a:solidFill>
          <a:ln w="12700">
            <a:solidFill>
              <a:srgbClr val="2B6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779"/>
          </a:solidFill>
          <a:ln w="12700">
            <a:solidFill>
              <a:srgbClr val="345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95E"/>
          </a:solidFill>
          <a:ln w="12700">
            <a:solidFill>
              <a:srgbClr val="EDC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4E0"/>
          </a:solidFill>
          <a:ln w="12700">
            <a:solidFill>
              <a:srgbClr val="526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870"/>
          </a:solidFill>
          <a:ln w="12700">
            <a:solidFill>
              <a:srgbClr val="DB9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76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E64"/>
          </a:solidFill>
          <a:ln w="12700">
            <a:solidFill>
              <a:srgbClr val="D86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3"/>
          </a:solidFill>
          <a:ln w="12700">
            <a:solidFill>
              <a:srgbClr val="D1475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689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8"/>
          </a:solidFill>
          <a:ln w="12700">
            <a:solidFill>
              <a:srgbClr val="79346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16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6"/>
          </a:solidFill>
          <a:ln w="12700">
            <a:solidFill>
              <a:srgbClr val="5EED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7"/>
          </a:solidFill>
          <a:ln w="12700">
            <a:solidFill>
              <a:srgbClr val="E0528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E"/>
          </a:solidFill>
          <a:ln w="12700">
            <a:solidFill>
              <a:srgbClr val="70DB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43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7D864"/>
          </a:solidFill>
          <a:ln w="12700">
            <a:solidFill>
              <a:srgbClr val="7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5D147"/>
          </a:solidFill>
          <a:ln w="12700">
            <a:solidFill>
              <a:srgbClr val="7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44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736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7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9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9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DB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06-ra-zay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