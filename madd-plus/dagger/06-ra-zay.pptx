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notesMasterIdLst>
    <p:notesMasterId r:id="rId6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notesMaster" Target="notesMasters/notesMaster1.xml"/><Relationship Id="rId66" Type="http://schemas.openxmlformats.org/officeDocument/2006/relationships/presProps" Target="presProps.xml"/><Relationship Id="rId67" Type="http://schemas.openxmlformats.org/officeDocument/2006/relationships/viewProps" Target="viewProps.xml"/><Relationship Id="rId68" Type="http://schemas.openxmlformats.org/officeDocument/2006/relationships/theme" Target="theme/theme1.xml"/><Relationship Id="rId6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109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7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5109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9108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49350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9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7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7934"/>
          </a:solidFill>
          <a:ln w="12700">
            <a:solidFill>
              <a:srgbClr val="5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57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7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18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8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5EED"/>
          </a:solidFill>
          <a:ln w="12700">
            <a:solidFill>
              <a:srgbClr val="C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59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18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8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5E052"/>
          </a:solidFill>
          <a:ln w="12700">
            <a:solidFill>
              <a:srgbClr val="6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870DB"/>
          </a:solidFill>
          <a:ln w="12700">
            <a:solidFill>
              <a:srgbClr val="9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A"/>
          </a:solidFill>
          <a:ln w="12700">
            <a:solidFill>
              <a:srgbClr val="85475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0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96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D64D8"/>
          </a:solidFill>
          <a:ln w="12700">
            <a:solidFill>
              <a:srgbClr val="6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4D1"/>
          </a:solidFill>
          <a:ln w="12700">
            <a:solidFill>
              <a:srgbClr val="475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241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7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241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7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5"/>
          </a:solidFill>
          <a:ln w="12700">
            <a:solidFill>
              <a:srgbClr val="2B64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979"/>
          </a:solidFill>
          <a:ln w="12700">
            <a:solidFill>
              <a:srgbClr val="346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18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8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55E"/>
          </a:solidFill>
          <a:ln w="12700">
            <a:solidFill>
              <a:srgbClr val="EDA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0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8E0"/>
          </a:solidFill>
          <a:ln w="12700">
            <a:solidFill>
              <a:srgbClr val="528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D70"/>
          </a:solidFill>
          <a:ln w="12700">
            <a:solidFill>
              <a:srgbClr val="DB7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8547"/>
          </a:solidFill>
          <a:ln w="12700">
            <a:solidFill>
              <a:srgbClr val="6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20093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8"/>
          </a:solidFill>
          <a:ln w="12700">
            <a:solidFill>
              <a:srgbClr val="D8647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6"/>
          </a:solidFill>
          <a:ln w="12700">
            <a:solidFill>
              <a:srgbClr val="D1477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93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021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058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2B64"/>
          </a:solidFill>
          <a:ln w="12700">
            <a:solidFill>
              <a:srgbClr val="4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314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1"/>
          </a:solidFill>
          <a:ln w="12700">
            <a:solidFill>
              <a:srgbClr val="5EED8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2001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C"/>
          </a:solidFill>
          <a:ln w="12700">
            <a:solidFill>
              <a:srgbClr val="E052A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EDB70"/>
          </a:solidFill>
          <a:ln w="12700">
            <a:solidFill>
              <a:srgbClr val="7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885"/>
          </a:solidFill>
          <a:ln w="12700">
            <a:solidFill>
              <a:srgbClr val="477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2001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021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5D864"/>
          </a:solidFill>
          <a:ln w="12700">
            <a:solidFill>
              <a:srgbClr val="9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9D147"/>
          </a:solidFill>
          <a:ln w="12700">
            <a:solidFill>
              <a:srgbClr val="9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20093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6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92B"/>
          </a:solidFill>
          <a:ln w="12700">
            <a:solidFill>
              <a:srgbClr val="643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834"/>
          </a:solidFill>
          <a:ln w="12700">
            <a:solidFill>
              <a:srgbClr val="796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57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7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18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</a:t>
            </a:r>
            <a:pPr algn="ctr" indent="0" marL="0">
              <a:buNone/>
            </a:pPr>
            <a:r>
              <a:rPr lang="ar-SA" altLang="en-US" sz="8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5FED"/>
          </a:solidFill>
          <a:ln w="12700">
            <a:solidFill>
              <a:srgbClr val="5E5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59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</a:t>
            </a:r>
            <a:pPr algn="ctr" indent="0" marL="0">
              <a:buNone/>
            </a:pP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FE052"/>
          </a:solidFill>
          <a:ln w="12700">
            <a:solidFill>
              <a:srgbClr val="C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9DB"/>
          </a:solidFill>
          <a:ln w="12700">
            <a:solidFill>
              <a:srgbClr val="709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4785"/>
          </a:solidFill>
          <a:ln w="12700">
            <a:solidFill>
              <a:srgbClr val="8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2D8"/>
          </a:solidFill>
          <a:ln w="12700">
            <a:solidFill>
              <a:srgbClr val="64B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BD1"/>
          </a:solidFill>
          <a:ln w="12700">
            <a:solidFill>
              <a:srgbClr val="47B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18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</a:t>
            </a:r>
            <a:pPr algn="ctr" indent="0" marL="0">
              <a:buNone/>
            </a:pPr>
            <a:r>
              <a:rPr lang="ar-SA" altLang="en-US" sz="8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18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</a:t>
            </a:r>
            <a:pPr algn="ctr" indent="0" marL="0">
              <a:buNone/>
            </a:pPr>
            <a:r>
              <a:rPr lang="ar-SA" altLang="en-US" sz="8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B"/>
          </a:solidFill>
          <a:ln w="12700">
            <a:solidFill>
              <a:srgbClr val="2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6"/>
          </a:solidFill>
          <a:ln w="12700">
            <a:solidFill>
              <a:srgbClr val="34795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18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</a:t>
            </a:r>
            <a:pPr algn="ctr" indent="0" marL="0">
              <a:buNone/>
            </a:pPr>
            <a:r>
              <a:rPr lang="ar-SA" altLang="en-US" sz="8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18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</a:t>
            </a:r>
            <a:pPr algn="ctr" indent="0" marL="0">
              <a:buNone/>
            </a:pPr>
            <a:r>
              <a:rPr lang="ar-SA" altLang="en-US" sz="8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3"/>
          </a:solidFill>
          <a:ln w="12700">
            <a:solidFill>
              <a:srgbClr val="ED5E8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0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E"/>
          </a:solidFill>
          <a:ln w="12700">
            <a:solidFill>
              <a:srgbClr val="52E0C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4"/>
          </a:solidFill>
          <a:ln w="12700">
            <a:solidFill>
              <a:srgbClr val="DB70B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247"/>
          </a:solidFill>
          <a:ln w="12700">
            <a:solidFill>
              <a:srgbClr val="857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321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5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6321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773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5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6094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F"/>
          </a:solidFill>
          <a:ln w="12700">
            <a:solidFill>
              <a:srgbClr val="D864C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547D1"/>
          </a:solidFill>
          <a:ln w="12700">
            <a:solidFill>
              <a:srgbClr val="C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6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56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943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964"/>
          </a:solidFill>
          <a:ln w="12700">
            <a:solidFill>
              <a:srgbClr val="2B3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53479"/>
          </a:solidFill>
          <a:ln w="12700">
            <a:solidFill>
              <a:srgbClr val="4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56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943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43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6ED5E"/>
          </a:solidFill>
          <a:ln w="12700">
            <a:solidFill>
              <a:srgbClr val="A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59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A52E0"/>
          </a:solidFill>
          <a:ln w="12700">
            <a:solidFill>
              <a:srgbClr val="A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EDB70"/>
          </a:solidFill>
          <a:ln w="12700">
            <a:solidFill>
              <a:srgbClr val="C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3"/>
          </a:solidFill>
          <a:ln w="12700">
            <a:solidFill>
              <a:srgbClr val="47856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59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464"/>
          </a:solidFill>
          <a:ln w="12700">
            <a:solidFill>
              <a:srgbClr val="D8C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347"/>
          </a:solidFill>
          <a:ln w="12700">
            <a:solidFill>
              <a:srgbClr val="D1A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59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56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943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8"/>
          </a:solidFill>
          <a:ln w="12700">
            <a:solidFill>
              <a:srgbClr val="642B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4"/>
          </a:solidFill>
          <a:ln w="12700">
            <a:solidFill>
              <a:srgbClr val="793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56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943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6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43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AED"/>
          </a:solidFill>
          <a:ln w="12700">
            <a:solidFill>
              <a:srgbClr val="5EC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20093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6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752"/>
          </a:solidFill>
          <a:ln w="12700">
            <a:solidFill>
              <a:srgbClr val="E08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E"/>
          </a:solidFill>
          <a:ln w="12700">
            <a:solidFill>
              <a:srgbClr val="70DBC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4785"/>
          </a:solidFill>
          <a:ln w="12700">
            <a:solidFill>
              <a:srgbClr val="5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20093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798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7"/>
          </a:solidFill>
          <a:ln w="12700">
            <a:solidFill>
              <a:srgbClr val="64D8A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0"/>
          </a:solidFill>
          <a:ln w="12700">
            <a:solidFill>
              <a:srgbClr val="47D18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798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197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</a:t>
            </a:r>
            <a:pPr algn="ctr" indent="0" marL="0">
              <a:buNone/>
            </a:pPr>
            <a:r>
              <a:rPr lang="ar-SA" altLang="en-US" sz="5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6642B"/>
          </a:solidFill>
          <a:ln w="12700">
            <a:solidFill>
              <a:srgbClr val="5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7934"/>
          </a:solidFill>
          <a:ln w="12700">
            <a:solidFill>
              <a:srgbClr val="4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197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</a:t>
            </a:r>
            <a:pPr algn="ctr" indent="0" marL="0">
              <a:buNone/>
            </a:pPr>
            <a:r>
              <a:rPr lang="ar-SA" altLang="en-US" sz="5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1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97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</a:t>
            </a:r>
            <a:pPr algn="ctr" indent="0" marL="0">
              <a:buNone/>
            </a:pPr>
            <a:r>
              <a:rPr lang="ar-SA" altLang="en-US" sz="5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D"/>
          </a:solidFill>
          <a:ln w="12700">
            <a:solidFill>
              <a:srgbClr val="E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2001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798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3"/>
          </a:solidFill>
          <a:ln w="12700">
            <a:solidFill>
              <a:srgbClr val="52E06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370DB"/>
          </a:solidFill>
          <a:ln w="12700">
            <a:solidFill>
              <a:srgbClr val="B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A"/>
          </a:solidFill>
          <a:ln w="12700">
            <a:solidFill>
              <a:srgbClr val="85474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20093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798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A64D8"/>
          </a:solidFill>
          <a:ln w="12700">
            <a:solidFill>
              <a:srgbClr val="8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E47D1"/>
          </a:solidFill>
          <a:ln w="12700">
            <a:solidFill>
              <a:srgbClr val="5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93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798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20093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6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4"/>
          </a:solidFill>
          <a:ln w="12700">
            <a:solidFill>
              <a:srgbClr val="2B6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779"/>
          </a:solidFill>
          <a:ln w="12700">
            <a:solidFill>
              <a:srgbClr val="345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56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6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43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95E"/>
          </a:solidFill>
          <a:ln w="12700">
            <a:solidFill>
              <a:srgbClr val="EDC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56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943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4E0"/>
          </a:solidFill>
          <a:ln w="12700">
            <a:solidFill>
              <a:srgbClr val="526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870"/>
          </a:solidFill>
          <a:ln w="12700">
            <a:solidFill>
              <a:srgbClr val="DB9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8547"/>
          </a:solidFill>
          <a:ln w="12700">
            <a:solidFill>
              <a:srgbClr val="5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943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E64"/>
          </a:solidFill>
          <a:ln w="12700">
            <a:solidFill>
              <a:srgbClr val="D86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3"/>
          </a:solidFill>
          <a:ln w="12700">
            <a:solidFill>
              <a:srgbClr val="D1475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43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943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62B64"/>
          </a:solidFill>
          <a:ln w="12700">
            <a:solidFill>
              <a:srgbClr val="5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8"/>
          </a:solidFill>
          <a:ln w="12700">
            <a:solidFill>
              <a:srgbClr val="79346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943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6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43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6"/>
          </a:solidFill>
          <a:ln w="12700">
            <a:solidFill>
              <a:srgbClr val="5EEDA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56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943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7"/>
          </a:solidFill>
          <a:ln w="12700">
            <a:solidFill>
              <a:srgbClr val="E0528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E"/>
          </a:solidFill>
          <a:ln w="12700">
            <a:solidFill>
              <a:srgbClr val="70DB7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985"/>
          </a:solidFill>
          <a:ln w="12700">
            <a:solidFill>
              <a:srgbClr val="476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568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943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7D864"/>
          </a:solidFill>
          <a:ln w="12700">
            <a:solidFill>
              <a:srgbClr val="7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5D147"/>
          </a:solidFill>
          <a:ln w="12700">
            <a:solidFill>
              <a:srgbClr val="7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4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2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4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7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3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7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72B"/>
          </a:solidFill>
          <a:ln w="12700">
            <a:solidFill>
              <a:srgbClr val="644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934"/>
          </a:solidFill>
          <a:ln w="12700">
            <a:solidFill>
              <a:srgbClr val="79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E2A9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9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B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B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63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06-ra-zay</dc:title>
  <dc:subject>PptxGenJS Presentation</dc:subject>
  <dc:creator>PptxGenJS</dc:creator>
  <cp:lastModifiedBy>PptxGenJS</cp:lastModifiedBy>
  <cp:revision>1</cp:revision>
  <dcterms:created xsi:type="dcterms:W3CDTF">2026-10-21T19:56:16Z</dcterms:created>
  <dcterms:modified xsi:type="dcterms:W3CDTF">2026-10-21T19:56:16Z</dcterms:modified>
</cp:coreProperties>
</file>