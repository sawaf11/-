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31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55E"/>
          </a:solidFill>
          <a:ln w="12700">
            <a:solidFill>
              <a:srgbClr val="EDA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6"/>
          </a:solidFill>
          <a:ln w="12700">
            <a:solidFill>
              <a:srgbClr val="D147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6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E052"/>
          </a:solidFill>
          <a:ln w="12700">
            <a:solidFill>
              <a:srgbClr val="C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0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758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ED5E"/>
          </a:solidFill>
          <a:ln w="12700">
            <a:solidFill>
              <a:srgbClr val="A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DB70"/>
          </a:solidFill>
          <a:ln w="12700">
            <a:solidFill>
              <a:srgbClr val="C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347"/>
          </a:solidFill>
          <a:ln w="12700">
            <a:solidFill>
              <a:srgbClr val="D1A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752"/>
          </a:solidFill>
          <a:ln w="12700">
            <a:solidFill>
              <a:srgbClr val="E08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E"/>
          </a:solidFill>
          <a:ln w="12700">
            <a:solidFill>
              <a:srgbClr val="70DB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D"/>
          </a:solidFill>
          <a:ln w="12700">
            <a:solidFill>
              <a:srgbClr val="E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E64"/>
          </a:solidFill>
          <a:ln w="12700">
            <a:solidFill>
              <a:srgbClr val="D86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6"/>
          </a:solidFill>
          <a:ln w="12700">
            <a:solidFill>
              <a:srgbClr val="5EED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7"/>
          </a:solidFill>
          <a:ln w="12700">
            <a:solidFill>
              <a:srgbClr val="E052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E"/>
          </a:solidFill>
          <a:ln w="12700">
            <a:solidFill>
              <a:srgbClr val="70DB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A9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9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06-ra-zay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