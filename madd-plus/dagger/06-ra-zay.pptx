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33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6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64D8"/>
          </a:solidFill>
          <a:ln w="12700">
            <a:solidFill>
              <a:srgbClr val="6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4D1"/>
          </a:solidFill>
          <a:ln w="12700">
            <a:solidFill>
              <a:srgbClr val="475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55E"/>
          </a:solidFill>
          <a:ln w="12700">
            <a:solidFill>
              <a:srgbClr val="EDA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8E0"/>
          </a:solidFill>
          <a:ln w="12700">
            <a:solidFill>
              <a:srgbClr val="528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6"/>
          </a:solidFill>
          <a:ln w="12700">
            <a:solidFill>
              <a:srgbClr val="D147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6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1"/>
          </a:solidFill>
          <a:ln w="12700">
            <a:solidFill>
              <a:srgbClr val="5EED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FED"/>
          </a:solidFill>
          <a:ln w="12700">
            <a:solidFill>
              <a:srgbClr val="5E5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E052"/>
          </a:solidFill>
          <a:ln w="12700">
            <a:solidFill>
              <a:srgbClr val="C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BD1"/>
          </a:solidFill>
          <a:ln w="12700">
            <a:solidFill>
              <a:srgbClr val="47B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E"/>
          </a:solidFill>
          <a:ln w="12700">
            <a:solidFill>
              <a:srgbClr val="52E0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5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03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7589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F"/>
          </a:solidFill>
          <a:ln w="12700">
            <a:solidFill>
              <a:srgbClr val="D864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47D1"/>
          </a:solidFill>
          <a:ln w="12700">
            <a:solidFill>
              <a:srgbClr val="C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ED5E"/>
          </a:solidFill>
          <a:ln w="12700">
            <a:solidFill>
              <a:srgbClr val="A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DB70"/>
          </a:solidFill>
          <a:ln w="12700">
            <a:solidFill>
              <a:srgbClr val="C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97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347"/>
          </a:solidFill>
          <a:ln w="12700">
            <a:solidFill>
              <a:srgbClr val="D1A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AED"/>
          </a:solidFill>
          <a:ln w="12700">
            <a:solidFill>
              <a:srgbClr val="5EC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752"/>
          </a:solidFill>
          <a:ln w="12700">
            <a:solidFill>
              <a:srgbClr val="E08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E"/>
          </a:solidFill>
          <a:ln w="12700">
            <a:solidFill>
              <a:srgbClr val="70DB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41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4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186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D"/>
          </a:solidFill>
          <a:ln w="12700">
            <a:solidFill>
              <a:srgbClr val="E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3"/>
          </a:solidFill>
          <a:ln w="12700">
            <a:solidFill>
              <a:srgbClr val="52E0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70DB"/>
          </a:solidFill>
          <a:ln w="12700">
            <a:solidFill>
              <a:srgbClr val="B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47D1"/>
          </a:solidFill>
          <a:ln w="12700">
            <a:solidFill>
              <a:srgbClr val="5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95E"/>
          </a:solidFill>
          <a:ln w="12700">
            <a:solidFill>
              <a:srgbClr val="EDC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4E0"/>
          </a:solidFill>
          <a:ln w="12700">
            <a:solidFill>
              <a:srgbClr val="526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870"/>
          </a:solidFill>
          <a:ln w="12700">
            <a:solidFill>
              <a:srgbClr val="DB9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E64"/>
          </a:solidFill>
          <a:ln w="12700">
            <a:solidFill>
              <a:srgbClr val="D86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3"/>
          </a:solidFill>
          <a:ln w="12700">
            <a:solidFill>
              <a:srgbClr val="D147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8"/>
          </a:solidFill>
          <a:ln w="12700">
            <a:solidFill>
              <a:srgbClr val="7934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6"/>
          </a:solidFill>
          <a:ln w="12700">
            <a:solidFill>
              <a:srgbClr val="5EED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7"/>
          </a:solidFill>
          <a:ln w="12700">
            <a:solidFill>
              <a:srgbClr val="E052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E"/>
          </a:solidFill>
          <a:ln w="12700">
            <a:solidFill>
              <a:srgbClr val="70DB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D864"/>
          </a:solidFill>
          <a:ln w="12700">
            <a:solidFill>
              <a:srgbClr val="7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D147"/>
          </a:solidFill>
          <a:ln w="12700">
            <a:solidFill>
              <a:srgbClr val="7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7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E2A9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9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B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06-ra-zay</dc:title>
  <dc:subject>PptxGenJS Presentation</dc:subject>
  <dc:creator>PptxGenJS</dc:creator>
  <cp:lastModifiedBy>PptxGenJS</cp:lastModifiedBy>
  <cp:revision>1</cp:revision>
  <dcterms:created xsi:type="dcterms:W3CDTF">2026-10-21T20:03:12Z</dcterms:created>
  <dcterms:modified xsi:type="dcterms:W3CDTF">2026-10-21T20:03:12Z</dcterms:modified>
</cp:coreProperties>
</file>