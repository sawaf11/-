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109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7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5109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183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935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9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64D8"/>
          </a:solidFill>
          <a:ln w="12700">
            <a:solidFill>
              <a:srgbClr val="6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4D1"/>
          </a:solidFill>
          <a:ln w="12700">
            <a:solidFill>
              <a:srgbClr val="475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41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41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7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55E"/>
          </a:solidFill>
          <a:ln w="12700">
            <a:solidFill>
              <a:srgbClr val="EDA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8E0"/>
          </a:solidFill>
          <a:ln w="12700">
            <a:solidFill>
              <a:srgbClr val="528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6"/>
          </a:solidFill>
          <a:ln w="12700">
            <a:solidFill>
              <a:srgbClr val="D147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02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14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1"/>
          </a:solidFill>
          <a:ln w="12700">
            <a:solidFill>
              <a:srgbClr val="5EED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02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7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FED"/>
          </a:solidFill>
          <a:ln w="12700">
            <a:solidFill>
              <a:srgbClr val="5E5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E052"/>
          </a:solidFill>
          <a:ln w="12700">
            <a:solidFill>
              <a:srgbClr val="C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BD1"/>
          </a:solidFill>
          <a:ln w="12700">
            <a:solidFill>
              <a:srgbClr val="47B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8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18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E"/>
          </a:solidFill>
          <a:ln w="12700">
            <a:solidFill>
              <a:srgbClr val="52E0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2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5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632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45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609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F"/>
          </a:solidFill>
          <a:ln w="12700">
            <a:solidFill>
              <a:srgbClr val="D864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47D1"/>
          </a:solidFill>
          <a:ln w="12700">
            <a:solidFill>
              <a:srgbClr val="C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ED5E"/>
          </a:solidFill>
          <a:ln w="12700">
            <a:solidFill>
              <a:srgbClr val="A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59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DB70"/>
          </a:solidFill>
          <a:ln w="12700">
            <a:solidFill>
              <a:srgbClr val="C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59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347"/>
          </a:solidFill>
          <a:ln w="12700">
            <a:solidFill>
              <a:srgbClr val="D1A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59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AED"/>
          </a:solidFill>
          <a:ln w="12700">
            <a:solidFill>
              <a:srgbClr val="5EC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752"/>
          </a:solidFill>
          <a:ln w="12700">
            <a:solidFill>
              <a:srgbClr val="E08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E"/>
          </a:solidFill>
          <a:ln w="12700">
            <a:solidFill>
              <a:srgbClr val="70DB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9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9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1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r>
              <a:rPr lang="ar-SA" altLang="en-US" sz="5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D"/>
          </a:solidFill>
          <a:ln w="12700">
            <a:solidFill>
              <a:srgbClr val="E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9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3"/>
          </a:solidFill>
          <a:ln w="12700">
            <a:solidFill>
              <a:srgbClr val="52E0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70DB"/>
          </a:solidFill>
          <a:ln w="12700">
            <a:solidFill>
              <a:srgbClr val="B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9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47D1"/>
          </a:solidFill>
          <a:ln w="12700">
            <a:solidFill>
              <a:srgbClr val="5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98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95E"/>
          </a:solidFill>
          <a:ln w="12700">
            <a:solidFill>
              <a:srgbClr val="EDC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4E0"/>
          </a:solidFill>
          <a:ln w="12700">
            <a:solidFill>
              <a:srgbClr val="526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870"/>
          </a:solidFill>
          <a:ln w="12700">
            <a:solidFill>
              <a:srgbClr val="DB9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E64"/>
          </a:solidFill>
          <a:ln w="12700">
            <a:solidFill>
              <a:srgbClr val="D86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3"/>
          </a:solidFill>
          <a:ln w="12700">
            <a:solidFill>
              <a:srgbClr val="D147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8"/>
          </a:solidFill>
          <a:ln w="12700">
            <a:solidFill>
              <a:srgbClr val="7934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6"/>
          </a:solidFill>
          <a:ln w="12700">
            <a:solidFill>
              <a:srgbClr val="5EED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7"/>
          </a:solidFill>
          <a:ln w="12700">
            <a:solidFill>
              <a:srgbClr val="E052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E"/>
          </a:solidFill>
          <a:ln w="12700">
            <a:solidFill>
              <a:srgbClr val="70DB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985"/>
          </a:solidFill>
          <a:ln w="12700">
            <a:solidFill>
              <a:srgbClr val="476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43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D864"/>
          </a:solidFill>
          <a:ln w="12700">
            <a:solidFill>
              <a:srgbClr val="7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D147"/>
          </a:solidFill>
          <a:ln w="12700">
            <a:solidFill>
              <a:srgbClr val="7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4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7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9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9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B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06-ra-zay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