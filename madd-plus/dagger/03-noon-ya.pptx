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09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7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9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2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16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6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12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104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21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8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3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9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4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86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8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6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0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2026-10-21T18:02:23Z</dcterms:created>
  <dcterms:modified xsi:type="dcterms:W3CDTF">2026-10-21T18:02:23Z</dcterms:modified>
</cp:coreProperties>
</file>