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EED5E"/>
          </a:solidFill>
          <a:ln w="12700">
            <a:solidFill>
              <a:srgbClr val="C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10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6718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464"/>
          </a:solidFill>
          <a:ln w="12700">
            <a:solidFill>
              <a:srgbClr val="D8A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C47"/>
          </a:solidFill>
          <a:ln w="12700">
            <a:solidFill>
              <a:srgbClr val="D17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F52"/>
          </a:solidFill>
          <a:ln w="12700">
            <a:solidFill>
              <a:srgbClr val="E05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7"/>
          </a:solidFill>
          <a:ln w="12700">
            <a:solidFill>
              <a:srgbClr val="64D8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A"/>
          </a:solidFill>
          <a:ln w="12700">
            <a:solidFill>
              <a:srgbClr val="47D1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5EED"/>
          </a:solidFill>
          <a:ln w="12700">
            <a:solidFill>
              <a:srgbClr val="C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E052"/>
          </a:solidFill>
          <a:ln w="12700">
            <a:solidFill>
              <a:srgbClr val="6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70DB"/>
          </a:solidFill>
          <a:ln w="12700">
            <a:solidFill>
              <a:srgbClr val="9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64D8"/>
          </a:solidFill>
          <a:ln w="12700">
            <a:solidFill>
              <a:srgbClr val="6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7D1"/>
          </a:solidFill>
          <a:ln w="12700">
            <a:solidFill>
              <a:srgbClr val="475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B"/>
          </a:solidFill>
          <a:ln w="12700">
            <a:solidFill>
              <a:srgbClr val="D864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E"/>
          </a:solidFill>
          <a:ln w="12700">
            <a:solidFill>
              <a:srgbClr val="5EED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F"/>
          </a:solidFill>
          <a:ln w="12700">
            <a:solidFill>
              <a:srgbClr val="E052A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D147"/>
          </a:solidFill>
          <a:ln w="12700">
            <a:solidFill>
              <a:srgbClr val="9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97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97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BDB"/>
          </a:solidFill>
          <a:ln w="12700">
            <a:solidFill>
              <a:srgbClr val="709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1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ED1"/>
          </a:solidFill>
          <a:ln w="12700">
            <a:solidFill>
              <a:srgbClr val="47B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6"/>
          </a:solidFill>
          <a:ln w="12700">
            <a:solidFill>
              <a:srgbClr val="ED5E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6"/>
          </a:solidFill>
          <a:ln w="12700">
            <a:solidFill>
              <a:srgbClr val="DB70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pPr algn="ctr" indent="0" marL="0">
              <a:buNone/>
            </a:pPr>
            <a:r>
              <a:rPr lang="ar-SA" altLang="en-US" sz="3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247D1"/>
          </a:solidFill>
          <a:ln w="12700">
            <a:solidFill>
              <a:srgbClr val="C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85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25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52E0"/>
          </a:solidFill>
          <a:ln w="12700">
            <a:solidFill>
              <a:srgbClr val="A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16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pPr algn="ctr" indent="0" marL="0">
              <a:buNone/>
            </a:pPr>
            <a:r>
              <a:rPr lang="ar-SA" altLang="en-US" sz="4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264"/>
          </a:solidFill>
          <a:ln w="12700">
            <a:solidFill>
              <a:srgbClr val="D8C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2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DED"/>
          </a:solidFill>
          <a:ln w="12700">
            <a:solidFill>
              <a:srgbClr val="5EC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B"/>
          </a:solidFill>
          <a:ln w="12700">
            <a:solidFill>
              <a:srgbClr val="70DB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5"/>
          </a:solidFill>
          <a:ln w="12700">
            <a:solidFill>
              <a:srgbClr val="64D8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D"/>
          </a:solidFill>
          <a:ln w="12700">
            <a:solidFill>
              <a:srgbClr val="47D1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0"/>
          </a:solidFill>
          <a:ln w="12700">
            <a:solidFill>
              <a:srgbClr val="52E06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64D8"/>
          </a:solidFill>
          <a:ln w="12700">
            <a:solidFill>
              <a:srgbClr val="8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47D1"/>
          </a:solidFill>
          <a:ln w="12700">
            <a:solidFill>
              <a:srgbClr val="5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65E"/>
          </a:solidFill>
          <a:ln w="12700">
            <a:solidFill>
              <a:srgbClr val="EDC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7E0"/>
          </a:solidFill>
          <a:ln w="12700">
            <a:solidFill>
              <a:srgbClr val="526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670"/>
          </a:solidFill>
          <a:ln w="12700">
            <a:solidFill>
              <a:srgbClr val="DB9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B64"/>
          </a:solidFill>
          <a:ln w="12700">
            <a:solidFill>
              <a:srgbClr val="D86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6"/>
          </a:solidFill>
          <a:ln w="12700">
            <a:solidFill>
              <a:srgbClr val="D147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2"/>
          </a:solidFill>
          <a:ln w="12700">
            <a:solidFill>
              <a:srgbClr val="5EEDA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B"/>
          </a:solidFill>
          <a:ln w="12700">
            <a:solidFill>
              <a:srgbClr val="70DB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D864"/>
          </a:solidFill>
          <a:ln w="12700">
            <a:solidFill>
              <a:srgbClr val="7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76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F5EED"/>
          </a:solidFill>
          <a:ln w="12700">
            <a:solidFill>
              <a:srgbClr val="7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E052"/>
          </a:solidFill>
          <a:ln w="12700">
            <a:solidFill>
              <a:srgbClr val="A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0DB"/>
          </a:solidFill>
          <a:ln w="12700">
            <a:solidFill>
              <a:srgbClr val="708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9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10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6104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7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7D8"/>
          </a:solidFill>
          <a:ln w="12700">
            <a:solidFill>
              <a:srgbClr val="649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BD1"/>
          </a:solidFill>
          <a:ln w="12700">
            <a:solidFill>
              <a:srgbClr val="479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D"/>
          </a:solidFill>
          <a:ln w="12700">
            <a:solidFill>
              <a:srgbClr val="D147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ED5E"/>
          </a:solidFill>
          <a:ln w="12700">
            <a:solidFill>
              <a:srgbClr val="8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DB70"/>
          </a:solidFill>
          <a:ln w="12700">
            <a:solidFill>
              <a:srgbClr val="B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347"/>
          </a:solidFill>
          <a:ln w="12700">
            <a:solidFill>
              <a:srgbClr val="D1C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852"/>
          </a:solidFill>
          <a:ln w="12700">
            <a:solidFill>
              <a:srgbClr val="E0A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0DB"/>
          </a:solidFill>
          <a:ln w="12700">
            <a:solidFill>
              <a:srgbClr val="70D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4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C"/>
          </a:solidFill>
          <a:ln w="12700">
            <a:solidFill>
              <a:srgbClr val="ED5E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4"/>
          </a:solidFill>
          <a:ln w="12700">
            <a:solidFill>
              <a:srgbClr val="52E0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47D1"/>
          </a:solidFill>
          <a:ln w="12700">
            <a:solidFill>
              <a:srgbClr val="7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A5E"/>
          </a:solidFill>
          <a:ln w="12700">
            <a:solidFill>
              <a:srgbClr val="EDE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8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52E0"/>
          </a:solidFill>
          <a:ln w="12700">
            <a:solidFill>
              <a:srgbClr val="6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13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C47"/>
          </a:solidFill>
          <a:ln w="12700">
            <a:solidFill>
              <a:srgbClr val="D15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23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6"/>
          </a:solidFill>
          <a:ln w="12700">
            <a:solidFill>
              <a:srgbClr val="70DB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8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pPr algn="ctr" indent="0" marL="0">
              <a:buNone/>
            </a:pPr>
            <a:r>
              <a:rPr lang="ar-SA" altLang="en-US" sz="3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E052"/>
          </a:solidFill>
          <a:ln w="12700">
            <a:solidFill>
              <a:srgbClr val="8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0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pPr algn="ctr" indent="0" marL="0">
              <a:buNone/>
            </a:pPr>
            <a:r>
              <a:rPr lang="ar-SA" altLang="en-US" sz="3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8D1"/>
          </a:solidFill>
          <a:ln w="12700">
            <a:solidFill>
              <a:srgbClr val="477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0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pPr algn="ctr" indent="0" marL="0">
              <a:buNone/>
            </a:pPr>
            <a:r>
              <a:rPr lang="ar-SA" altLang="en-US" sz="4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86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ED5E"/>
          </a:solidFill>
          <a:ln w="12700">
            <a:solidFill>
              <a:srgbClr val="6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08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6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7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62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0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27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3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3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3B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B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5D1"/>
          </a:solidFill>
          <a:ln w="12700">
            <a:solidFill>
              <a:srgbClr val="475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D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D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03-noon-ya</dc:title>
  <dc:subject>PptxGenJS Presentation</dc:subject>
  <dc:creator>PptxGenJS</dc:creator>
  <cp:lastModifiedBy>PptxGenJS</cp:lastModifiedBy>
  <cp:revision>1</cp:revision>
  <dcterms:created xsi:type="dcterms:W3CDTF">2026-10-21T20:03:12Z</dcterms:created>
  <dcterms:modified xsi:type="dcterms:W3CDTF">2026-10-21T20:03:12Z</dcterms:modified>
</cp:coreProperties>
</file>