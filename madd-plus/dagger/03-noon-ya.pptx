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</p:sldIdLst>
  <p:notesMasterIdLst>
    <p:notesMasterId r:id="rId16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notesMaster" Target="notesMasters/notesMaster1.xml"/><Relationship Id="rId162" Type="http://schemas.openxmlformats.org/officeDocument/2006/relationships/presProps" Target="presProps.xml"/><Relationship Id="rId163" Type="http://schemas.openxmlformats.org/officeDocument/2006/relationships/viewProps" Target="viewProps.xml"/><Relationship Id="rId164" Type="http://schemas.openxmlformats.org/officeDocument/2006/relationships/theme" Target="theme/theme1.xml"/><Relationship Id="rId1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TrSnd" Type="http://schemas.openxmlformats.org/officeDocument/2006/relationships/audio" Target="../media/sparkle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TrSnd" Type="http://schemas.openxmlformats.org/officeDocument/2006/relationships/audio" Target="../media/marimba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TrSnd" Type="http://schemas.openxmlformats.org/officeDocument/2006/relationships/audio" Target="../media/harp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TrSnd" Type="http://schemas.openxmlformats.org/officeDocument/2006/relationships/audio" Target="../media/chime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TrSnd" Type="http://schemas.openxmlformats.org/officeDocument/2006/relationships/audio" Target="../media/whoosh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TrSnd" Type="http://schemas.openxmlformats.org/officeDocument/2006/relationships/audio" Target="../media/bubbles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TrSnd" Type="http://schemas.openxmlformats.org/officeDocument/2006/relationships/audio" Target="../media/sparkle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TrSnd" Type="http://schemas.openxmlformats.org/officeDocument/2006/relationships/audio" Target="../media/marimba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TrSnd" Type="http://schemas.openxmlformats.org/officeDocument/2006/relationships/audio" Target="../media/harp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TrSnd" Type="http://schemas.openxmlformats.org/officeDocument/2006/relationships/audio" Target="../media/chime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TrSnd" Type="http://schemas.openxmlformats.org/officeDocument/2006/relationships/audio" Target="../media/whoosh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TrSnd" Type="http://schemas.openxmlformats.org/officeDocument/2006/relationships/audio" Target="../media/bubbles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TrSnd" Type="http://schemas.openxmlformats.org/officeDocument/2006/relationships/audio" Target="../media/sparkle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TrSnd" Type="http://schemas.openxmlformats.org/officeDocument/2006/relationships/audio" Target="../media/marimba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TrSnd" Type="http://schemas.openxmlformats.org/officeDocument/2006/relationships/audio" Target="../media/harp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TrSnd" Type="http://schemas.openxmlformats.org/officeDocument/2006/relationships/audio" Target="../media/chime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TrSnd" Type="http://schemas.openxmlformats.org/officeDocument/2006/relationships/audio" Target="../media/whoosh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TrSnd" Type="http://schemas.openxmlformats.org/officeDocument/2006/relationships/audio" Target="../media/bubbles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TrSnd" Type="http://schemas.openxmlformats.org/officeDocument/2006/relationships/audio" Target="../media/sparkle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TrSnd" Type="http://schemas.openxmlformats.org/officeDocument/2006/relationships/audio" Target="../media/marimba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TrSnd" Type="http://schemas.openxmlformats.org/officeDocument/2006/relationships/audio" Target="../media/harp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TrSnd" Type="http://schemas.openxmlformats.org/officeDocument/2006/relationships/audio" Target="../media/chime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TrSnd" Type="http://schemas.openxmlformats.org/officeDocument/2006/relationships/audio" Target="../media/whoosh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TrSnd" Type="http://schemas.openxmlformats.org/officeDocument/2006/relationships/audio" Target="../media/bubbles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TrSnd" Type="http://schemas.openxmlformats.org/officeDocument/2006/relationships/audio" Target="../media/sparkle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TrSnd" Type="http://schemas.openxmlformats.org/officeDocument/2006/relationships/audio" Target="../media/marimba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TrSnd" Type="http://schemas.openxmlformats.org/officeDocument/2006/relationships/audio" Target="../media/harp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TrSnd" Type="http://schemas.openxmlformats.org/officeDocument/2006/relationships/audio" Target="../media/chime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TrSnd" Type="http://schemas.openxmlformats.org/officeDocument/2006/relationships/audio" Target="../media/whoosh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TrSnd" Type="http://schemas.openxmlformats.org/officeDocument/2006/relationships/audio" Target="../media/bubbles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TrSnd" Type="http://schemas.openxmlformats.org/officeDocument/2006/relationships/audio" Target="../media/sparkle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TrSnd" Type="http://schemas.openxmlformats.org/officeDocument/2006/relationships/audio" Target="../media/marimba.wav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TrSnd" Type="http://schemas.openxmlformats.org/officeDocument/2006/relationships/audio" Target="../media/harp.wav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TrSnd" Type="http://schemas.openxmlformats.org/officeDocument/2006/relationships/audio" Target="../media/chime.wav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TrSnd" Type="http://schemas.openxmlformats.org/officeDocument/2006/relationships/audio" Target="../media/whoosh.wav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EED5E"/>
          </a:solidFill>
          <a:ln w="12700">
            <a:solidFill>
              <a:srgbClr val="C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1189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22" name="C2 V1 vowel"/>
          <p:cNvSpPr txBox="1"/>
          <p:nvPr/>
        </p:nvSpPr>
        <p:spPr>
          <a:xfrm>
            <a:off x="6720840" y="161189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M2 madd"/>
          <p:cNvSpPr txBox="1"/>
          <p:nvPr/>
        </p:nvSpPr>
        <p:spPr>
          <a:xfrm>
            <a:off x="4343400" y="178079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800" dirty="0"/>
          </a:p>
        </p:txBody>
      </p:sp>
      <p:sp>
        <p:nvSpPr>
          <p:cNvPr id="25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6 R result"/>
          <p:cNvSpPr txBox="1"/>
          <p:nvPr/>
        </p:nvSpPr>
        <p:spPr>
          <a:xfrm>
            <a:off x="685800" y="15919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pPr algn="ctr" indent="0" marL="0">
              <a:buNone/>
            </a:pPr>
            <a:r>
              <a:rPr lang="ar-SA" altLang="en-US" sz="8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252E0"/>
          </a:solidFill>
          <a:ln w="12700">
            <a:solidFill>
              <a:srgbClr val="8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A70"/>
          </a:solidFill>
          <a:ln w="12700">
            <a:solidFill>
              <a:srgbClr val="DBC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2"/>
          </a:solidFill>
          <a:ln w="12700">
            <a:solidFill>
              <a:srgbClr val="47855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3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43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57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3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8908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pPr algn="ctr" indent="0" marL="0">
              <a:buNone/>
            </a:pPr>
            <a:r>
              <a:rPr lang="ar-SA" altLang="en-US" sz="7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464"/>
          </a:solidFill>
          <a:ln w="12700">
            <a:solidFill>
              <a:srgbClr val="D8A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C47"/>
          </a:solidFill>
          <a:ln w="12700">
            <a:solidFill>
              <a:srgbClr val="D17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3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3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57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538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pPr algn="ctr" indent="0" marL="0">
              <a:buNone/>
            </a:pPr>
            <a:r>
              <a:rPr lang="ar-SA" altLang="en-US" sz="7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59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464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8"/>
          </a:solidFill>
          <a:ln w="12700">
            <a:solidFill>
              <a:srgbClr val="642B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8"/>
          </a:solidFill>
          <a:ln w="12700">
            <a:solidFill>
              <a:srgbClr val="79344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62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462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0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8464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5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5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55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483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pPr algn="ctr" indent="0" marL="0">
              <a:buNone/>
            </a:pP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9"/>
          </a:solidFill>
          <a:ln w="12700">
            <a:solidFill>
              <a:srgbClr val="5EEDE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5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45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55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483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pPr algn="ctr" indent="0" marL="0">
              <a:buNone/>
            </a:pP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F52"/>
          </a:solidFill>
          <a:ln w="12700">
            <a:solidFill>
              <a:srgbClr val="E05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0"/>
          </a:solidFill>
          <a:ln w="12700">
            <a:solidFill>
              <a:srgbClr val="70DBB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C85"/>
          </a:solidFill>
          <a:ln w="12700">
            <a:solidFill>
              <a:srgbClr val="474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1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51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5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483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pPr algn="ctr" indent="0" marL="0">
              <a:buNone/>
            </a:pP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7"/>
          </a:solidFill>
          <a:ln w="12700">
            <a:solidFill>
              <a:srgbClr val="64D88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A"/>
          </a:solidFill>
          <a:ln w="12700">
            <a:solidFill>
              <a:srgbClr val="47D15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59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518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59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518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2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22B"/>
          </a:solidFill>
          <a:ln w="12700">
            <a:solidFill>
              <a:srgbClr val="646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97934"/>
          </a:solidFill>
          <a:ln w="12700">
            <a:solidFill>
              <a:srgbClr val="5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59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17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7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55EED"/>
          </a:solidFill>
          <a:ln w="12700">
            <a:solidFill>
              <a:srgbClr val="C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93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493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51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17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8E052"/>
          </a:solidFill>
          <a:ln w="12700">
            <a:solidFill>
              <a:srgbClr val="6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570DB"/>
          </a:solidFill>
          <a:ln w="12700">
            <a:solidFill>
              <a:srgbClr val="9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B"/>
          </a:solidFill>
          <a:ln w="12700">
            <a:solidFill>
              <a:srgbClr val="85475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5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55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442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1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17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A64D8"/>
          </a:solidFill>
          <a:ln w="12700">
            <a:solidFill>
              <a:srgbClr val="6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7D1"/>
          </a:solidFill>
          <a:ln w="12700">
            <a:solidFill>
              <a:srgbClr val="475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23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23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476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7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5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55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442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1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17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4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4"/>
          </a:solidFill>
          <a:ln w="12700">
            <a:solidFill>
              <a:srgbClr val="2B645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A79"/>
          </a:solidFill>
          <a:ln w="12700">
            <a:solidFill>
              <a:srgbClr val="346A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8518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518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15E"/>
          </a:solidFill>
          <a:ln w="12700">
            <a:solidFill>
              <a:srgbClr val="EDA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83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483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522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8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483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pPr algn="ctr" indent="0" marL="0">
              <a:buNone/>
            </a:pP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CE0"/>
          </a:solidFill>
          <a:ln w="12700">
            <a:solidFill>
              <a:srgbClr val="528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A70"/>
          </a:solidFill>
          <a:ln w="12700">
            <a:solidFill>
              <a:srgbClr val="DB7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A8547"/>
          </a:solidFill>
          <a:ln w="12700">
            <a:solidFill>
              <a:srgbClr val="6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3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53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46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3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483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pPr algn="ctr" indent="0" marL="0">
              <a:buNone/>
            </a:pP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B"/>
          </a:solidFill>
          <a:ln w="12700">
            <a:solidFill>
              <a:srgbClr val="D8647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A"/>
          </a:solidFill>
          <a:ln w="12700">
            <a:solidFill>
              <a:srgbClr val="D1477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83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83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522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8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312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pPr algn="ctr" indent="0" marL="0">
              <a:buNone/>
            </a:pP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72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472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533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9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019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pPr algn="ctr" indent="0" marL="0">
              <a:buNone/>
            </a:pP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62B64"/>
          </a:solidFill>
          <a:ln w="12700">
            <a:solidFill>
              <a:srgbClr val="46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73479"/>
          </a:solidFill>
          <a:ln w="12700">
            <a:solidFill>
              <a:srgbClr val="7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59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8464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93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93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51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218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E"/>
          </a:solidFill>
          <a:ln w="12700">
            <a:solidFill>
              <a:srgbClr val="5EED7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59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483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pPr algn="ctr" indent="0" marL="0">
              <a:buNone/>
            </a:pP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3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F"/>
          </a:solidFill>
          <a:ln w="12700">
            <a:solidFill>
              <a:srgbClr val="E052A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1DB70"/>
          </a:solidFill>
          <a:ln w="12700">
            <a:solidFill>
              <a:srgbClr val="8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A85"/>
          </a:solidFill>
          <a:ln w="12700">
            <a:solidFill>
              <a:srgbClr val="477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0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0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20093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6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أَنَ</a:t>
            </a:r>
            <a:pPr algn="ctr" indent="0" marL="0">
              <a:buNone/>
            </a:pP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8D864"/>
          </a:solidFill>
          <a:ln w="12700">
            <a:solidFill>
              <a:srgbClr val="9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CD147"/>
          </a:solidFill>
          <a:ln w="12700">
            <a:solidFill>
              <a:srgbClr val="9C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0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20093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6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7883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بَنَ</a:t>
            </a:r>
            <a:pPr algn="ctr" indent="0" marL="0">
              <a:buNone/>
            </a:pPr>
            <a:r>
              <a:rPr lang="ar-SA" altLang="en-US" sz="7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18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118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4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669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تَنَ</a:t>
            </a:r>
            <a:pPr algn="ctr" indent="0" marL="0">
              <a:buNone/>
            </a:pPr>
            <a:r>
              <a:rPr lang="ar-SA" altLang="en-US" sz="8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72B"/>
          </a:solidFill>
          <a:ln w="12700">
            <a:solidFill>
              <a:srgbClr val="643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634"/>
          </a:solidFill>
          <a:ln w="12700">
            <a:solidFill>
              <a:srgbClr val="796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18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118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4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ثَنَ</a:t>
            </a:r>
            <a:pPr algn="ctr" indent="0" marL="0">
              <a:buNone/>
            </a:pP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18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118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4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28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جَنَ</a:t>
            </a:r>
            <a:pPr algn="ctr" indent="0" marL="0">
              <a:buNone/>
            </a:pP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3ED"/>
          </a:solidFill>
          <a:ln w="12700">
            <a:solidFill>
              <a:srgbClr val="5E6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16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16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2001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9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28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حَنَ</a:t>
            </a:r>
            <a:pPr algn="ctr" indent="0" marL="0">
              <a:buNone/>
            </a:pP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33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3E052"/>
          </a:solidFill>
          <a:ln w="12700">
            <a:solidFill>
              <a:srgbClr val="D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5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BDB"/>
          </a:solidFill>
          <a:ln w="12700">
            <a:solidFill>
              <a:srgbClr val="709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04785"/>
          </a:solidFill>
          <a:ln w="12700">
            <a:solidFill>
              <a:srgbClr val="8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6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16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2001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9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719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خَنَ</a:t>
            </a:r>
            <a:pPr algn="ctr" indent="0" marL="0">
              <a:buNone/>
            </a:pPr>
            <a:r>
              <a:rPr lang="ar-SA" altLang="en-US" sz="8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5D8"/>
          </a:solidFill>
          <a:ln w="12700">
            <a:solidFill>
              <a:srgbClr val="64B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ED1"/>
          </a:solidFill>
          <a:ln w="12700">
            <a:solidFill>
              <a:srgbClr val="47B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5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5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2010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197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197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91629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دَنَ</a:t>
            </a:r>
            <a:pPr algn="ctr" indent="0" marL="0">
              <a:buNone/>
            </a:pPr>
            <a:r>
              <a:rPr lang="ar-SA" altLang="en-US" sz="7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97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197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2010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592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7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592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7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987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ذَنَ</a:t>
            </a:r>
            <a:pPr algn="ctr" indent="0" marL="0">
              <a:buNone/>
            </a:pP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C642B"/>
          </a:solidFill>
          <a:ln w="12700">
            <a:solidFill>
              <a:srgbClr val="2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5"/>
          </a:solidFill>
          <a:ln w="12700">
            <a:solidFill>
              <a:srgbClr val="34795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0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0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20093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6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987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رَنَ</a:t>
            </a:r>
            <a:pPr algn="ctr" indent="0" marL="0">
              <a:buNone/>
            </a:pP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49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149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20036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987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زَنَ</a:t>
            </a:r>
            <a:pPr algn="ctr" indent="0" marL="0">
              <a:buNone/>
            </a:pP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6"/>
          </a:solidFill>
          <a:ln w="12700">
            <a:solidFill>
              <a:srgbClr val="ED5E8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200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200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6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5069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سَنَ</a:t>
            </a:r>
            <a:pPr algn="ctr" indent="0" marL="0">
              <a:buNone/>
            </a:pPr>
            <a:r>
              <a:rPr lang="ar-SA" altLang="en-US" sz="6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4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A"/>
          </a:solidFill>
          <a:ln w="12700">
            <a:solidFill>
              <a:srgbClr val="52E0C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6"/>
          </a:solidFill>
          <a:ln w="12700">
            <a:solidFill>
              <a:srgbClr val="DB70B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147"/>
          </a:solidFill>
          <a:ln w="12700">
            <a:solidFill>
              <a:srgbClr val="857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200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200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6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502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شَنَ</a:t>
            </a:r>
            <a:pPr algn="ctr" indent="0" marL="0">
              <a:buNone/>
            </a:pPr>
            <a:r>
              <a:rPr lang="ar-SA" altLang="en-US" sz="5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2"/>
          </a:solidFill>
          <a:ln w="12700">
            <a:solidFill>
              <a:srgbClr val="D864D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247D1"/>
          </a:solidFill>
          <a:ln w="12700">
            <a:solidFill>
              <a:srgbClr val="C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210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210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968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958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</a:t>
            </a:r>
            <a:pPr algn="ctr" indent="0" marL="0">
              <a:buNone/>
            </a:pPr>
            <a:r>
              <a:rPr lang="ar-SA" altLang="en-US" sz="5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210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210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968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534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ضَنَ</a:t>
            </a:r>
            <a:pPr algn="ctr" indent="0" marL="0">
              <a:buNone/>
            </a:pPr>
            <a:r>
              <a:rPr lang="ar-SA" altLang="en-US" sz="6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3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B64"/>
          </a:solidFill>
          <a:ln w="12700">
            <a:solidFill>
              <a:srgbClr val="2B3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33479"/>
          </a:solidFill>
          <a:ln w="12700">
            <a:solidFill>
              <a:srgbClr val="4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0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0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20093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6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6020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طَنَ</a:t>
            </a:r>
            <a:pPr algn="ctr" indent="0" marL="0">
              <a:buNone/>
            </a:pPr>
            <a:r>
              <a:rPr lang="ar-SA" altLang="en-US" sz="7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38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138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20048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2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28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ظَنَ</a:t>
            </a:r>
            <a:pPr algn="ctr" indent="0" marL="0">
              <a:buNone/>
            </a:pP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AED5E"/>
          </a:solidFill>
          <a:ln w="12700">
            <a:solidFill>
              <a:srgbClr val="A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189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7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189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3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99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28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عَنَ</a:t>
            </a:r>
            <a:pPr algn="ctr" indent="0" marL="0">
              <a:buNone/>
            </a:pP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752E0"/>
          </a:solidFill>
          <a:ln w="12700">
            <a:solidFill>
              <a:srgbClr val="A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1DB70"/>
          </a:solidFill>
          <a:ln w="12700">
            <a:solidFill>
              <a:srgbClr val="D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2"/>
          </a:solidFill>
          <a:ln w="12700">
            <a:solidFill>
              <a:srgbClr val="47856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89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7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189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3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99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4778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غَنَ</a:t>
            </a:r>
            <a:pPr algn="ctr" indent="0" marL="0">
              <a:buNone/>
            </a:pP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264"/>
          </a:solidFill>
          <a:ln w="12700">
            <a:solidFill>
              <a:srgbClr val="D8C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F47"/>
          </a:solidFill>
          <a:ln w="12700">
            <a:solidFill>
              <a:srgbClr val="D19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38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138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20048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2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394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فَنَ</a:t>
            </a:r>
            <a:pPr algn="ctr" indent="0" marL="0">
              <a:buNone/>
            </a:pPr>
            <a:r>
              <a:rPr lang="ar-SA" altLang="en-US" sz="6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28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3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128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2005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3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669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قَنَ</a:t>
            </a:r>
            <a:pPr algn="ctr" indent="0" marL="0">
              <a:buNone/>
            </a:pPr>
            <a:r>
              <a:rPr lang="ar-SA" altLang="en-US" sz="8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9"/>
          </a:solidFill>
          <a:ln w="12700">
            <a:solidFill>
              <a:srgbClr val="642B4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6"/>
          </a:solidFill>
          <a:ln w="12700">
            <a:solidFill>
              <a:srgbClr val="79343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49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149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20036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5679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كَنَ</a:t>
            </a:r>
            <a:pPr algn="ctr" indent="0" marL="0">
              <a:buNone/>
            </a:pPr>
            <a:r>
              <a:rPr lang="ar-SA" altLang="en-US" sz="6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49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149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20036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لَنَ</a:t>
            </a:r>
            <a:pPr algn="ctr" indent="0" marL="0">
              <a:buNone/>
            </a:pP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DED"/>
          </a:solidFill>
          <a:ln w="12700">
            <a:solidFill>
              <a:srgbClr val="5EC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26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26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0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20093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6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9395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مَنَ</a:t>
            </a:r>
            <a:pPr algn="ctr" indent="0" marL="0">
              <a:buNone/>
            </a:pPr>
            <a:r>
              <a:rPr lang="ar-SA" altLang="en-US" sz="6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4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352"/>
          </a:solidFill>
          <a:ln w="12700">
            <a:solidFill>
              <a:srgbClr val="E08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B"/>
          </a:solidFill>
          <a:ln w="12700">
            <a:solidFill>
              <a:srgbClr val="70DBC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34785"/>
          </a:solidFill>
          <a:ln w="12700">
            <a:solidFill>
              <a:srgbClr val="5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3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43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57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3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448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أَنَ</a:t>
            </a:r>
            <a:pPr algn="ctr" indent="0" marL="0">
              <a:buNone/>
            </a:pPr>
            <a:r>
              <a:rPr lang="ar-SA" altLang="en-US" sz="7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5"/>
          </a:solidFill>
          <a:ln w="12700">
            <a:solidFill>
              <a:srgbClr val="64D8A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D"/>
          </a:solidFill>
          <a:ln w="12700">
            <a:solidFill>
              <a:srgbClr val="47D17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3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3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57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8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بَنَ</a:t>
            </a:r>
            <a:pPr algn="ctr" indent="0" marL="0">
              <a:buNone/>
            </a:pP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59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8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تَنَ</a:t>
            </a:r>
            <a:pPr algn="ctr" indent="0" marL="0">
              <a:buNone/>
            </a:pP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433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7642B"/>
          </a:solidFill>
          <a:ln w="12700">
            <a:solidFill>
              <a:srgbClr val="5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77934"/>
          </a:solidFill>
          <a:ln w="12700">
            <a:solidFill>
              <a:srgbClr val="4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62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0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462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0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8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ثَنَ</a:t>
            </a:r>
            <a:pPr algn="ctr" indent="0" marL="0">
              <a:buNone/>
            </a:pP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5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55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8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جَنَ</a:t>
            </a:r>
            <a:pPr algn="ctr" indent="0" marL="0">
              <a:buNone/>
            </a:pP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95EED"/>
          </a:solidFill>
          <a:ln w="12700">
            <a:solidFill>
              <a:srgbClr val="E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5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45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55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1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8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حَنَ</a:t>
            </a:r>
            <a:pPr algn="ctr" indent="0" marL="0">
              <a:buNone/>
            </a:pP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2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0"/>
          </a:solidFill>
          <a:ln w="12700">
            <a:solidFill>
              <a:srgbClr val="52E06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070DB"/>
          </a:solidFill>
          <a:ln w="12700">
            <a:solidFill>
              <a:srgbClr val="B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C"/>
          </a:solidFill>
          <a:ln w="12700">
            <a:solidFill>
              <a:srgbClr val="85474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1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51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5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8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خَنَ</a:t>
            </a:r>
            <a:pPr algn="ctr" indent="0" marL="0">
              <a:buNone/>
            </a:pP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864D8"/>
          </a:solidFill>
          <a:ln w="12700">
            <a:solidFill>
              <a:srgbClr val="8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B47D1"/>
          </a:solidFill>
          <a:ln w="12700">
            <a:solidFill>
              <a:srgbClr val="5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59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791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دَنَ</a:t>
            </a:r>
            <a:pPr algn="ctr" indent="0" marL="0">
              <a:buNone/>
            </a:pP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59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791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ذَنَ</a:t>
            </a:r>
            <a:pPr algn="ctr" indent="0" marL="0">
              <a:buNone/>
            </a:pP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2"/>
          </a:solidFill>
          <a:ln w="12700">
            <a:solidFill>
              <a:srgbClr val="2B646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879"/>
          </a:solidFill>
          <a:ln w="12700">
            <a:solidFill>
              <a:srgbClr val="345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59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8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رَنَ</a:t>
            </a:r>
            <a:pPr algn="ctr" indent="0" marL="0">
              <a:buNone/>
            </a:pP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8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زَنَ</a:t>
            </a:r>
            <a:pPr algn="ctr" indent="0" marL="0">
              <a:buNone/>
            </a:pP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65E"/>
          </a:solidFill>
          <a:ln w="12700">
            <a:solidFill>
              <a:srgbClr val="EDC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93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493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51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8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سَنَ</a:t>
            </a:r>
            <a:pPr algn="ctr" indent="0" marL="0">
              <a:buNone/>
            </a:pP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43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7E0"/>
          </a:solidFill>
          <a:ln w="12700">
            <a:solidFill>
              <a:srgbClr val="526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670"/>
          </a:solidFill>
          <a:ln w="12700">
            <a:solidFill>
              <a:srgbClr val="DB9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B8547"/>
          </a:solidFill>
          <a:ln w="12700">
            <a:solidFill>
              <a:srgbClr val="5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5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55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442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1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8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شَنَ</a:t>
            </a:r>
            <a:pPr algn="ctr" indent="0" marL="0">
              <a:buNone/>
            </a:pP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B64"/>
          </a:solidFill>
          <a:ln w="12700">
            <a:solidFill>
              <a:srgbClr val="D86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6"/>
          </a:solidFill>
          <a:ln w="12700">
            <a:solidFill>
              <a:srgbClr val="D1475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23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523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476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8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</a:t>
            </a:r>
            <a:pPr algn="ctr" indent="0" marL="0">
              <a:buNone/>
            </a:pP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5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55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442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8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ضَنَ</a:t>
            </a:r>
            <a:pPr algn="ctr" indent="0" marL="0">
              <a:buNone/>
            </a:pP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42B64"/>
          </a:solidFill>
          <a:ln w="12700">
            <a:solidFill>
              <a:srgbClr val="5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A"/>
          </a:solidFill>
          <a:ln w="12700">
            <a:solidFill>
              <a:srgbClr val="79346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8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طَنَ</a:t>
            </a:r>
            <a:pPr algn="ctr" indent="0" marL="0">
              <a:buNone/>
            </a:pP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8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ظَنَ</a:t>
            </a:r>
            <a:pPr algn="ctr" indent="0" marL="0">
              <a:buNone/>
            </a:pP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2"/>
          </a:solidFill>
          <a:ln w="12700">
            <a:solidFill>
              <a:srgbClr val="5EEDA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83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483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522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8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8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عَنَ</a:t>
            </a:r>
            <a:pPr algn="ctr" indent="0" marL="0">
              <a:buNone/>
            </a:pP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431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B"/>
          </a:solidFill>
          <a:ln w="12700">
            <a:solidFill>
              <a:srgbClr val="E0528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B"/>
          </a:solidFill>
          <a:ln w="12700">
            <a:solidFill>
              <a:srgbClr val="70DB7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A85"/>
          </a:solidFill>
          <a:ln w="12700">
            <a:solidFill>
              <a:srgbClr val="476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3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53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46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3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8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غَنَ</a:t>
            </a:r>
            <a:pPr algn="ctr" indent="0" marL="0">
              <a:buNone/>
            </a:pP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AD864"/>
          </a:solidFill>
          <a:ln w="12700">
            <a:solidFill>
              <a:srgbClr val="7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9D147"/>
          </a:solidFill>
          <a:ln w="12700">
            <a:solidFill>
              <a:srgbClr val="7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83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83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522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8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فَنَ</a:t>
            </a:r>
            <a:pPr algn="ctr" indent="0" marL="0">
              <a:buNone/>
            </a:pP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2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472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533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9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8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قَنَ</a:t>
            </a:r>
            <a:pPr algn="ctr" indent="0" marL="0">
              <a:buNone/>
            </a:pP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4314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62B"/>
          </a:solidFill>
          <a:ln w="12700">
            <a:solidFill>
              <a:srgbClr val="6446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834"/>
          </a:solidFill>
          <a:ln w="12700">
            <a:solidFill>
              <a:srgbClr val="797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59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8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كَنَ</a:t>
            </a:r>
            <a:pPr algn="ctr" indent="0" marL="0">
              <a:buNone/>
            </a:pP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93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93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51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8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لَنَ</a:t>
            </a:r>
            <a:pPr algn="ctr" indent="0" marL="0">
              <a:buNone/>
            </a:pP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F5EED"/>
          </a:solidFill>
          <a:ln w="12700">
            <a:solidFill>
              <a:srgbClr val="7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59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8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مَنَ</a:t>
            </a:r>
            <a:pPr algn="ctr" indent="0" marL="0">
              <a:buNone/>
            </a:pP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433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EE052"/>
          </a:solidFill>
          <a:ln w="12700">
            <a:solidFill>
              <a:srgbClr val="A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0DB"/>
          </a:solidFill>
          <a:ln w="12700">
            <a:solidFill>
              <a:srgbClr val="708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9"/>
          </a:solidFill>
          <a:ln w="12700">
            <a:solidFill>
              <a:srgbClr val="85477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37473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900" dirty="0"/>
          </a:p>
        </p:txBody>
      </p:sp>
      <p:sp>
        <p:nvSpPr>
          <p:cNvPr id="19" name="C2 V1 vowel"/>
          <p:cNvSpPr txBox="1"/>
          <p:nvPr/>
        </p:nvSpPr>
        <p:spPr>
          <a:xfrm>
            <a:off x="6720840" y="137473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M2 madd"/>
          <p:cNvSpPr txBox="1"/>
          <p:nvPr/>
        </p:nvSpPr>
        <p:spPr>
          <a:xfrm>
            <a:off x="4343400" y="17819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7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900" dirty="0"/>
          </a:p>
        </p:txBody>
      </p:sp>
      <p:sp>
        <p:nvSpPr>
          <p:cNvPr id="22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6 R result"/>
          <p:cNvSpPr txBox="1"/>
          <p:nvPr/>
        </p:nvSpPr>
        <p:spPr>
          <a:xfrm>
            <a:off x="685800" y="127337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pPr algn="ctr" indent="0" marL="0">
              <a:buNone/>
            </a:pPr>
            <a:r>
              <a:rPr lang="ar-SA" altLang="en-US" sz="9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7D8"/>
          </a:solidFill>
          <a:ln w="12700">
            <a:solidFill>
              <a:srgbClr val="649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BD1"/>
          </a:solidFill>
          <a:ln w="12700">
            <a:solidFill>
              <a:srgbClr val="479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84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84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57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80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pPr algn="ctr" indent="0" marL="0">
              <a:buNone/>
            </a:pP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84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84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57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3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410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pPr algn="ctr" indent="0" marL="0">
              <a:buNone/>
            </a:pPr>
            <a:r>
              <a:rPr lang="ar-SA" altLang="en-US" sz="8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2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8"/>
          </a:solidFill>
          <a:ln w="12700">
            <a:solidFill>
              <a:srgbClr val="2B643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6"/>
          </a:solidFill>
          <a:ln w="12700">
            <a:solidFill>
              <a:srgbClr val="34796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59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508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pPr algn="ctr" indent="0" marL="0">
              <a:buNone/>
            </a:pPr>
            <a:r>
              <a:rPr lang="ar-SA" altLang="en-US" sz="8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968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968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0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08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pPr algn="ctr" indent="0" marL="0">
              <a:buNone/>
            </a:pPr>
            <a:r>
              <a:rPr lang="ar-SA" altLang="en-US" sz="8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2"/>
          </a:solidFill>
          <a:ln w="12700">
            <a:solidFill>
              <a:srgbClr val="ED5E6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927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927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55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538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pPr algn="ctr" indent="0" marL="0">
              <a:buNone/>
            </a:pP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44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2E0"/>
          </a:solidFill>
          <a:ln w="12700">
            <a:solidFill>
              <a:srgbClr val="52D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B"/>
          </a:solidFill>
          <a:ln w="12700">
            <a:solidFill>
              <a:srgbClr val="DB709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147"/>
          </a:solidFill>
          <a:ln w="12700">
            <a:solidFill>
              <a:srgbClr val="858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927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927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55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1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538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pPr algn="ctr" indent="0" marL="0">
              <a:buNone/>
            </a:pP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4"/>
          </a:solidFill>
          <a:ln w="12700">
            <a:solidFill>
              <a:srgbClr val="D864B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D"/>
          </a:solidFill>
          <a:ln w="12700">
            <a:solidFill>
              <a:srgbClr val="D147B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168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168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38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pPr algn="ctr" indent="0" marL="0">
              <a:buNone/>
            </a:pP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602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5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00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5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00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5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508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pPr algn="ctr" indent="0" marL="0">
              <a:buNone/>
            </a:pPr>
            <a:r>
              <a:rPr lang="ar-SA" altLang="en-US" sz="8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42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C64"/>
          </a:solidFill>
          <a:ln w="12700">
            <a:solidFill>
              <a:srgbClr val="2B2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53479"/>
          </a:solidFill>
          <a:ln w="12700">
            <a:solidFill>
              <a:srgbClr val="5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602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5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71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71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512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602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831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831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19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pPr algn="ctr" indent="0" marL="0">
              <a:buNone/>
            </a:pP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5ED5E"/>
          </a:solidFill>
          <a:ln w="12700">
            <a:solidFill>
              <a:srgbClr val="8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88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88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219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pPr algn="ctr" indent="0" marL="0">
              <a:buNone/>
            </a:pP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2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B52E0"/>
          </a:solidFill>
          <a:ln w="12700">
            <a:solidFill>
              <a:srgbClr val="C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5DB70"/>
          </a:solidFill>
          <a:ln w="12700">
            <a:solidFill>
              <a:srgbClr val="B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1"/>
          </a:solidFill>
          <a:ln w="12700">
            <a:solidFill>
              <a:srgbClr val="47857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088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088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51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219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pPr algn="ctr" indent="0" marL="0">
              <a:buNone/>
            </a:pP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1D864"/>
          </a:solidFill>
          <a:ln w="12700">
            <a:solidFill>
              <a:srgbClr val="D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347"/>
          </a:solidFill>
          <a:ln w="12700">
            <a:solidFill>
              <a:srgbClr val="D1C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329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329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442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8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pPr algn="ctr" indent="0" marL="0">
              <a:buNone/>
            </a:pP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208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208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476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219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pPr algn="ctr" indent="0" marL="0">
              <a:buNone/>
            </a:pP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A"/>
          </a:solidFill>
          <a:ln w="12700">
            <a:solidFill>
              <a:srgbClr val="642B3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434"/>
          </a:solidFill>
          <a:ln w="12700">
            <a:solidFill>
              <a:srgbClr val="794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329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329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442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1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219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pPr algn="ctr" indent="0" marL="0">
              <a:buNone/>
            </a:pP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88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88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44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9ED"/>
          </a:solidFill>
          <a:ln w="12700">
            <a:solidFill>
              <a:srgbClr val="5EA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88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88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44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43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852"/>
          </a:solidFill>
          <a:ln w="12700">
            <a:solidFill>
              <a:srgbClr val="E0A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0DB"/>
          </a:solidFill>
          <a:ln w="12700">
            <a:solidFill>
              <a:srgbClr val="70D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24785"/>
          </a:solidFill>
          <a:ln w="12700">
            <a:solidFill>
              <a:srgbClr val="6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048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048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522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8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538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pPr algn="ctr" indent="0" marL="0">
              <a:buNone/>
            </a:pP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2"/>
          </a:solidFill>
          <a:ln w="12700">
            <a:solidFill>
              <a:srgbClr val="64D8C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0"/>
          </a:solidFill>
          <a:ln w="12700">
            <a:solidFill>
              <a:srgbClr val="47D1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248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248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46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38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pPr algn="ctr" indent="0" marL="0">
              <a:buNone/>
            </a:pP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048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048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522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8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508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pPr algn="ctr" indent="0" marL="0">
              <a:buNone/>
            </a:pPr>
            <a:r>
              <a:rPr lang="ar-SA" altLang="en-US" sz="8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434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9642B"/>
          </a:solidFill>
          <a:ln w="12700">
            <a:solidFill>
              <a:srgbClr val="4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57934"/>
          </a:solidFill>
          <a:ln w="12700">
            <a:solidFill>
              <a:srgbClr val="3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008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008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533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068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pPr algn="ctr" indent="0" marL="0">
              <a:buNone/>
            </a:pPr>
            <a:r>
              <a:rPr lang="ar-SA" altLang="en-US" sz="8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59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08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pPr algn="ctr" indent="0" marL="0">
              <a:buNone/>
            </a:pPr>
            <a:r>
              <a:rPr lang="ar-SA" altLang="en-US" sz="8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C"/>
          </a:solidFill>
          <a:ln w="12700">
            <a:solidFill>
              <a:srgbClr val="ED5EC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088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088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51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67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pPr algn="ctr" indent="0" marL="0">
              <a:buNone/>
            </a:pP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4"/>
          </a:solidFill>
          <a:ln w="12700">
            <a:solidFill>
              <a:srgbClr val="52E08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C70DB"/>
          </a:solidFill>
          <a:ln w="12700">
            <a:solidFill>
              <a:srgbClr val="C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347"/>
          </a:solidFill>
          <a:ln w="12700">
            <a:solidFill>
              <a:srgbClr val="855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59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538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pPr algn="ctr" indent="0" marL="0">
              <a:buNone/>
            </a:pP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564D8"/>
          </a:solidFill>
          <a:ln w="12700">
            <a:solidFill>
              <a:srgbClr val="A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E47D1"/>
          </a:solidFill>
          <a:ln w="12700">
            <a:solidFill>
              <a:srgbClr val="7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59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19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pPr algn="ctr" indent="0" marL="0">
              <a:buNone/>
            </a:pP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602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5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970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5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970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5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508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pPr algn="ctr" indent="0" marL="0">
              <a:buNone/>
            </a:pPr>
            <a:r>
              <a:rPr lang="ar-SA" altLang="en-US" sz="8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44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764"/>
          </a:solidFill>
          <a:ln w="12700">
            <a:solidFill>
              <a:srgbClr val="2B5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779"/>
          </a:solidFill>
          <a:ln w="12700">
            <a:solidFill>
              <a:srgbClr val="344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602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5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782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782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219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pPr algn="ctr" indent="0" marL="0">
              <a:buNone/>
            </a:pP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722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722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20093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6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أَيَ</a:t>
            </a:r>
            <a:pPr algn="ctr" indent="0" marL="0">
              <a:buNone/>
            </a:pP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A5E"/>
          </a:solidFill>
          <a:ln w="12700">
            <a:solidFill>
              <a:srgbClr val="EDE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722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722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20093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6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8521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بَيَ</a:t>
            </a:r>
            <a:pPr algn="ctr" indent="0" marL="0">
              <a:buNone/>
            </a:pPr>
            <a:r>
              <a:rPr lang="ar-SA" altLang="en-US" sz="8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142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152E0"/>
          </a:solidFill>
          <a:ln w="12700">
            <a:solidFill>
              <a:srgbClr val="6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170"/>
          </a:solidFill>
          <a:ln w="12700">
            <a:solidFill>
              <a:srgbClr val="DBB1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B8547"/>
          </a:solidFill>
          <a:ln w="12700">
            <a:solidFill>
              <a:srgbClr val="4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80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80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4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310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تَيَ</a:t>
            </a:r>
            <a:pPr algn="ctr" indent="0" marL="0">
              <a:buNone/>
            </a:pPr>
            <a:r>
              <a:rPr lang="ar-SA" altLang="en-US" sz="7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864"/>
          </a:solidFill>
          <a:ln w="12700">
            <a:solidFill>
              <a:srgbClr val="D88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C47"/>
          </a:solidFill>
          <a:ln w="12700">
            <a:solidFill>
              <a:srgbClr val="D15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80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80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4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ثَيَ</a:t>
            </a:r>
            <a:pPr algn="ctr" indent="0" marL="0">
              <a:buNone/>
            </a:pP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80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80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4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006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جَيَ</a:t>
            </a:r>
            <a:pPr algn="ctr" indent="0" marL="0">
              <a:buNone/>
            </a:pP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2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32B64"/>
          </a:solidFill>
          <a:ln w="12700">
            <a:solidFill>
              <a:srgbClr val="6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8"/>
          </a:solidFill>
          <a:ln w="12700">
            <a:solidFill>
              <a:srgbClr val="79345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003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003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2001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9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حَيَ</a:t>
            </a:r>
            <a:pPr algn="ctr" indent="0" marL="0">
              <a:buNone/>
            </a:pP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003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003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2001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023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خَيَ</a:t>
            </a:r>
            <a:pPr algn="ctr" indent="0" marL="0">
              <a:buNone/>
            </a:pPr>
            <a:r>
              <a:rPr lang="ar-SA" altLang="en-US" sz="8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7"/>
          </a:solidFill>
          <a:ln w="12700">
            <a:solidFill>
              <a:srgbClr val="5EEDC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95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595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642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642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8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8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2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2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540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دَيَ</a:t>
            </a:r>
            <a:pPr algn="ctr" indent="0" marL="0">
              <a:buNone/>
            </a:pPr>
            <a:r>
              <a:rPr lang="ar-SA" altLang="en-US" sz="7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431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6"/>
          </a:solidFill>
          <a:ln w="12700">
            <a:solidFill>
              <a:srgbClr val="E0526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6"/>
          </a:solidFill>
          <a:ln w="12700">
            <a:solidFill>
              <a:srgbClr val="70DB9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A85"/>
          </a:solidFill>
          <a:ln w="12700">
            <a:solidFill>
              <a:srgbClr val="475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2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2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642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642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8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8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571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571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ذَيَ</a:t>
            </a:r>
            <a:pPr algn="ctr" indent="0" marL="0">
              <a:buNone/>
            </a:pP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B"/>
          </a:solidFill>
          <a:ln w="12700">
            <a:solidFill>
              <a:srgbClr val="64D86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5D147"/>
          </a:solidFill>
          <a:ln w="12700">
            <a:solidFill>
              <a:srgbClr val="5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722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722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20093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6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1632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رَيَ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923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923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20036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174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زَيَ</a:t>
            </a:r>
            <a:pPr algn="ctr" indent="0" marL="0">
              <a:buNone/>
            </a:pPr>
            <a:r>
              <a:rPr lang="ar-SA" altLang="en-US" sz="6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43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52B"/>
          </a:solidFill>
          <a:ln w="12700">
            <a:solidFill>
              <a:srgbClr val="645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97934"/>
          </a:solidFill>
          <a:ln w="12700">
            <a:solidFill>
              <a:srgbClr val="6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124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124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6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2462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سَيَ</a:t>
            </a:r>
            <a:pPr algn="ctr" indent="0" marL="0">
              <a:buNone/>
            </a:pPr>
            <a:r>
              <a:rPr lang="ar-SA" altLang="en-US" sz="5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124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124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6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50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شَيَ</a:t>
            </a:r>
            <a:pPr algn="ctr" indent="0" marL="0">
              <a:buNone/>
            </a:pPr>
            <a:r>
              <a:rPr lang="ar-SA" altLang="en-US" sz="5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35EED"/>
          </a:solidFill>
          <a:ln w="12700">
            <a:solidFill>
              <a:srgbClr val="A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16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5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16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968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0238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صَيَ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3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AE052"/>
          </a:solidFill>
          <a:ln w="12700">
            <a:solidFill>
              <a:srgbClr val="8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C70DB"/>
          </a:solidFill>
          <a:ln w="12700">
            <a:solidFill>
              <a:srgbClr val="7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A"/>
          </a:solidFill>
          <a:ln w="12700">
            <a:solidFill>
              <a:srgbClr val="85476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16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5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16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968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523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ضَيَ</a:t>
            </a:r>
            <a:pPr algn="ctr" indent="0" marL="0">
              <a:buNone/>
            </a:pPr>
            <a:r>
              <a:rPr lang="ar-SA" altLang="en-US" sz="6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9D8"/>
          </a:solidFill>
          <a:ln w="12700">
            <a:solidFill>
              <a:srgbClr val="647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8D1"/>
          </a:solidFill>
          <a:ln w="12700">
            <a:solidFill>
              <a:srgbClr val="477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722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722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20093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6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5345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طَيَ</a:t>
            </a:r>
            <a:pPr algn="ctr" indent="0" marL="0">
              <a:buNone/>
            </a:pPr>
            <a:r>
              <a:rPr lang="ar-SA" altLang="en-US" sz="7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883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2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883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20048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2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ظَيَ</a:t>
            </a:r>
            <a:pPr algn="ctr" indent="0" marL="0">
              <a:buNone/>
            </a:pPr>
            <a:r>
              <a:rPr lang="ar-SA" altLang="en-US" sz="6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6"/>
          </a:solidFill>
          <a:ln w="12700">
            <a:solidFill>
              <a:srgbClr val="2B644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8"/>
          </a:solidFill>
          <a:ln w="12700">
            <a:solidFill>
              <a:srgbClr val="34797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083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7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083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99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486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عَيَ</a:t>
            </a:r>
            <a:pPr algn="ctr" indent="0" marL="0">
              <a:buNone/>
            </a:pP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083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083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99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57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غَيَ</a:t>
            </a:r>
            <a:pPr algn="ctr" indent="0" marL="0">
              <a:buNone/>
            </a:pPr>
            <a:r>
              <a:rPr lang="ar-SA" altLang="en-US" sz="7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05E"/>
          </a:solidFill>
          <a:ln w="12700">
            <a:solidFill>
              <a:srgbClr val="ED8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883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2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883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20048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2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352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فَيَ</a:t>
            </a:r>
            <a:pPr algn="ctr" indent="0" marL="0">
              <a:buNone/>
            </a:pPr>
            <a:r>
              <a:rPr lang="ar-SA" altLang="en-US" sz="6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14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DE0"/>
          </a:solidFill>
          <a:ln w="12700">
            <a:solidFill>
              <a:srgbClr val="52A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F"/>
          </a:solidFill>
          <a:ln w="12700">
            <a:solidFill>
              <a:srgbClr val="DB707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98547"/>
          </a:solidFill>
          <a:ln w="12700">
            <a:solidFill>
              <a:srgbClr val="7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843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843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2005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3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734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قَيَ</a:t>
            </a:r>
            <a:pPr algn="ctr" indent="0" marL="0">
              <a:buNone/>
            </a:pPr>
            <a:r>
              <a:rPr lang="ar-SA" altLang="en-US" sz="7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6"/>
          </a:solidFill>
          <a:ln w="12700">
            <a:solidFill>
              <a:srgbClr val="D8649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A"/>
          </a:solidFill>
          <a:ln w="12700">
            <a:solidFill>
              <a:srgbClr val="D1479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923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923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20036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5549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كَيَ</a:t>
            </a:r>
            <a:pPr algn="ctr" indent="0" marL="0">
              <a:buNone/>
            </a:pPr>
            <a:r>
              <a:rPr lang="ar-SA" altLang="en-US" sz="6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923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923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20036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لَيَ</a:t>
            </a:r>
            <a:pPr algn="ctr" indent="0" marL="0">
              <a:buNone/>
            </a:pP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14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82B64"/>
          </a:solidFill>
          <a:ln w="12700">
            <a:solidFill>
              <a:srgbClr val="3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73479"/>
          </a:solidFill>
          <a:ln w="12700">
            <a:solidFill>
              <a:srgbClr val="6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23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23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68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68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2010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592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مَيَ</a:t>
            </a:r>
            <a:pPr algn="ctr" indent="0" marL="0">
              <a:buNone/>
            </a:pP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68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68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2010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65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65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91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نَيَ</a:t>
            </a:r>
            <a:pPr algn="ctr" indent="0" marL="0">
              <a:buNone/>
            </a:pPr>
            <a:r>
              <a:rPr lang="ar-SA" altLang="en-US" sz="7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1ED5E"/>
          </a:solidFill>
          <a:ln w="12700">
            <a:solidFill>
              <a:srgbClr val="6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65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565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8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642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642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8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8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528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528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8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592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هَيَ</a:t>
            </a:r>
            <a:pPr algn="ctr" indent="0" marL="0">
              <a:buNone/>
            </a:pP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3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1"/>
          </a:solidFill>
          <a:ln w="12700">
            <a:solidFill>
              <a:srgbClr val="E052D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ADB70"/>
          </a:solidFill>
          <a:ln w="12700">
            <a:solidFill>
              <a:srgbClr val="9A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1"/>
          </a:solidFill>
          <a:ln w="12700">
            <a:solidFill>
              <a:srgbClr val="47858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57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57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722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722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20093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6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303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وَيَ</a:t>
            </a:r>
            <a:pPr algn="ctr" indent="0" marL="0">
              <a:buNone/>
            </a:pPr>
            <a:r>
              <a:rPr lang="ar-SA" altLang="en-US" sz="5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3D864"/>
          </a:solidFill>
          <a:ln w="12700">
            <a:solidFill>
              <a:srgbClr val="B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CD147"/>
          </a:solidFill>
          <a:ln w="12700">
            <a:solidFill>
              <a:srgbClr val="BC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84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84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57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أَيَ</a:t>
            </a:r>
            <a:pPr algn="ctr" indent="0" marL="0">
              <a:buNone/>
            </a:pPr>
            <a:r>
              <a:rPr lang="ar-SA" altLang="en-US" sz="6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6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84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84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57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3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023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بَيَ</a:t>
            </a:r>
            <a:pPr algn="ctr" indent="0" marL="0">
              <a:buNone/>
            </a:pPr>
            <a:r>
              <a:rPr lang="ar-SA" altLang="en-US" sz="8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431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C"/>
          </a:solidFill>
          <a:ln w="12700">
            <a:solidFill>
              <a:srgbClr val="642B2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634"/>
          </a:solidFill>
          <a:ln w="12700">
            <a:solidFill>
              <a:srgbClr val="795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59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تَيَ</a:t>
            </a:r>
            <a:pPr algn="ctr" indent="0" marL="0">
              <a:buNone/>
            </a:pP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968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968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0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ثَيَ</a:t>
            </a:r>
            <a:pPr algn="ctr" indent="0" marL="0">
              <a:buNone/>
            </a:pPr>
            <a:r>
              <a:rPr lang="ar-SA" altLang="en-US" sz="6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4ED"/>
          </a:solidFill>
          <a:ln w="12700">
            <a:solidFill>
              <a:srgbClr val="5E8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927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927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55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1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3992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جَيَ</a:t>
            </a:r>
            <a:pPr algn="ctr" indent="0" marL="0">
              <a:buNone/>
            </a:pPr>
            <a:r>
              <a:rPr lang="ar-SA" altLang="en-US" sz="8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432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C52"/>
          </a:solidFill>
          <a:ln w="12700">
            <a:solidFill>
              <a:srgbClr val="E0C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5DB"/>
          </a:solidFill>
          <a:ln w="12700">
            <a:solidFill>
              <a:srgbClr val="70B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24785"/>
          </a:solidFill>
          <a:ln w="12700">
            <a:solidFill>
              <a:srgbClr val="7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927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927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55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1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3992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حَيَ</a:t>
            </a:r>
            <a:pPr algn="ctr" indent="0" marL="0">
              <a:buNone/>
            </a:pPr>
            <a:r>
              <a:rPr lang="ar-SA" altLang="en-US" sz="8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0D8"/>
          </a:solidFill>
          <a:ln w="12700">
            <a:solidFill>
              <a:srgbClr val="64D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3"/>
          </a:solidFill>
          <a:ln w="12700">
            <a:solidFill>
              <a:srgbClr val="47D1C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168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168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011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خَيَ</a:t>
            </a:r>
            <a:pPr algn="ctr" indent="0" marL="0">
              <a:buNone/>
            </a:pP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0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00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5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602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5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387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دَيَ</a:t>
            </a:r>
            <a:pPr algn="ctr" indent="0" marL="0">
              <a:buNone/>
            </a:pP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3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A642B"/>
          </a:solidFill>
          <a:ln w="12700">
            <a:solidFill>
              <a:srgbClr val="3A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4"/>
          </a:solidFill>
          <a:ln w="12700">
            <a:solidFill>
              <a:srgbClr val="34794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71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71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5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602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5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585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ذَيَ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31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831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602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3992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رَيَ</a:t>
            </a:r>
            <a:pPr algn="ctr" indent="0" marL="0">
              <a:buNone/>
            </a:pPr>
            <a:r>
              <a:rPr lang="ar-SA" altLang="en-US" sz="8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8"/>
          </a:solidFill>
          <a:ln w="12700">
            <a:solidFill>
              <a:srgbClr val="ED5EA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88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88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007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زَيَ</a:t>
            </a:r>
            <a:pPr algn="ctr" indent="0" marL="0">
              <a:buNone/>
            </a:pP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144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9"/>
          </a:solidFill>
          <a:ln w="12700">
            <a:solidFill>
              <a:srgbClr val="52E0A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F"/>
          </a:solidFill>
          <a:ln w="12700">
            <a:solidFill>
              <a:srgbClr val="DB70C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347"/>
          </a:solidFill>
          <a:ln w="12700">
            <a:solidFill>
              <a:srgbClr val="856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088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088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51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7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3992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سَيَ</a:t>
            </a:r>
            <a:pPr algn="ctr" indent="0" marL="0">
              <a:buNone/>
            </a:pPr>
            <a:r>
              <a:rPr lang="ar-SA" altLang="en-US" sz="8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364D8"/>
          </a:solidFill>
          <a:ln w="12700">
            <a:solidFill>
              <a:srgbClr val="C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147D1"/>
          </a:solidFill>
          <a:ln w="12700">
            <a:solidFill>
              <a:srgbClr val="A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329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329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442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04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شَيَ</a:t>
            </a:r>
            <a:pPr algn="ctr" indent="0" marL="0">
              <a:buNone/>
            </a:pPr>
            <a:r>
              <a:rPr lang="ar-SA" altLang="en-US" sz="7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208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208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476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3992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صَيَ</a:t>
            </a:r>
            <a:pPr algn="ctr" indent="0" marL="0">
              <a:buNone/>
            </a:pPr>
            <a:r>
              <a:rPr lang="ar-SA" altLang="en-US" sz="8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864"/>
          </a:solidFill>
          <a:ln w="12700">
            <a:solidFill>
              <a:srgbClr val="2B4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579"/>
          </a:solidFill>
          <a:ln w="12700">
            <a:solidFill>
              <a:srgbClr val="343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329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329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442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112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ضَيَ</a:t>
            </a:r>
            <a:pPr algn="ctr" indent="0" marL="0">
              <a:buNone/>
            </a:pPr>
            <a:r>
              <a:rPr lang="ar-SA" altLang="en-US" sz="7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88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88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8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طَيَ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BED5E"/>
          </a:solidFill>
          <a:ln w="12700">
            <a:solidFill>
              <a:srgbClr val="C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88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88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58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ظَيَ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141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552E0"/>
          </a:solidFill>
          <a:ln w="12700">
            <a:solidFill>
              <a:srgbClr val="8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C70"/>
          </a:solidFill>
          <a:ln w="12700">
            <a:solidFill>
              <a:srgbClr val="DBCC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3"/>
          </a:solidFill>
          <a:ln w="12700">
            <a:solidFill>
              <a:srgbClr val="47855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048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048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522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8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266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عَيَ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664"/>
          </a:solidFill>
          <a:ln w="12700">
            <a:solidFill>
              <a:srgbClr val="D8A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F47"/>
          </a:solidFill>
          <a:ln w="12700">
            <a:solidFill>
              <a:srgbClr val="D17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248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248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46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90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غَيَ</a:t>
            </a:r>
            <a:pPr algn="ctr" indent="0" marL="0">
              <a:buNone/>
            </a:pPr>
            <a:r>
              <a:rPr lang="ar-SA" altLang="en-US" sz="7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048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048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522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8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805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فَيَ</a:t>
            </a:r>
            <a:pPr algn="ctr" indent="0" marL="0">
              <a:buNone/>
            </a:pP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3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6"/>
          </a:solidFill>
          <a:ln w="12700">
            <a:solidFill>
              <a:srgbClr val="642B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6"/>
          </a:solidFill>
          <a:ln w="12700">
            <a:solidFill>
              <a:srgbClr val="79344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008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008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533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9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805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قَيَ</a:t>
            </a:r>
            <a:pPr algn="ctr" indent="0" marL="0">
              <a:buNone/>
            </a:pP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59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59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كَيَ</a:t>
            </a:r>
            <a:pPr algn="ctr" indent="0" marL="0">
              <a:buNone/>
            </a:pP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B"/>
          </a:solidFill>
          <a:ln w="12700">
            <a:solidFill>
              <a:srgbClr val="5EEDE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088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088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51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86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لَيَ</a:t>
            </a:r>
            <a:pPr algn="ctr" indent="0" marL="0">
              <a:buNone/>
            </a:pPr>
            <a:r>
              <a:rPr lang="ar-SA" altLang="en-US" sz="6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43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252"/>
          </a:solidFill>
          <a:ln w="12700">
            <a:solidFill>
              <a:srgbClr val="E06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2"/>
          </a:solidFill>
          <a:ln w="12700">
            <a:solidFill>
              <a:srgbClr val="70DBB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B85"/>
          </a:solidFill>
          <a:ln w="12700">
            <a:solidFill>
              <a:srgbClr val="474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59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3992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مَيَ</a:t>
            </a:r>
            <a:pPr algn="ctr" indent="0" marL="0">
              <a:buNone/>
            </a:pPr>
            <a:r>
              <a:rPr lang="ar-SA" altLang="en-US" sz="8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9"/>
          </a:solidFill>
          <a:ln w="12700">
            <a:solidFill>
              <a:srgbClr val="64D88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D"/>
          </a:solidFill>
          <a:ln w="12700">
            <a:solidFill>
              <a:srgbClr val="47D15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59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نَيَ</a:t>
            </a:r>
            <a:pPr algn="ctr" indent="0" marL="0">
              <a:buNone/>
            </a:pP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0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970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5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602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5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387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هَيَ</a:t>
            </a:r>
            <a:pPr algn="ctr" indent="0" marL="0">
              <a:buNone/>
            </a:pP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43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32B"/>
          </a:solidFill>
          <a:ln w="12700">
            <a:solidFill>
              <a:srgbClr val="646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87934"/>
          </a:solidFill>
          <a:ln w="12700">
            <a:solidFill>
              <a:srgbClr val="5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782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782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5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602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5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3992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وَيَ</a:t>
            </a:r>
            <a:pPr algn="ctr" indent="0" marL="0">
              <a:buNone/>
            </a:pPr>
            <a:r>
              <a:rPr lang="ar-SA" altLang="en-US" sz="8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036604" y="896112"/>
            <a:ext cx="167411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036604" y="896112"/>
            <a:ext cx="167411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pPr algn="ctr" indent="0" marL="0">
              <a:buNone/>
            </a:pPr>
            <a:r>
              <a:rPr lang="ar-SA" altLang="en-US" sz="5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</a:t>
            </a:r>
            <a:endParaRPr lang="ar-SA" sz="5800" dirty="0"/>
          </a:p>
        </p:txBody>
      </p:sp>
      <p:sp>
        <p:nvSpPr>
          <p:cNvPr id="12" name="C2 W2 pill"/>
          <p:cNvSpPr/>
          <p:nvPr/>
        </p:nvSpPr>
        <p:spPr>
          <a:xfrm>
            <a:off x="2433283" y="896112"/>
            <a:ext cx="22832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33283" y="896112"/>
            <a:ext cx="22832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كِتَابٌ</a:t>
            </a:r>
            <a:endParaRPr lang="ar-SA" sz="58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89289" y="2834640"/>
            <a:ext cx="35654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89289" y="2834640"/>
            <a:ext cx="35654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pPr algn="ctr" indent="0" marL="0">
              <a:buNone/>
            </a:pPr>
            <a:r>
              <a:rPr lang="ar-SA" altLang="en-US" sz="5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 كِتَابٌ</a:t>
            </a:r>
            <a:endParaRPr lang="ar-SA" sz="5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85EED"/>
          </a:solidFill>
          <a:ln w="12700">
            <a:solidFill>
              <a:srgbClr val="C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890308" y="896112"/>
            <a:ext cx="18598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63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890308" y="896112"/>
            <a:ext cx="18598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لِكَ</a:t>
            </a:r>
            <a:endParaRPr lang="ar-SA" sz="5400" dirty="0"/>
          </a:p>
        </p:txBody>
      </p:sp>
      <p:sp>
        <p:nvSpPr>
          <p:cNvPr id="20" name="C2 W2 pill"/>
          <p:cNvSpPr/>
          <p:nvPr/>
        </p:nvSpPr>
        <p:spPr>
          <a:xfrm>
            <a:off x="2393804" y="896112"/>
            <a:ext cx="21764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3E2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393804" y="896112"/>
            <a:ext cx="21764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خَيۡرٌ</a:t>
            </a:r>
            <a:endParaRPr lang="ar-SA" sz="54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51049" y="2834640"/>
            <a:ext cx="364190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51049" y="2834640"/>
            <a:ext cx="364190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لِكَ خَيۡرٌ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3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5E052"/>
          </a:solidFill>
          <a:ln w="12700">
            <a:solidFill>
              <a:srgbClr val="6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770DB"/>
          </a:solidFill>
          <a:ln w="12700">
            <a:solidFill>
              <a:srgbClr val="9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A"/>
          </a:solidFill>
          <a:ln w="12700">
            <a:solidFill>
              <a:srgbClr val="85475A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934754" y="896112"/>
            <a:ext cx="1360413" cy="1371600"/>
          </a:xfrm>
          <a:prstGeom prst="roundRect">
            <a:avLst>
              <a:gd name="adj" fmla="val 26886"/>
            </a:avLst>
          </a:prstGeom>
          <a:solidFill>
            <a:srgbClr val="FFFFFF"/>
          </a:solidFill>
          <a:ln w="76200">
            <a:solidFill>
              <a:srgbClr val="36E23B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934754" y="896112"/>
            <a:ext cx="136041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2848833" y="896112"/>
            <a:ext cx="17658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B36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848833" y="896112"/>
            <a:ext cx="17658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وَاحِدٌ</a:t>
            </a:r>
            <a:endParaRPr lang="ar-SA" sz="4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3191006" y="2834640"/>
            <a:ext cx="276198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3191006" y="2834640"/>
            <a:ext cx="276198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 وَاحِدٌ</a:t>
            </a:r>
            <a:endParaRPr lang="ar-SA" sz="4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C64D8"/>
          </a:solidFill>
          <a:ln w="12700">
            <a:solidFill>
              <a:srgbClr val="6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5D1"/>
          </a:solidFill>
          <a:ln w="12700">
            <a:solidFill>
              <a:srgbClr val="475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489122" y="896112"/>
            <a:ext cx="27429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D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489122" y="896112"/>
            <a:ext cx="27429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الرَّحۡم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1911948" y="896112"/>
            <a:ext cx="22571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6D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1911948" y="896112"/>
            <a:ext cx="22571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الرَّحِيمِ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207569" y="2834640"/>
            <a:ext cx="472886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207569" y="2834640"/>
            <a:ext cx="472886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الرَّحۡم</a:t>
            </a:r>
            <a:pPr algn="ctr" indent="0" marL="0">
              <a:buNone/>
            </a:pPr>
            <a:r>
              <a:rPr lang="ar-SA" altLang="en-US" sz="45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 الرَّحِيمِ</a:t>
            </a:r>
            <a:endParaRPr lang="ar-SA" sz="4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159</Slides>
  <Notes>159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159</vt:i4>
      </vt:variant>
    </vt:vector>
  </HeadingPairs>
  <TitlesOfParts>
    <vt:vector size="1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Dagger alif 03-noon-ya</dc:title>
  <dc:subject>PptxGenJS Presentation</dc:subject>
  <dc:creator>PptxGenJS</dc:creator>
  <cp:lastModifiedBy>PptxGenJS</cp:lastModifiedBy>
  <cp:revision>1</cp:revision>
  <dcterms:created xsi:type="dcterms:W3CDTF">2026-10-21T19:56:15Z</dcterms:created>
  <dcterms:modified xsi:type="dcterms:W3CDTF">2026-10-21T19:56:15Z</dcterms:modified>
</cp:coreProperties>
</file>