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ED5E"/>
          </a:solidFill>
          <a:ln w="12700">
            <a:solidFill>
              <a:srgbClr val="C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E"/>
          </a:solidFill>
          <a:ln w="12700">
            <a:solidFill>
              <a:srgbClr val="5EED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F"/>
          </a:solidFill>
          <a:ln w="12700">
            <a:solidFill>
              <a:srgbClr val="E052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9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ED1"/>
          </a:solidFill>
          <a:ln w="12700">
            <a:solidFill>
              <a:srgbClr val="47B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6"/>
          </a:solidFill>
          <a:ln w="12700">
            <a:solidFill>
              <a:srgbClr val="ED5E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6"/>
          </a:solidFill>
          <a:ln w="12700">
            <a:solidFill>
              <a:srgbClr val="DB70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4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47D1"/>
          </a:solidFill>
          <a:ln w="12700">
            <a:solidFill>
              <a:srgbClr val="C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4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25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52E0"/>
          </a:solidFill>
          <a:ln w="12700">
            <a:solidFill>
              <a:srgbClr val="A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16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264"/>
          </a:solidFill>
          <a:ln w="12700">
            <a:solidFill>
              <a:srgbClr val="D8C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DED"/>
          </a:solidFill>
          <a:ln w="12700">
            <a:solidFill>
              <a:srgbClr val="5EC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5"/>
          </a:solidFill>
          <a:ln w="12700">
            <a:solidFill>
              <a:srgbClr val="64D8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0"/>
          </a:solidFill>
          <a:ln w="12700">
            <a:solidFill>
              <a:srgbClr val="52E0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64D8"/>
          </a:solidFill>
          <a:ln w="12700">
            <a:solidFill>
              <a:srgbClr val="8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47D1"/>
          </a:solidFill>
          <a:ln w="12700">
            <a:solidFill>
              <a:srgbClr val="5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D864"/>
          </a:solidFill>
          <a:ln w="12700">
            <a:solidFill>
              <a:srgbClr val="7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5EED"/>
          </a:solidFill>
          <a:ln w="12700">
            <a:solidFill>
              <a:srgbClr val="7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E052"/>
          </a:solidFill>
          <a:ln w="12700">
            <a:solidFill>
              <a:srgbClr val="A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56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10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8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7D8"/>
          </a:solidFill>
          <a:ln w="12700">
            <a:solidFill>
              <a:srgbClr val="649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D"/>
          </a:solidFill>
          <a:ln w="12700">
            <a:solidFill>
              <a:srgbClr val="D147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347"/>
          </a:solidFill>
          <a:ln w="12700">
            <a:solidFill>
              <a:srgbClr val="D1C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8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6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4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4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0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86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6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08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6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6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0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3B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B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D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D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03-noon-ya</dc:title>
  <dc:subject>PptxGenJS Presentation</dc:subject>
  <dc:creator>PptxGenJS</dc:creator>
  <cp:lastModifiedBy>PptxGenJS</cp:lastModifiedBy>
  <cp:revision>1</cp:revision>
  <dcterms:created xsi:type="dcterms:W3CDTF">2026-10-21T20:04:05Z</dcterms:created>
  <dcterms:modified xsi:type="dcterms:W3CDTF">2026-10-21T20:04:05Z</dcterms:modified>
</cp:coreProperties>
</file>