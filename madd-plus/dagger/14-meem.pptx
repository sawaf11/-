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1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754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6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8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66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D147"/>
          </a:solidFill>
          <a:ln w="12700">
            <a:solidFill>
              <a:srgbClr val="9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92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30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9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E052"/>
          </a:solidFill>
          <a:ln w="12700">
            <a:solidFill>
              <a:srgbClr val="D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3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3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8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9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0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ED5E"/>
          </a:solidFill>
          <a:ln w="12700">
            <a:solidFill>
              <a:srgbClr val="A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1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4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00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69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07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2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0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3"/>
          </a:solidFill>
          <a:ln w="12700">
            <a:solidFill>
              <a:srgbClr val="5EED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14-meem</dc:title>
  <dc:subject>PptxGenJS Presentation</dc:subject>
  <dc:creator>PptxGenJS</dc:creator>
  <cp:lastModifiedBy>PptxGenJS</cp:lastModifiedBy>
  <cp:revision>1</cp:revision>
  <dcterms:created xsi:type="dcterms:W3CDTF">2026-10-21T20:03:13Z</dcterms:created>
  <dcterms:modified xsi:type="dcterms:W3CDTF">2026-10-21T20:03:13Z</dcterms:modified>
</cp:coreProperties>
</file>