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662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7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58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6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6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23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9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61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23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D147"/>
          </a:solidFill>
          <a:ln w="12700">
            <a:solidFill>
              <a:srgbClr val="9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15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E052"/>
          </a:solidFill>
          <a:ln w="12700">
            <a:solidFill>
              <a:srgbClr val="D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0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67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98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71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ضَمَـ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طَمَـ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3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ED5E"/>
          </a:solidFill>
          <a:ln w="12700">
            <a:solidFill>
              <a:srgbClr val="A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84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9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كَمَـ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2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3"/>
          </a:solidFill>
          <a:ln w="12700">
            <a:solidFill>
              <a:srgbClr val="5EED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14-meem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