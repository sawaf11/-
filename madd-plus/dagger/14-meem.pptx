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707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4707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09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7543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52E0"/>
          </a:solidFill>
          <a:ln w="12700">
            <a:solidFill>
              <a:srgbClr val="8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564"/>
          </a:solidFill>
          <a:ln w="12700">
            <a:solidFill>
              <a:srgbClr val="D8A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D47"/>
          </a:solidFill>
          <a:ln w="12700">
            <a:solidFill>
              <a:srgbClr val="D17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99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7"/>
          </a:solidFill>
          <a:ln w="12700">
            <a:solidFill>
              <a:srgbClr val="642B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7"/>
          </a:solidFill>
          <a:ln w="12700">
            <a:solidFill>
              <a:srgbClr val="7934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A"/>
          </a:solidFill>
          <a:ln w="12700">
            <a:solidFill>
              <a:srgbClr val="5EEDE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052"/>
          </a:solidFill>
          <a:ln w="12700">
            <a:solidFill>
              <a:srgbClr val="E06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1"/>
          </a:solidFill>
          <a:ln w="12700">
            <a:solidFill>
              <a:srgbClr val="70DB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8"/>
          </a:solidFill>
          <a:ln w="12700">
            <a:solidFill>
              <a:srgbClr val="64D8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B"/>
          </a:solidFill>
          <a:ln w="12700">
            <a:solidFill>
              <a:srgbClr val="47D1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94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5EED"/>
          </a:solidFill>
          <a:ln w="12700">
            <a:solidFill>
              <a:srgbClr val="C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6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E052"/>
          </a:solidFill>
          <a:ln w="12700">
            <a:solidFill>
              <a:srgbClr val="6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70DB"/>
          </a:solidFill>
          <a:ln w="12700">
            <a:solidFill>
              <a:srgbClr val="9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3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64D8"/>
          </a:solidFill>
          <a:ln w="12700">
            <a:solidFill>
              <a:srgbClr val="6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6D1"/>
          </a:solidFill>
          <a:ln w="12700">
            <a:solidFill>
              <a:srgbClr val="475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60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35E"/>
          </a:solidFill>
          <a:ln w="12700">
            <a:solidFill>
              <a:srgbClr val="EDA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AE0"/>
          </a:solidFill>
          <a:ln w="12700">
            <a:solidFill>
              <a:srgbClr val="528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B70"/>
          </a:solidFill>
          <a:ln w="12700">
            <a:solidFill>
              <a:srgbClr val="DB7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A"/>
          </a:solidFill>
          <a:ln w="12700">
            <a:solidFill>
              <a:srgbClr val="D864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8"/>
          </a:solidFill>
          <a:ln w="12700">
            <a:solidFill>
              <a:srgbClr val="D147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82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2B64"/>
          </a:solidFill>
          <a:ln w="12700">
            <a:solidFill>
              <a:srgbClr val="4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83479"/>
          </a:solidFill>
          <a:ln w="12700">
            <a:solidFill>
              <a:srgbClr val="7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F"/>
          </a:solidFill>
          <a:ln w="12700">
            <a:solidFill>
              <a:srgbClr val="5EED7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66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E"/>
          </a:solidFill>
          <a:ln w="12700">
            <a:solidFill>
              <a:srgbClr val="E052A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DB70"/>
          </a:solidFill>
          <a:ln w="12700">
            <a:solidFill>
              <a:srgbClr val="8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985"/>
          </a:solidFill>
          <a:ln w="12700">
            <a:solidFill>
              <a:srgbClr val="477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10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D864"/>
          </a:solidFill>
          <a:ln w="12700">
            <a:solidFill>
              <a:srgbClr val="9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BD147"/>
          </a:solidFill>
          <a:ln w="12700">
            <a:solidFill>
              <a:srgbClr val="9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592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82B"/>
          </a:solidFill>
          <a:ln w="12700">
            <a:solidFill>
              <a:srgbClr val="643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30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1ED"/>
          </a:solidFill>
          <a:ln w="12700">
            <a:solidFill>
              <a:srgbClr val="5E6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4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94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2E052"/>
          </a:solidFill>
          <a:ln w="12700">
            <a:solidFill>
              <a:srgbClr val="D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BDB"/>
          </a:solidFill>
          <a:ln w="12700">
            <a:solidFill>
              <a:srgbClr val="709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4785"/>
          </a:solidFill>
          <a:ln w="12700">
            <a:solidFill>
              <a:srgbClr val="8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4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4D8"/>
          </a:solidFill>
          <a:ln w="12700">
            <a:solidFill>
              <a:srgbClr val="64B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DD1"/>
          </a:solidFill>
          <a:ln w="12700">
            <a:solidFill>
              <a:srgbClr val="47B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86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</a:t>
            </a:r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642B"/>
          </a:solidFill>
          <a:ln w="12700">
            <a:solidFill>
              <a:srgbClr val="2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5"/>
          </a:solidFill>
          <a:ln w="12700">
            <a:solidFill>
              <a:srgbClr val="3479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</a:t>
            </a:r>
            <a:pPr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5"/>
          </a:solidFill>
          <a:ln w="12700">
            <a:solidFill>
              <a:srgbClr val="ED5E8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</a:t>
            </a:r>
            <a:pPr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C"/>
          </a:solidFill>
          <a:ln w="12700">
            <a:solidFill>
              <a:srgbClr val="52E0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5"/>
          </a:solidFill>
          <a:ln w="12700">
            <a:solidFill>
              <a:srgbClr val="DB70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8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</a:t>
            </a:r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1"/>
          </a:solidFill>
          <a:ln w="12700">
            <a:solidFill>
              <a:srgbClr val="D864D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47D1"/>
          </a:solidFill>
          <a:ln w="12700">
            <a:solidFill>
              <a:srgbClr val="C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96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</a:t>
            </a:r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3479"/>
          </a:solidFill>
          <a:ln w="12700">
            <a:solidFill>
              <a:srgbClr val="4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02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9ED5E"/>
          </a:solidFill>
          <a:ln w="12700">
            <a:solidFill>
              <a:srgbClr val="A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614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852E0"/>
          </a:solidFill>
          <a:ln w="12700">
            <a:solidFill>
              <a:srgbClr val="A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DB70"/>
          </a:solidFill>
          <a:ln w="12700">
            <a:solidFill>
              <a:srgbClr val="D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2"/>
          </a:solidFill>
          <a:ln w="12700">
            <a:solidFill>
              <a:srgbClr val="4785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400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364"/>
          </a:solidFill>
          <a:ln w="12700">
            <a:solidFill>
              <a:srgbClr val="D8C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147"/>
          </a:solidFill>
          <a:ln w="12700">
            <a:solidFill>
              <a:srgbClr val="D1A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69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23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5"/>
          </a:solidFill>
          <a:ln w="12700">
            <a:solidFill>
              <a:srgbClr val="7934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CED"/>
          </a:solidFill>
          <a:ln w="12700">
            <a:solidFill>
              <a:srgbClr val="5EC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05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552"/>
          </a:solidFill>
          <a:ln w="12700">
            <a:solidFill>
              <a:srgbClr val="E08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C"/>
          </a:solidFill>
          <a:ln w="12700">
            <a:solidFill>
              <a:srgbClr val="70DB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3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6"/>
          </a:solidFill>
          <a:ln w="12700">
            <a:solidFill>
              <a:srgbClr val="64D8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E"/>
          </a:solidFill>
          <a:ln w="12700">
            <a:solidFill>
              <a:srgbClr val="47D1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7934"/>
          </a:solidFill>
          <a:ln w="12700">
            <a:solidFill>
              <a:srgbClr val="4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07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5EED"/>
          </a:solidFill>
          <a:ln w="12700">
            <a:solidFill>
              <a:srgbClr val="E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1"/>
          </a:solidFill>
          <a:ln w="12700">
            <a:solidFill>
              <a:srgbClr val="52E0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170DB"/>
          </a:solidFill>
          <a:ln w="12700">
            <a:solidFill>
              <a:srgbClr val="B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B"/>
          </a:solidFill>
          <a:ln w="12700">
            <a:solidFill>
              <a:srgbClr val="8547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64D8"/>
          </a:solidFill>
          <a:ln w="12700">
            <a:solidFill>
              <a:srgbClr val="8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C47D1"/>
          </a:solidFill>
          <a:ln w="12700">
            <a:solidFill>
              <a:srgbClr val="5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3"/>
          </a:solidFill>
          <a:ln w="12700">
            <a:solidFill>
              <a:srgbClr val="2B64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2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75E"/>
          </a:solidFill>
          <a:ln w="12700">
            <a:solidFill>
              <a:srgbClr val="EDC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105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6E0"/>
          </a:solidFill>
          <a:ln w="12700">
            <a:solidFill>
              <a:srgbClr val="526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770"/>
          </a:solidFill>
          <a:ln w="12700">
            <a:solidFill>
              <a:srgbClr val="DB9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8547"/>
          </a:solidFill>
          <a:ln w="12700">
            <a:solidFill>
              <a:srgbClr val="5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C64"/>
          </a:solidFill>
          <a:ln w="12700">
            <a:solidFill>
              <a:srgbClr val="D86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5"/>
          </a:solidFill>
          <a:ln w="12700">
            <a:solidFill>
              <a:srgbClr val="D147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2B64"/>
          </a:solidFill>
          <a:ln w="12700">
            <a:solidFill>
              <a:srgbClr val="5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9"/>
          </a:solidFill>
          <a:ln w="12700">
            <a:solidFill>
              <a:srgbClr val="79346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0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3"/>
          </a:solidFill>
          <a:ln w="12700">
            <a:solidFill>
              <a:srgbClr val="5EEDA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9"/>
          </a:solidFill>
          <a:ln w="12700">
            <a:solidFill>
              <a:srgbClr val="E052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C"/>
          </a:solidFill>
          <a:ln w="12700">
            <a:solidFill>
              <a:srgbClr val="70DB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A85"/>
          </a:solidFill>
          <a:ln w="12700">
            <a:solidFill>
              <a:srgbClr val="476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D864"/>
          </a:solidFill>
          <a:ln w="12700">
            <a:solidFill>
              <a:srgbClr val="7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D147"/>
          </a:solidFill>
          <a:ln w="12700">
            <a:solidFill>
              <a:srgbClr val="7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3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4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84534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6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84534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599577" y="896112"/>
            <a:ext cx="17649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99577" y="896112"/>
            <a:ext cx="17649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خَيْرٌ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56823" y="2834640"/>
            <a:ext cx="32303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56823" y="2834640"/>
            <a:ext cx="32303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خَيْرٌ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36E2D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5EED"/>
          </a:solidFill>
          <a:ln w="12700">
            <a:solidFill>
              <a:srgbClr val="8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56789" y="896112"/>
            <a:ext cx="24075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A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56789" y="896112"/>
            <a:ext cx="24075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079615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A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079615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379047" y="2834640"/>
            <a:ext cx="43859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379047" y="2834640"/>
            <a:ext cx="43859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14-meem</dc:title>
  <dc:subject>PptxGenJS Presentation</dc:subject>
  <dc:creator>PptxGenJS</dc:creator>
  <cp:lastModifiedBy>PptxGenJS</cp:lastModifiedBy>
  <cp:revision>1</cp:revision>
  <dcterms:created xsi:type="dcterms:W3CDTF">2026-10-21T17:58:07Z</dcterms:created>
  <dcterms:modified xsi:type="dcterms:W3CDTF">2026-10-21T17:58:07Z</dcterms:modified>
</cp:coreProperties>
</file>