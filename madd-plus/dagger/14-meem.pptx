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notesMaster" Target="notesMasters/notesMaster1.xml"/><Relationship Id="rId77" Type="http://schemas.openxmlformats.org/officeDocument/2006/relationships/presProps" Target="presProps.xml"/><Relationship Id="rId78" Type="http://schemas.openxmlformats.org/officeDocument/2006/relationships/viewProps" Target="viewProps.xml"/><Relationship Id="rId79" Type="http://schemas.openxmlformats.org/officeDocument/2006/relationships/theme" Target="theme/theme1.xml"/><Relationship Id="rId8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C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47073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7800" dirty="0"/>
          </a:p>
        </p:txBody>
      </p:sp>
      <p:sp>
        <p:nvSpPr>
          <p:cNvPr id="14" name="C2 V1 vowel"/>
          <p:cNvSpPr txBox="1"/>
          <p:nvPr/>
        </p:nvSpPr>
        <p:spPr>
          <a:xfrm>
            <a:off x="6720840" y="147073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M2 madd"/>
          <p:cNvSpPr txBox="1"/>
          <p:nvPr/>
        </p:nvSpPr>
        <p:spPr>
          <a:xfrm>
            <a:off x="4343400" y="171526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200" dirty="0"/>
          </a:p>
        </p:txBody>
      </p:sp>
      <p:sp>
        <p:nvSpPr>
          <p:cNvPr id="17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6 R result"/>
          <p:cNvSpPr txBox="1"/>
          <p:nvPr/>
        </p:nvSpPr>
        <p:spPr>
          <a:xfrm>
            <a:off x="685800" y="166624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مَـ</a:t>
            </a:r>
            <a:r>
              <a:rPr lang="ar-SA" altLang="en-US" sz="11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110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DED5E"/>
          </a:solidFill>
          <a:ln w="12700">
            <a:solidFill>
              <a:srgbClr val="CD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472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3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472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3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2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87786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مَـ</a:t>
            </a:r>
            <a:r>
              <a:rPr lang="ar-SA" altLang="en-US" sz="7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8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452E0"/>
          </a:solidFill>
          <a:ln w="12700">
            <a:solidFill>
              <a:srgbClr val="84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3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B70"/>
          </a:solidFill>
          <a:ln w="12700">
            <a:solidFill>
              <a:srgbClr val="DBC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3"/>
          </a:solidFill>
          <a:ln w="12700">
            <a:solidFill>
              <a:srgbClr val="47855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472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3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472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3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2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3336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مَـ</a:t>
            </a:r>
            <a:r>
              <a:rPr lang="ar-SA" altLang="en-US" sz="8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C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564"/>
          </a:solidFill>
          <a:ln w="12700">
            <a:solidFill>
              <a:srgbClr val="D8A5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D47"/>
          </a:solidFill>
          <a:ln w="12700">
            <a:solidFill>
              <a:srgbClr val="D17D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37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3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3431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مَـ</a:t>
            </a:r>
            <a:r>
              <a:rPr lang="ar-SA" altLang="en-US" sz="8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7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5F7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557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0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557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26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3431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مَـ</a:t>
            </a:r>
            <a:r>
              <a:rPr lang="ar-SA" altLang="en-US" sz="8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7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7"/>
          </a:solidFill>
          <a:ln w="12700">
            <a:solidFill>
              <a:srgbClr val="642B57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7"/>
          </a:solidFill>
          <a:ln w="12700">
            <a:solidFill>
              <a:srgbClr val="793447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52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52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30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مَـ</a:t>
            </a:r>
            <a:r>
              <a:rPr lang="ar-SA" altLang="en-US" sz="7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52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52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30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مَـ</a:t>
            </a:r>
            <a:r>
              <a:rPr lang="ar-SA" altLang="en-US" sz="7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5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5E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EA"/>
          </a:solidFill>
          <a:ln w="12700">
            <a:solidFill>
              <a:srgbClr val="5EEDE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699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5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699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1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6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مَـ</a:t>
            </a:r>
            <a:r>
              <a:rPr lang="ar-SA" altLang="en-US" sz="7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314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052"/>
          </a:solidFill>
          <a:ln w="12700">
            <a:solidFill>
              <a:srgbClr val="E06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A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1"/>
          </a:solidFill>
          <a:ln w="12700">
            <a:solidFill>
              <a:srgbClr val="70DBB1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B85"/>
          </a:solidFill>
          <a:ln w="12700">
            <a:solidFill>
              <a:srgbClr val="474B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37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3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004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004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3736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مَـ</a:t>
            </a: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8"/>
          </a:solidFill>
          <a:ln w="12700">
            <a:solidFill>
              <a:srgbClr val="64D88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B"/>
          </a:solidFill>
          <a:ln w="12700">
            <a:solidFill>
              <a:srgbClr val="47D15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37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3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69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4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69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4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607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مَـ</a:t>
            </a: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37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3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7852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7852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142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مَـ</a:t>
            </a:r>
            <a:r>
              <a:rPr lang="ar-SA" altLang="en-US" sz="8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3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32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632B"/>
          </a:solidFill>
          <a:ln w="12700">
            <a:solidFill>
              <a:srgbClr val="6463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87934"/>
          </a:solidFill>
          <a:ln w="12700">
            <a:solidFill>
              <a:srgbClr val="58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50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2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50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3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2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142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مَـ</a:t>
            </a:r>
            <a:r>
              <a:rPr lang="ar-SA" altLang="en-US" sz="8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83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5F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42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642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1582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مَـ</a:t>
            </a:r>
            <a:r>
              <a:rPr lang="ar-SA" altLang="en-US" sz="7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9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C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65EED"/>
          </a:solidFill>
          <a:ln w="12700">
            <a:solidFill>
              <a:srgbClr val="C6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812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812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09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288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مَـ</a:t>
            </a:r>
            <a:r>
              <a:rPr lang="ar-SA" altLang="en-US" sz="7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79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3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7E052"/>
          </a:solidFill>
          <a:ln w="12700">
            <a:solidFill>
              <a:srgbClr val="67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670DB"/>
          </a:solidFill>
          <a:ln w="12700">
            <a:solidFill>
              <a:srgbClr val="96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B"/>
          </a:solidFill>
          <a:ln w="12700">
            <a:solidFill>
              <a:srgbClr val="85475B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727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4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727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07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5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169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مَـ</a:t>
            </a:r>
            <a:r>
              <a:rPr lang="ar-SA" altLang="en-US" sz="7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6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5D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B64D8"/>
          </a:solidFill>
          <a:ln w="12700">
            <a:solidFill>
              <a:srgbClr val="6B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56D1"/>
          </a:solidFill>
          <a:ln w="12700">
            <a:solidFill>
              <a:srgbClr val="4756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812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812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09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169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مَـ</a:t>
            </a:r>
            <a:r>
              <a:rPr lang="ar-SA" altLang="en-US" sz="7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7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C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50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50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3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2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600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مَـ</a:t>
            </a: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4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4"/>
          </a:solidFill>
          <a:ln w="12700">
            <a:solidFill>
              <a:srgbClr val="2B645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A79"/>
          </a:solidFill>
          <a:ln w="12700">
            <a:solidFill>
              <a:srgbClr val="346A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50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2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50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3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2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2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600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مَـ</a:t>
            </a: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D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14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614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مَـ</a:t>
            </a:r>
            <a:r>
              <a:rPr lang="ar-SA" altLang="en-US" sz="7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5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E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35E"/>
          </a:solidFill>
          <a:ln w="12700">
            <a:solidFill>
              <a:srgbClr val="EDA3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756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3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756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03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مَـ</a:t>
            </a:r>
            <a:r>
              <a:rPr lang="ar-SA" altLang="en-US" sz="7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75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3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AE0"/>
          </a:solidFill>
          <a:ln w="12700">
            <a:solidFill>
              <a:srgbClr val="528A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7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B70"/>
          </a:solidFill>
          <a:ln w="12700">
            <a:solidFill>
              <a:srgbClr val="DB7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A8547"/>
          </a:solidFill>
          <a:ln w="12700">
            <a:solidFill>
              <a:srgbClr val="6A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614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8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614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2237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مَـ</a:t>
            </a:r>
            <a:r>
              <a:rPr lang="ar-SA" altLang="en-US" sz="8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86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C5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A"/>
          </a:solidFill>
          <a:ln w="12700">
            <a:solidFill>
              <a:srgbClr val="D8647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78"/>
          </a:solidFill>
          <a:ln w="12700">
            <a:solidFill>
              <a:srgbClr val="D14778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586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586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22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996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مَـ</a:t>
            </a:r>
            <a:r>
              <a:rPr lang="ar-SA" altLang="en-US" sz="8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81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D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37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3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3736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مَـ</a:t>
            </a: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1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62B64"/>
          </a:solidFill>
          <a:ln w="12700">
            <a:solidFill>
              <a:srgbClr val="46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83479"/>
          </a:solidFill>
          <a:ln w="12700">
            <a:solidFill>
              <a:srgbClr val="78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642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642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6672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مَـ</a:t>
            </a:r>
            <a:r>
              <a:rPr lang="ar-SA" altLang="en-US" sz="7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D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A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265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265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A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09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A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3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أَمَـ</a:t>
            </a:r>
            <a:r>
              <a:rPr lang="ar-SA" altLang="en-US" sz="6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2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C5F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7F"/>
          </a:solidFill>
          <a:ln w="12700">
            <a:solidFill>
              <a:srgbClr val="5EED7F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265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6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265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09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7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6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6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4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3612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بَمَـ</a:t>
            </a:r>
            <a:r>
              <a:rPr lang="ar-SA" altLang="en-US" sz="6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3C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E"/>
          </a:solidFill>
          <a:ln w="12700">
            <a:solidFill>
              <a:srgbClr val="E052AE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B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0DB70"/>
          </a:solidFill>
          <a:ln w="12700">
            <a:solidFill>
              <a:srgbClr val="80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985"/>
          </a:solidFill>
          <a:ln w="12700">
            <a:solidFill>
              <a:srgbClr val="4779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322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4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322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0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5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80238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تَمَـ</a:t>
            </a:r>
            <a:r>
              <a:rPr lang="ar-SA" altLang="en-US" sz="6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4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7D864"/>
          </a:solidFill>
          <a:ln w="12700">
            <a:solidFill>
              <a:srgbClr val="97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BD147"/>
          </a:solidFill>
          <a:ln w="12700">
            <a:solidFill>
              <a:srgbClr val="9B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322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322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0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ثَمَـ</a:t>
            </a:r>
            <a:r>
              <a:rPr lang="ar-SA" altLang="en-US" sz="6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C5E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7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322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4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322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7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0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5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7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50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جَمَـ</a:t>
            </a:r>
            <a:r>
              <a:rPr lang="ar-SA" altLang="en-US" sz="6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5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43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82B"/>
          </a:solidFill>
          <a:ln w="12700">
            <a:solidFill>
              <a:srgbClr val="6438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734"/>
          </a:solidFill>
          <a:ln w="12700">
            <a:solidFill>
              <a:srgbClr val="7967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463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9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463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3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686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1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8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50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حَمَـ</a:t>
            </a:r>
            <a:r>
              <a:rPr lang="ar-SA" altLang="en-US" sz="6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5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C5F7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463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463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86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1152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خَمَـ</a:t>
            </a:r>
            <a:r>
              <a:rPr lang="ar-SA" altLang="en-US" sz="7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3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D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61ED"/>
          </a:solidFill>
          <a:ln w="12700">
            <a:solidFill>
              <a:srgbClr val="5E61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595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7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595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7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237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7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237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7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12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20197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7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20197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7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83946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دَمَـ</a:t>
            </a:r>
            <a:r>
              <a:rPr lang="ar-SA" altLang="en-US" sz="8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433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2E052"/>
          </a:solidFill>
          <a:ln w="12700">
            <a:solidFill>
              <a:srgbClr val="D2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5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BDB"/>
          </a:solidFill>
          <a:ln w="12700">
            <a:solidFill>
              <a:srgbClr val="709B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14785"/>
          </a:solidFill>
          <a:ln w="12700">
            <a:solidFill>
              <a:srgbClr val="81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197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7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20197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7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6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237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7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237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7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6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12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6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592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7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592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7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28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ذَمَـ</a:t>
            </a:r>
            <a:r>
              <a:rPr lang="ar-SA" altLang="en-US" sz="7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C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B4D8"/>
          </a:solidFill>
          <a:ln w="12700">
            <a:solidFill>
              <a:srgbClr val="64B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DD1"/>
          </a:solidFill>
          <a:ln w="12700">
            <a:solidFill>
              <a:srgbClr val="47BD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265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265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09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20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20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7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1030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رَمَـ</a:t>
            </a:r>
            <a:r>
              <a:rPr lang="ar-SA" altLang="en-US" sz="7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C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407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407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1678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زَمَـ</a:t>
            </a:r>
            <a:r>
              <a:rPr lang="ar-SA" altLang="en-US" sz="5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2C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C642B"/>
          </a:solidFill>
          <a:ln w="12700">
            <a:solidFill>
              <a:srgbClr val="2C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5"/>
          </a:solidFill>
          <a:ln w="12700">
            <a:solidFill>
              <a:srgbClr val="34795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6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548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6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548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3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2678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سَمَـ</a:t>
            </a:r>
            <a:r>
              <a:rPr lang="ar-SA" altLang="en-US" sz="4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C5D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B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548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548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B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B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2699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شَمَـ</a:t>
            </a:r>
            <a:r>
              <a:rPr lang="ar-SA" altLang="en-US" sz="4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8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C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85"/>
          </a:solidFill>
          <a:ln w="12700">
            <a:solidFill>
              <a:srgbClr val="ED5E8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5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5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C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576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5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576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35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C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8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C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5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1983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صَمَـ</a:t>
            </a:r>
            <a:r>
              <a:rPr lang="ar-SA" altLang="en-US" sz="4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44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CC"/>
          </a:solidFill>
          <a:ln w="12700">
            <a:solidFill>
              <a:srgbClr val="52E0C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E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B5"/>
          </a:solidFill>
          <a:ln w="12700">
            <a:solidFill>
              <a:srgbClr val="DB70B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247"/>
          </a:solidFill>
          <a:ln w="12700">
            <a:solidFill>
              <a:srgbClr val="8572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576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5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576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35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8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5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5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8071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ضَمَـ</a:t>
            </a:r>
            <a:r>
              <a:rPr lang="ar-SA" altLang="en-US" sz="5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5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D1"/>
          </a:solidFill>
          <a:ln w="12700">
            <a:solidFill>
              <a:srgbClr val="D864D1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347D1"/>
          </a:solidFill>
          <a:ln w="12700">
            <a:solidFill>
              <a:srgbClr val="C3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265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265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09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083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طَمَـ</a:t>
            </a:r>
            <a:r>
              <a:rPr lang="ar-SA" altLang="en-US" sz="5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6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2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2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3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378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2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378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2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3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697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3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2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2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681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ظَمَـ</a:t>
            </a:r>
            <a:r>
              <a:rPr lang="ar-SA" altLang="en-US" sz="6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438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A64"/>
          </a:solidFill>
          <a:ln w="12700">
            <a:solidFill>
              <a:srgbClr val="2B3A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43479"/>
          </a:solidFill>
          <a:ln w="12700">
            <a:solidFill>
              <a:srgbClr val="44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7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37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4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520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7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520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37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4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682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0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4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A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50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عَمَـ</a:t>
            </a:r>
            <a:r>
              <a:rPr lang="ar-SA" altLang="en-US" sz="6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5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C5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520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7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520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82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0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09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7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09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37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9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9739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غَمَـ</a:t>
            </a:r>
            <a:r>
              <a:rPr lang="ar-SA" altLang="en-US" sz="5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8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C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9ED5E"/>
          </a:solidFill>
          <a:ln w="12700">
            <a:solidFill>
              <a:srgbClr val="A9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2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2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378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2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378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2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697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2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2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3523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فَمَـ</a:t>
            </a:r>
            <a:r>
              <a:rPr lang="ar-SA" altLang="en-US" sz="6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7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852E0"/>
          </a:solidFill>
          <a:ln w="12700">
            <a:solidFill>
              <a:srgbClr val="A8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0DB70"/>
          </a:solidFill>
          <a:ln w="12700">
            <a:solidFill>
              <a:srgbClr val="D0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2"/>
          </a:solidFill>
          <a:ln w="12700">
            <a:solidFill>
              <a:srgbClr val="478562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3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350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3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350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697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913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3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913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3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83848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قَمَـ</a:t>
            </a:r>
            <a:r>
              <a:rPr lang="ar-SA" altLang="en-US" sz="6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5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364"/>
          </a:solidFill>
          <a:ln w="12700">
            <a:solidFill>
              <a:srgbClr val="D8C3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A147"/>
          </a:solidFill>
          <a:ln w="12700">
            <a:solidFill>
              <a:srgbClr val="D1A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897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897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9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407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407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9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9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5496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كَمَـ</a:t>
            </a:r>
            <a:r>
              <a:rPr lang="ar-SA" altLang="en-US" sz="6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C5F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407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407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2073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1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2073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1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93956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لَمَـ</a:t>
            </a:r>
            <a:r>
              <a:rPr lang="ar-SA" altLang="en-US" sz="6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8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42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8"/>
          </a:solidFill>
          <a:ln w="12700">
            <a:solidFill>
              <a:srgbClr val="642B4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5"/>
          </a:solidFill>
          <a:ln w="12700">
            <a:solidFill>
              <a:srgbClr val="79343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472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3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7472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3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2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86166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أَمَـ</a:t>
            </a:r>
            <a:r>
              <a:rPr lang="ar-SA" altLang="en-US" sz="8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E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472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3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472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3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4426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بَمَـ</a:t>
            </a:r>
            <a:r>
              <a:rPr lang="ar-SA" altLang="en-US" sz="8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7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C5D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CCED"/>
          </a:solidFill>
          <a:ln w="12700">
            <a:solidFill>
              <a:srgbClr val="5ECC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37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3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3736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تَمَـ</a:t>
            </a: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43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8552"/>
          </a:solidFill>
          <a:ln w="12700">
            <a:solidFill>
              <a:srgbClr val="E085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4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C"/>
          </a:solidFill>
          <a:ln w="12700">
            <a:solidFill>
              <a:srgbClr val="70DBCC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34785"/>
          </a:solidFill>
          <a:ln w="12700">
            <a:solidFill>
              <a:srgbClr val="53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557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0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7557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26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9336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ثَمَـ</a:t>
            </a: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C5F7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A6"/>
          </a:solidFill>
          <a:ln w="12700">
            <a:solidFill>
              <a:srgbClr val="64D8A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7E"/>
          </a:solidFill>
          <a:ln w="12700">
            <a:solidFill>
              <a:srgbClr val="47D17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52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52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30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470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جَمَـ</a:t>
            </a:r>
            <a:r>
              <a:rPr lang="ar-SA" altLang="en-US" sz="8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7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D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52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1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529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30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3736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حَمَـ</a:t>
            </a: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433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7642B"/>
          </a:solidFill>
          <a:ln w="12700">
            <a:solidFill>
              <a:srgbClr val="57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77934"/>
          </a:solidFill>
          <a:ln w="12700">
            <a:solidFill>
              <a:srgbClr val="47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699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5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7699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1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6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3736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خَمَـ</a:t>
            </a: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C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04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004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37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3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3736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دَمَـ</a:t>
            </a: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C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B5EED"/>
          </a:solidFill>
          <a:ln w="12700">
            <a:solidFill>
              <a:srgbClr val="EB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69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4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69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37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3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607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ذَمَـ</a:t>
            </a: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26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61"/>
          </a:solidFill>
          <a:ln w="12700">
            <a:solidFill>
              <a:srgbClr val="52E06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CA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170DB"/>
          </a:solidFill>
          <a:ln w="12700">
            <a:solidFill>
              <a:srgbClr val="B1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4B"/>
          </a:solidFill>
          <a:ln w="12700">
            <a:solidFill>
              <a:srgbClr val="85474B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852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852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37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3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142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رَمَـ</a:t>
            </a:r>
            <a:r>
              <a:rPr lang="ar-SA" altLang="en-US" sz="8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3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C5C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964D8"/>
          </a:solidFill>
          <a:ln w="12700">
            <a:solidFill>
              <a:srgbClr val="89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C47D1"/>
          </a:solidFill>
          <a:ln w="12700">
            <a:solidFill>
              <a:srgbClr val="5C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50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2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50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3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142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زَمَـ</a:t>
            </a:r>
            <a:r>
              <a:rPr lang="ar-SA" altLang="en-US" sz="8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7C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642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7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642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7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3736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سَمَـ</a:t>
            </a: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44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63"/>
          </a:solidFill>
          <a:ln w="12700">
            <a:solidFill>
              <a:srgbClr val="2B646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879"/>
          </a:solidFill>
          <a:ln w="12700">
            <a:solidFill>
              <a:srgbClr val="3458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812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7812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09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522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شَمَـ</a:t>
            </a: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E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727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4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727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07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5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3736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صَمَـ</a:t>
            </a: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C75E"/>
          </a:solidFill>
          <a:ln w="12700">
            <a:solidFill>
              <a:srgbClr val="EDC7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812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7812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09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3736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ضَمَـ</a:t>
            </a: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43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66E0"/>
          </a:solidFill>
          <a:ln w="12700">
            <a:solidFill>
              <a:srgbClr val="5266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1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9770"/>
          </a:solidFill>
          <a:ln w="12700">
            <a:solidFill>
              <a:srgbClr val="DB97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A8547"/>
          </a:solidFill>
          <a:ln w="12700">
            <a:solidFill>
              <a:srgbClr val="5A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50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2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750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3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2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600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طَمَـ</a:t>
            </a: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7C5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C64"/>
          </a:solidFill>
          <a:ln w="12700">
            <a:solidFill>
              <a:srgbClr val="D86C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55"/>
          </a:solidFill>
          <a:ln w="12700">
            <a:solidFill>
              <a:srgbClr val="D1475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50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2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50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3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600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ظَمَـ</a:t>
            </a: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C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614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8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614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3736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عَمَـ</a:t>
            </a: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52B64"/>
          </a:solidFill>
          <a:ln w="12700">
            <a:solidFill>
              <a:srgbClr val="55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9"/>
          </a:solidFill>
          <a:ln w="12700">
            <a:solidFill>
              <a:srgbClr val="79346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756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3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7756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03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5050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غَمَـ</a:t>
            </a: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7D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614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8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614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859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فَمَـ</a:t>
            </a: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C5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A3"/>
          </a:solidFill>
          <a:ln w="12700">
            <a:solidFill>
              <a:srgbClr val="5EEDA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586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9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7586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22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859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قَمَـ</a:t>
            </a: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431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89"/>
          </a:solidFill>
          <a:ln w="12700">
            <a:solidFill>
              <a:srgbClr val="E05289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7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7C"/>
          </a:solidFill>
          <a:ln w="12700">
            <a:solidFill>
              <a:srgbClr val="70DB7C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A85"/>
          </a:solidFill>
          <a:ln w="12700">
            <a:solidFill>
              <a:srgbClr val="476A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37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3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3736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كَمَـ</a:t>
            </a: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E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9D864"/>
          </a:solidFill>
          <a:ln w="12700">
            <a:solidFill>
              <a:srgbClr val="79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7D147"/>
          </a:solidFill>
          <a:ln w="12700">
            <a:solidFill>
              <a:srgbClr val="77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642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7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642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9222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لَمَـ</a:t>
            </a:r>
            <a:r>
              <a:rPr lang="ar-SA" altLang="en-US" sz="9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C5D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937163" y="896112"/>
            <a:ext cx="187299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7436E2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937163" y="896112"/>
            <a:ext cx="187299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هـ</a:t>
            </a:r>
            <a:r>
              <a:rPr lang="ar-SA" altLang="en-US" sz="5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ذَا</a:t>
            </a:r>
            <a:endParaRPr lang="ar-SA" sz="5800" dirty="0"/>
          </a:p>
        </p:txBody>
      </p:sp>
      <p:sp>
        <p:nvSpPr>
          <p:cNvPr id="13" name="C2 W2 pill"/>
          <p:cNvSpPr/>
          <p:nvPr/>
        </p:nvSpPr>
        <p:spPr>
          <a:xfrm>
            <a:off x="2333842" y="896112"/>
            <a:ext cx="228328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7436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333842" y="896112"/>
            <a:ext cx="228328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كِتَابٌ</a:t>
            </a:r>
            <a:endParaRPr lang="ar-SA" sz="58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8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689849" y="2834640"/>
            <a:ext cx="376430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689849" y="2834640"/>
            <a:ext cx="376430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هـ</a:t>
            </a:r>
            <a:r>
              <a:rPr lang="ar-SA" altLang="en-US" sz="5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ذَا كِتَابٌ</a:t>
            </a:r>
            <a:endParaRPr lang="ar-SA" sz="58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43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72B"/>
          </a:solidFill>
          <a:ln w="12700">
            <a:solidFill>
              <a:srgbClr val="6447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834"/>
          </a:solidFill>
          <a:ln w="12700">
            <a:solidFill>
              <a:srgbClr val="797834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890308" y="896112"/>
            <a:ext cx="185988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A636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890308" y="896112"/>
            <a:ext cx="185988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r>
              <a:rPr lang="ar-SA" altLang="en-US" sz="5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لِكَ</a:t>
            </a:r>
            <a:endParaRPr lang="ar-SA" sz="5400" dirty="0"/>
          </a:p>
        </p:txBody>
      </p:sp>
      <p:sp>
        <p:nvSpPr>
          <p:cNvPr id="14" name="C2 W2 pill"/>
          <p:cNvSpPr/>
          <p:nvPr/>
        </p:nvSpPr>
        <p:spPr>
          <a:xfrm>
            <a:off x="2393804" y="896112"/>
            <a:ext cx="217646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A6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393804" y="896112"/>
            <a:ext cx="217646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خَيۡرٌ</a:t>
            </a:r>
            <a:endParaRPr lang="ar-SA" sz="54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5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751049" y="2834640"/>
            <a:ext cx="364190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751049" y="2834640"/>
            <a:ext cx="364190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r>
              <a:rPr lang="ar-SA" altLang="en-US" sz="54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ٰ</a:t>
            </a: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لِكَ خَيۡرٌ</a:t>
            </a:r>
            <a:endParaRPr lang="ar-SA" sz="5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C5F7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852899" y="896112"/>
            <a:ext cx="152412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D8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852899" y="896112"/>
            <a:ext cx="152412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إِلـ</a:t>
            </a:r>
            <a:r>
              <a:rPr lang="ar-SA" altLang="en-US" sz="4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</a:t>
            </a:r>
            <a:endParaRPr lang="ar-SA" sz="4400" dirty="0"/>
          </a:p>
        </p:txBody>
      </p:sp>
      <p:sp>
        <p:nvSpPr>
          <p:cNvPr id="12" name="C2 W2 pill"/>
          <p:cNvSpPr/>
          <p:nvPr/>
        </p:nvSpPr>
        <p:spPr>
          <a:xfrm>
            <a:off x="2766977" y="896112"/>
            <a:ext cx="176588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D836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766977" y="896112"/>
            <a:ext cx="176588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وَاحِدٌ</a:t>
            </a:r>
            <a:endParaRPr lang="ar-SA" sz="44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3109151" y="2834640"/>
            <a:ext cx="292569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3109151" y="2834640"/>
            <a:ext cx="292569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إِلـ</a:t>
            </a:r>
            <a:r>
              <a:rPr lang="ar-SA" altLang="en-US" sz="4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 وَاحِدٌ</a:t>
            </a:r>
            <a:endParaRPr lang="ar-SA" sz="4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E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05EED"/>
          </a:solidFill>
          <a:ln w="12700">
            <a:solidFill>
              <a:srgbClr val="80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407267" y="896112"/>
            <a:ext cx="290664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BA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407267" y="896112"/>
            <a:ext cx="290664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الرَّحۡمـ</a:t>
            </a:r>
            <a:r>
              <a:rPr lang="ar-SA" altLang="en-US" sz="44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ٰ</a:t>
            </a: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4400" dirty="0"/>
          </a:p>
        </p:txBody>
      </p:sp>
      <p:sp>
        <p:nvSpPr>
          <p:cNvPr id="20" name="C2 W2 pill"/>
          <p:cNvSpPr/>
          <p:nvPr/>
        </p:nvSpPr>
        <p:spPr>
          <a:xfrm>
            <a:off x="1830092" y="896112"/>
            <a:ext cx="225713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BAE236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1830092" y="896112"/>
            <a:ext cx="225713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الرَّحِيمِ</a:t>
            </a:r>
            <a:endParaRPr lang="ar-SA" sz="44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123854" y="2834640"/>
            <a:ext cx="489629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123854" y="2834640"/>
            <a:ext cx="489629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الرَّحۡمـ</a:t>
            </a:r>
            <a:r>
              <a:rPr lang="ar-SA" altLang="en-US" sz="45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ٰ</a:t>
            </a: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 الرَّحِيمِ</a:t>
            </a:r>
            <a:endParaRPr lang="ar-SA" sz="45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74</Slides>
  <Notes>74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7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Dagger alif 14-meem</dc:title>
  <dc:subject>PptxGenJS Presentation</dc:subject>
  <dc:creator>PptxGenJS</dc:creator>
  <cp:lastModifiedBy>PptxGenJS</cp:lastModifiedBy>
  <cp:revision>1</cp:revision>
  <dcterms:created xsi:type="dcterms:W3CDTF">2026-10-22T00:54:42Z</dcterms:created>
  <dcterms:modified xsi:type="dcterms:W3CDTF">2026-10-22T00:54:42Z</dcterms:modified>
</cp:coreProperties>
</file>