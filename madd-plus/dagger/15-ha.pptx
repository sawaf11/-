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9"/>
          </a:solidFill>
          <a:ln w="12700">
            <a:solidFill>
              <a:srgbClr val="ED5E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0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910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41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5684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539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04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8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252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7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50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0ED"/>
          </a:solidFill>
          <a:ln w="12700">
            <a:solidFill>
              <a:srgbClr val="5EC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6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54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73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4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4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D"/>
          </a:solidFill>
          <a:ln w="12700">
            <a:solidFill>
              <a:srgbClr val="52E0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6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24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35E"/>
          </a:solidFill>
          <a:ln w="12700">
            <a:solidFill>
              <a:srgbClr val="EDD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3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93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pPr algn="ctr" indent="0" marL="0">
              <a:buNone/>
            </a:pPr>
            <a:r>
              <a:rPr lang="ar-SA" altLang="en-US" sz="4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pPr algn="ctr" indent="0" marL="0">
              <a:buNone/>
            </a:pPr>
            <a:r>
              <a:rPr lang="ar-SA" altLang="en-US" sz="4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862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CD147"/>
          </a:solidFill>
          <a:ln w="12700">
            <a:solidFill>
              <a:srgbClr val="6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43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pPr algn="ctr" indent="0" marL="0">
              <a:buNone/>
            </a:pPr>
            <a:r>
              <a:rPr lang="ar-SA" altLang="en-US" sz="5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86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</a:t>
            </a:r>
            <a:pPr algn="ctr" indent="0" marL="0">
              <a:buNone/>
            </a:pPr>
            <a:r>
              <a:rPr lang="ar-SA" altLang="en-US" sz="4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</a:t>
            </a:r>
            <a:pPr algn="ctr" indent="0" marL="0">
              <a:buNone/>
            </a:pPr>
            <a:r>
              <a:rPr lang="ar-SA" altLang="en-US" sz="3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1E052"/>
          </a:solidFill>
          <a:ln w="12700">
            <a:solidFill>
              <a:srgbClr val="A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pPr algn="ctr" indent="0" marL="0">
              <a:buNone/>
            </a:pPr>
            <a:r>
              <a:rPr lang="ar-SA" altLang="en-US" sz="3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pPr algn="ctr" indent="0" marL="0">
              <a:buNone/>
            </a:pPr>
            <a:r>
              <a:rPr lang="ar-SA" altLang="en-US" sz="3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69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pPr algn="ctr" indent="0" marL="0">
              <a:buNone/>
            </a:pPr>
            <a:r>
              <a:rPr lang="ar-SA" altLang="en-US" sz="3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00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pPr algn="ctr" indent="0" marL="0">
              <a:buNone/>
            </a:pPr>
            <a:r>
              <a:rPr lang="ar-SA" altLang="en-US" sz="3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7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1"/>
          </a:solidFill>
          <a:ln w="12700">
            <a:solidFill>
              <a:srgbClr val="DB70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70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8ED5E"/>
          </a:solidFill>
          <a:ln w="12700">
            <a:solidFill>
              <a:srgbClr val="7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46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539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pPr algn="ctr" indent="0" marL="0">
              <a:buNone/>
            </a:pPr>
            <a:r>
              <a:rPr lang="ar-SA" altLang="en-US" sz="5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A34"/>
          </a:solidFill>
          <a:ln w="12700">
            <a:solidFill>
              <a:srgbClr val="794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552"/>
          </a:solidFill>
          <a:ln w="12700">
            <a:solidFill>
              <a:srgbClr val="E0B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D"/>
          </a:solidFill>
          <a:ln w="12700">
            <a:solidFill>
              <a:srgbClr val="64D8C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D"/>
          </a:solidFill>
          <a:ln w="12700">
            <a:solidFill>
              <a:srgbClr val="47D1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7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50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F"/>
          </a:solidFill>
          <a:ln w="12700">
            <a:solidFill>
              <a:srgbClr val="ED5E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2"/>
          </a:solidFill>
          <a:ln w="12700">
            <a:solidFill>
              <a:srgbClr val="52E0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70DB"/>
          </a:solidFill>
          <a:ln w="12700">
            <a:solidFill>
              <a:srgbClr val="D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64D8"/>
          </a:solidFill>
          <a:ln w="12700">
            <a:solidFill>
              <a:srgbClr val="B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47D1"/>
          </a:solidFill>
          <a:ln w="12700">
            <a:solidFill>
              <a:srgbClr val="8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079"/>
          </a:solidFill>
          <a:ln w="12700">
            <a:solidFill>
              <a:srgbClr val="344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pPr algn="ctr" indent="0" marL="0">
              <a:buNone/>
            </a:pPr>
            <a:r>
              <a:rPr lang="ar-SA" altLang="en-US" sz="5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ED5E"/>
          </a:solidFill>
          <a:ln w="12700">
            <a:solidFill>
              <a:srgbClr val="E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52E0"/>
          </a:solidFill>
          <a:ln w="12700">
            <a:solidFill>
              <a:srgbClr val="6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B70"/>
          </a:solidFill>
          <a:ln w="12700">
            <a:solidFill>
              <a:srgbClr val="DBB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464"/>
          </a:solidFill>
          <a:ln w="12700">
            <a:solidFill>
              <a:srgbClr val="D89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947"/>
          </a:solidFill>
          <a:ln w="12700">
            <a:solidFill>
              <a:srgbClr val="D16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4"/>
          </a:solidFill>
          <a:ln w="12700">
            <a:solidFill>
              <a:srgbClr val="5EED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</a:t>
            </a:r>
            <a:pPr algn="ctr" indent="0" marL="0">
              <a:buNone/>
            </a:pPr>
            <a:r>
              <a:rPr lang="ar-SA" altLang="en-US" sz="5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9"/>
          </a:solidFill>
          <a:ln w="12700">
            <a:solidFill>
              <a:srgbClr val="E0525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1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4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E1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1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1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367F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F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D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15-ha</dc:title>
  <dc:subject>PptxGenJS Presentation</dc:subject>
  <dc:creator>PptxGenJS</dc:creator>
  <cp:lastModifiedBy>PptxGenJS</cp:lastModifiedBy>
  <cp:revision>1</cp:revision>
  <dcterms:created xsi:type="dcterms:W3CDTF">2026-10-21T20:03:13Z</dcterms:created>
  <dcterms:modified xsi:type="dcterms:W3CDTF">2026-10-21T20:03:13Z</dcterms:modified>
</cp:coreProperties>
</file>