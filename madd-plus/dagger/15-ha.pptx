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9"/>
          </a:solidFill>
          <a:ln w="12700">
            <a:solidFill>
              <a:srgbClr val="ED5E7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0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1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6910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7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3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65925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11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8"/>
          </a:solidFill>
          <a:ln w="12700">
            <a:solidFill>
              <a:srgbClr val="52E0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C"/>
          </a:solidFill>
          <a:ln w="12700">
            <a:solidFill>
              <a:srgbClr val="DB70A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72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7"/>
          </a:solidFill>
          <a:ln w="12700">
            <a:solidFill>
              <a:srgbClr val="D864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47D1"/>
          </a:solidFill>
          <a:ln w="12700">
            <a:solidFill>
              <a:srgbClr val="C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3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259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3479"/>
          </a:solidFill>
          <a:ln w="12700">
            <a:solidFill>
              <a:srgbClr val="4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7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259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ED5E"/>
          </a:solidFill>
          <a:ln w="12700">
            <a:solidFill>
              <a:srgbClr val="9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552E0"/>
          </a:solidFill>
          <a:ln w="12700">
            <a:solidFill>
              <a:srgbClr val="B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7DB70"/>
          </a:solidFill>
          <a:ln w="12700">
            <a:solidFill>
              <a:srgbClr val="C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D64"/>
          </a:solidFill>
          <a:ln w="12700">
            <a:solidFill>
              <a:srgbClr val="D8C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D47"/>
          </a:solidFill>
          <a:ln w="12700">
            <a:solidFill>
              <a:srgbClr val="D1A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6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16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56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550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934"/>
          </a:solidFill>
          <a:ln w="12700">
            <a:solidFill>
              <a:srgbClr val="793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56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0ED"/>
          </a:solidFill>
          <a:ln w="12700">
            <a:solidFill>
              <a:srgbClr val="5EC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65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152"/>
          </a:solidFill>
          <a:ln w="12700">
            <a:solidFill>
              <a:srgbClr val="E09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5"/>
          </a:solidFill>
          <a:ln w="12700">
            <a:solidFill>
              <a:srgbClr val="70DB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92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0"/>
          </a:solidFill>
          <a:ln w="12700">
            <a:solidFill>
              <a:srgbClr val="64D8B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A"/>
          </a:solidFill>
          <a:ln w="12700">
            <a:solidFill>
              <a:srgbClr val="47D1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77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77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7934"/>
          </a:solidFill>
          <a:ln w="12700">
            <a:solidFill>
              <a:srgbClr val="4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543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43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3"/>
          </a:solidFill>
          <a:ln w="12700">
            <a:solidFill>
              <a:srgbClr val="ED5EE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D"/>
          </a:solidFill>
          <a:ln w="12700">
            <a:solidFill>
              <a:srgbClr val="52E06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70DB"/>
          </a:solidFill>
          <a:ln w="12700">
            <a:solidFill>
              <a:srgbClr val="B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947"/>
          </a:solidFill>
          <a:ln w="12700">
            <a:solidFill>
              <a:srgbClr val="854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64D8"/>
          </a:solidFill>
          <a:ln w="12700">
            <a:solidFill>
              <a:srgbClr val="9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847D1"/>
          </a:solidFill>
          <a:ln w="12700">
            <a:solidFill>
              <a:srgbClr val="6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205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0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70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22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9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279"/>
          </a:solidFill>
          <a:ln w="12700">
            <a:solidFill>
              <a:srgbClr val="345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16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6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35E"/>
          </a:solidFill>
          <a:ln w="12700">
            <a:solidFill>
              <a:srgbClr val="EDD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9E0"/>
          </a:solidFill>
          <a:ln w="12700">
            <a:solidFill>
              <a:srgbClr val="525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070"/>
          </a:solidFill>
          <a:ln w="12700">
            <a:solidFill>
              <a:srgbClr val="DBA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8547"/>
          </a:solidFill>
          <a:ln w="12700">
            <a:solidFill>
              <a:srgbClr val="5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664"/>
          </a:solidFill>
          <a:ln w="12700">
            <a:solidFill>
              <a:srgbClr val="D87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9"/>
          </a:solidFill>
          <a:ln w="12700">
            <a:solidFill>
              <a:srgbClr val="D1474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أَهَـ</a:t>
            </a: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18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بَهَـ</a:t>
            </a:r>
            <a:r>
              <a:rPr lang="ar-SA" altLang="en-US" sz="6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2B64"/>
          </a:solidFill>
          <a:ln w="12700">
            <a:solidFill>
              <a:srgbClr val="5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3"/>
          </a:solidFill>
          <a:ln w="12700">
            <a:solidFill>
              <a:srgbClr val="7934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6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6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122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تَهَـ</a:t>
            </a:r>
            <a:r>
              <a:rPr lang="ar-SA" altLang="en-US" sz="6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ثَهَـ</a:t>
            </a: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0"/>
          </a:solidFill>
          <a:ln w="12700">
            <a:solidFill>
              <a:srgbClr val="5EEDB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6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6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جَهَـ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D"/>
          </a:solidFill>
          <a:ln w="12700">
            <a:solidFill>
              <a:srgbClr val="E0527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5"/>
          </a:solidFill>
          <a:ln w="12700">
            <a:solidFill>
              <a:srgbClr val="70DB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485"/>
          </a:solidFill>
          <a:ln w="12700">
            <a:solidFill>
              <a:srgbClr val="476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حَهَـ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D864"/>
          </a:solidFill>
          <a:ln w="12700">
            <a:solidFill>
              <a:srgbClr val="6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CD147"/>
          </a:solidFill>
          <a:ln w="12700">
            <a:solidFill>
              <a:srgbClr val="6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95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خَهَـ</a:t>
            </a: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64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64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8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19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دَهَـ</a:t>
            </a: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B2B"/>
          </a:solidFill>
          <a:ln w="12700">
            <a:solidFill>
              <a:srgbClr val="644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7934"/>
          </a:solidFill>
          <a:ln w="12700">
            <a:solidFill>
              <a:srgbClr val="7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64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64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8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ذَهَـ</a:t>
            </a: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99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رَهَـ</a:t>
            </a: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C5EED"/>
          </a:solidFill>
          <a:ln w="12700">
            <a:solidFill>
              <a:srgbClr val="8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6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6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167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زَهَـ</a:t>
            </a: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1E052"/>
          </a:solidFill>
          <a:ln w="12700">
            <a:solidFill>
              <a:srgbClr val="A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6DB"/>
          </a:solidFill>
          <a:ln w="12700">
            <a:solidFill>
              <a:srgbClr val="707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65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65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65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سَهَـ</a:t>
            </a: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CD8"/>
          </a:solidFill>
          <a:ln w="12700">
            <a:solidFill>
              <a:srgbClr val="648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ED1"/>
          </a:solidFill>
          <a:ln w="12700">
            <a:solidFill>
              <a:srgbClr val="478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شَهَـ</a:t>
            </a: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65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65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94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صَهَـ</a:t>
            </a: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D"/>
          </a:solidFill>
          <a:ln w="12700">
            <a:solidFill>
              <a:srgbClr val="2B64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D"/>
          </a:solidFill>
          <a:ln w="12700">
            <a:solidFill>
              <a:srgbClr val="3479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65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65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00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ضَهَـ</a:t>
            </a:r>
            <a:r>
              <a:rPr lang="ar-SA" altLang="en-US" sz="5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7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طَهَـ</a:t>
            </a:r>
            <a:r>
              <a:rPr lang="ar-SA" altLang="en-US" sz="5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95E"/>
          </a:solidFill>
          <a:ln w="12700">
            <a:solidFill>
              <a:srgbClr val="ED6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6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6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ظَهَـ</a:t>
            </a:r>
            <a:r>
              <a:rPr lang="ar-SA" altLang="en-US" sz="6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4E0"/>
          </a:solidFill>
          <a:ln w="12700">
            <a:solidFill>
              <a:srgbClr val="52C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1"/>
          </a:solidFill>
          <a:ln w="12700">
            <a:solidFill>
              <a:srgbClr val="DB709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8547"/>
          </a:solidFill>
          <a:ln w="12700">
            <a:solidFill>
              <a:srgbClr val="8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6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6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عَهَـ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9"/>
          </a:solidFill>
          <a:ln w="12700">
            <a:solidFill>
              <a:srgbClr val="D864A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0"/>
          </a:solidFill>
          <a:ln w="12700">
            <a:solidFill>
              <a:srgbClr val="D147B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32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غَهَـ</a:t>
            </a:r>
            <a:r>
              <a:rPr lang="ar-SA" altLang="en-US" sz="6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6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6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فَهَـ</a:t>
            </a:r>
            <a:r>
              <a:rPr lang="ar-SA" altLang="en-US" sz="6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2B64"/>
          </a:solidFill>
          <a:ln w="12700">
            <a:solidFill>
              <a:srgbClr val="2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3479"/>
          </a:solidFill>
          <a:ln w="12700">
            <a:solidFill>
              <a:srgbClr val="5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65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65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79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قَهَـ</a:t>
            </a:r>
            <a:r>
              <a:rPr lang="ar-SA" altLang="en-US" sz="6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11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كَهَـ</a:t>
            </a: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8ED5E"/>
          </a:solidFill>
          <a:ln w="12700">
            <a:solidFill>
              <a:srgbClr val="7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6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6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لَهَـ</a:t>
            </a: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952E0"/>
          </a:solidFill>
          <a:ln w="12700">
            <a:solidFill>
              <a:srgbClr val="D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DB70"/>
          </a:solidFill>
          <a:ln w="12700">
            <a:solidFill>
              <a:srgbClr val="A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12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103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مَهَـ</a:t>
            </a:r>
            <a:r>
              <a:rPr lang="ar-SA" altLang="en-US" sz="7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D864"/>
          </a:solidFill>
          <a:ln w="12700">
            <a:solidFill>
              <a:srgbClr val="C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D047"/>
          </a:solidFill>
          <a:ln w="12700">
            <a:solidFill>
              <a:srgbClr val="D1D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نَهَـ</a:t>
            </a:r>
            <a:r>
              <a:rPr lang="ar-SA" altLang="en-US" sz="5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539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أَهَـ</a:t>
            </a: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5"/>
          </a:solidFill>
          <a:ln w="12700">
            <a:solidFill>
              <a:srgbClr val="642B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A34"/>
          </a:solidFill>
          <a:ln w="12700">
            <a:solidFill>
              <a:srgbClr val="794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BED"/>
          </a:solidFill>
          <a:ln w="12700">
            <a:solidFill>
              <a:srgbClr val="5E9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7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ثَهَـ</a:t>
            </a: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552"/>
          </a:solidFill>
          <a:ln w="12700">
            <a:solidFill>
              <a:srgbClr val="E0B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6DB"/>
          </a:solidFill>
          <a:ln w="12700">
            <a:solidFill>
              <a:srgbClr val="70C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4785"/>
          </a:solidFill>
          <a:ln w="12700">
            <a:solidFill>
              <a:srgbClr val="6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D"/>
          </a:solidFill>
          <a:ln w="12700">
            <a:solidFill>
              <a:srgbClr val="64D8C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D"/>
          </a:solidFill>
          <a:ln w="12700">
            <a:solidFill>
              <a:srgbClr val="47D1A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642B"/>
          </a:solidFill>
          <a:ln w="12700">
            <a:solidFill>
              <a:srgbClr val="4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9"/>
          </a:solidFill>
          <a:ln w="12700">
            <a:solidFill>
              <a:srgbClr val="3479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6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6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6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16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6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50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F"/>
          </a:solidFill>
          <a:ln w="12700">
            <a:solidFill>
              <a:srgbClr val="ED5EB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56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2"/>
          </a:solidFill>
          <a:ln w="12700">
            <a:solidFill>
              <a:srgbClr val="52E09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670DB"/>
          </a:solidFill>
          <a:ln w="12700">
            <a:solidFill>
              <a:srgbClr val="D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947"/>
          </a:solidFill>
          <a:ln w="12700">
            <a:solidFill>
              <a:srgbClr val="855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164D8"/>
          </a:solidFill>
          <a:ln w="12700">
            <a:solidFill>
              <a:srgbClr val="B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B47D1"/>
          </a:solidFill>
          <a:ln w="12700">
            <a:solidFill>
              <a:srgbClr val="8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شَهَـ</a:t>
            </a: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164"/>
          </a:solidFill>
          <a:ln w="12700">
            <a:solidFill>
              <a:srgbClr val="2B5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079"/>
          </a:solidFill>
          <a:ln w="12700">
            <a:solidFill>
              <a:srgbClr val="344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2ED5E"/>
          </a:solidFill>
          <a:ln w="12700">
            <a:solidFill>
              <a:srgbClr val="E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طَهَـ</a:t>
            </a: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E52E0"/>
          </a:solidFill>
          <a:ln w="12700">
            <a:solidFill>
              <a:srgbClr val="6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B70"/>
          </a:solidFill>
          <a:ln w="12700">
            <a:solidFill>
              <a:srgbClr val="DBB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9"/>
          </a:solidFill>
          <a:ln w="12700">
            <a:solidFill>
              <a:srgbClr val="47854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ظَهَـ</a:t>
            </a: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464"/>
          </a:solidFill>
          <a:ln w="12700">
            <a:solidFill>
              <a:srgbClr val="D89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947"/>
          </a:solidFill>
          <a:ln w="12700">
            <a:solidFill>
              <a:srgbClr val="D16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غَهَـ</a:t>
            </a: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0"/>
          </a:solidFill>
          <a:ln w="12700">
            <a:solidFill>
              <a:srgbClr val="642B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1"/>
          </a:solidFill>
          <a:ln w="12700">
            <a:solidFill>
              <a:srgbClr val="7934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فَهَـ</a:t>
            </a: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0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0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22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قَهَـ</a:t>
            </a: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4"/>
          </a:solidFill>
          <a:ln w="12700">
            <a:solidFill>
              <a:srgbClr val="5EEDD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9"/>
          </a:solidFill>
          <a:ln w="12700">
            <a:solidFill>
              <a:srgbClr val="E0525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1"/>
          </a:solidFill>
          <a:ln w="12700">
            <a:solidFill>
              <a:srgbClr val="70DBA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585"/>
          </a:solidFill>
          <a:ln w="12700">
            <a:solidFill>
              <a:srgbClr val="475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لَهَـ</a:t>
            </a: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7"/>
          </a:solidFill>
          <a:ln w="12700">
            <a:solidFill>
              <a:srgbClr val="64D8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D147"/>
          </a:solidFill>
          <a:ln w="12700">
            <a:solidFill>
              <a:srgbClr val="4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A2B"/>
          </a:solidFill>
          <a:ln w="12700">
            <a:solidFill>
              <a:srgbClr val="645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7934"/>
          </a:solidFill>
          <a:ln w="12700">
            <a:solidFill>
              <a:srgbClr val="63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37163" y="896112"/>
            <a:ext cx="18729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E1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37163" y="896112"/>
            <a:ext cx="18729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5800" dirty="0"/>
          </a:p>
        </p:txBody>
      </p:sp>
      <p:sp>
        <p:nvSpPr>
          <p:cNvPr id="14" name="C2 W2 pill"/>
          <p:cNvSpPr/>
          <p:nvPr/>
        </p:nvSpPr>
        <p:spPr>
          <a:xfrm>
            <a:off x="2333842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E1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33842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89849" y="2834640"/>
            <a:ext cx="37643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89849" y="2834640"/>
            <a:ext cx="37643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1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1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r>
              <a:rPr lang="ar-SA" altLang="en-US" sz="5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15EED"/>
          </a:solidFill>
          <a:ln w="12700">
            <a:solidFill>
              <a:srgbClr val="B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52899" y="896112"/>
            <a:ext cx="15241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F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52899" y="896112"/>
            <a:ext cx="15241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2766977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F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766977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109151" y="2834640"/>
            <a:ext cx="292569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109151" y="2834640"/>
            <a:ext cx="292569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 وَاحِدٌ</a:t>
            </a:r>
            <a:endParaRPr lang="ar-SA" sz="4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CE052"/>
          </a:solidFill>
          <a:ln w="12700">
            <a:solidFill>
              <a:srgbClr val="7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70DB"/>
          </a:solidFill>
          <a:ln w="12700">
            <a:solidFill>
              <a:srgbClr val="8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4"/>
          </a:solidFill>
          <a:ln w="12700">
            <a:solidFill>
              <a:srgbClr val="854764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407267" y="896112"/>
            <a:ext cx="29066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D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407267" y="896112"/>
            <a:ext cx="29066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r>
              <a:rPr lang="ar-SA" altLang="en-US" sz="4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1830092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D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1830092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123854" y="2834640"/>
            <a:ext cx="48962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123854" y="2834640"/>
            <a:ext cx="48962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r>
              <a:rPr lang="ar-SA" altLang="en-US" sz="4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15-ha</dc:title>
  <dc:subject>PptxGenJS Presentation</dc:subject>
  <dc:creator>PptxGenJS</dc:creator>
  <cp:lastModifiedBy>PptxGenJS</cp:lastModifiedBy>
  <cp:revision>1</cp:revision>
  <dcterms:created xsi:type="dcterms:W3CDTF">2026-10-22T00:54:42Z</dcterms:created>
  <dcterms:modified xsi:type="dcterms:W3CDTF">2026-10-22T00:54:42Z</dcterms:modified>
</cp:coreProperties>
</file>