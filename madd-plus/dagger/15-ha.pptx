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592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2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59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59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1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5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7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7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05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1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18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2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1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9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67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3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9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0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1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15-ha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