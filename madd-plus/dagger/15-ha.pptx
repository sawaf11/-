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</p:sldIdLst>
  <p:notesMasterIdLst>
    <p:notesMasterId r:id="rId8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notesMaster" Target="notesMasters/notesMaster1.xml"/><Relationship Id="rId83" Type="http://schemas.openxmlformats.org/officeDocument/2006/relationships/presProps" Target="presProps.xml"/><Relationship Id="rId84" Type="http://schemas.openxmlformats.org/officeDocument/2006/relationships/viewProps" Target="viewProps.xml"/><Relationship Id="rId85" Type="http://schemas.openxmlformats.org/officeDocument/2006/relationships/theme" Target="theme/theme1.xml"/><Relationship Id="rId8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9"/>
          </a:solidFill>
          <a:ln w="12700">
            <a:solidFill>
              <a:srgbClr val="ED5E7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0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100" dirty="0"/>
          </a:p>
        </p:txBody>
      </p:sp>
      <p:sp>
        <p:nvSpPr>
          <p:cNvPr id="22" name="C2 V1 vowel"/>
          <p:cNvSpPr txBox="1"/>
          <p:nvPr/>
        </p:nvSpPr>
        <p:spPr>
          <a:xfrm>
            <a:off x="6720840" y="16910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M2 madd"/>
          <p:cNvSpPr txBox="1"/>
          <p:nvPr/>
        </p:nvSpPr>
        <p:spPr>
          <a:xfrm>
            <a:off x="4343400" y="171417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5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6 R result"/>
          <p:cNvSpPr txBox="1"/>
          <p:nvPr/>
        </p:nvSpPr>
        <p:spPr>
          <a:xfrm>
            <a:off x="685800" y="156845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4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8"/>
          </a:solidFill>
          <a:ln w="12700">
            <a:solidFill>
              <a:srgbClr val="52E0D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C"/>
          </a:solidFill>
          <a:ln w="12700">
            <a:solidFill>
              <a:srgbClr val="DB70A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747"/>
          </a:solidFill>
          <a:ln w="12700">
            <a:solidFill>
              <a:srgbClr val="8577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0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970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05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5392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7"/>
          </a:solidFill>
          <a:ln w="12700">
            <a:solidFill>
              <a:srgbClr val="D864C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F47D1"/>
          </a:solidFill>
          <a:ln w="12700">
            <a:solidFill>
              <a:srgbClr val="C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0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70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5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04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38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3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564"/>
          </a:solidFill>
          <a:ln w="12700">
            <a:solidFill>
              <a:srgbClr val="2B3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A3479"/>
          </a:solidFill>
          <a:ln w="12700">
            <a:solidFill>
              <a:srgbClr val="4A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0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970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97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252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0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70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CED5E"/>
          </a:solidFill>
          <a:ln w="12700">
            <a:solidFill>
              <a:srgbClr val="9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0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970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552E0"/>
          </a:solidFill>
          <a:ln w="12700">
            <a:solidFill>
              <a:srgbClr val="B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7DB70"/>
          </a:solidFill>
          <a:ln w="12700">
            <a:solidFill>
              <a:srgbClr val="C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8"/>
          </a:solidFill>
          <a:ln w="12700">
            <a:solidFill>
              <a:srgbClr val="47856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97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D64"/>
          </a:solidFill>
          <a:ln w="12700">
            <a:solidFill>
              <a:srgbClr val="D8CD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D47"/>
          </a:solidFill>
          <a:ln w="12700">
            <a:solidFill>
              <a:srgbClr val="D1AD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6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6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2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735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69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969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550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31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4"/>
          </a:solidFill>
          <a:ln w="12700">
            <a:solidFill>
              <a:srgbClr val="642B4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934"/>
          </a:solidFill>
          <a:ln w="12700">
            <a:solidFill>
              <a:srgbClr val="793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69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969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0ED"/>
          </a:solidFill>
          <a:ln w="12700">
            <a:solidFill>
              <a:srgbClr val="5EC0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0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970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5060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314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152"/>
          </a:solidFill>
          <a:ln w="12700">
            <a:solidFill>
              <a:srgbClr val="E091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5"/>
          </a:solidFill>
          <a:ln w="12700">
            <a:solidFill>
              <a:srgbClr val="70DBD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84785"/>
          </a:solidFill>
          <a:ln w="12700">
            <a:solidFill>
              <a:srgbClr val="58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1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971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28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9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0"/>
          </a:solidFill>
          <a:ln w="12700">
            <a:solidFill>
              <a:srgbClr val="64D8B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A"/>
          </a:solidFill>
          <a:ln w="12700">
            <a:solidFill>
              <a:srgbClr val="47D1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82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54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1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971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973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433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2642B"/>
          </a:solidFill>
          <a:ln w="12700">
            <a:solidFill>
              <a:srgbClr val="5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17934"/>
          </a:solidFill>
          <a:ln w="12700">
            <a:solidFill>
              <a:srgbClr val="41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543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543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3"/>
          </a:solidFill>
          <a:ln w="12700">
            <a:solidFill>
              <a:srgbClr val="ED5EE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0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970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766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D"/>
          </a:solidFill>
          <a:ln w="12700">
            <a:solidFill>
              <a:srgbClr val="52E06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B70DB"/>
          </a:solidFill>
          <a:ln w="12700">
            <a:solidFill>
              <a:srgbClr val="B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947"/>
          </a:solidFill>
          <a:ln w="12700">
            <a:solidFill>
              <a:srgbClr val="8549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9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80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886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364D8"/>
          </a:solidFill>
          <a:ln w="12700">
            <a:solidFill>
              <a:srgbClr val="9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847D1"/>
          </a:solidFill>
          <a:ln w="12700">
            <a:solidFill>
              <a:srgbClr val="6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0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70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7165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8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0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970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9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2972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43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064"/>
          </a:solidFill>
          <a:ln w="12700">
            <a:solidFill>
              <a:srgbClr val="2B6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279"/>
          </a:solidFill>
          <a:ln w="12700">
            <a:solidFill>
              <a:srgbClr val="3452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124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0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70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87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35E"/>
          </a:solidFill>
          <a:ln w="12700">
            <a:solidFill>
              <a:srgbClr val="EDD3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2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9E0"/>
          </a:solidFill>
          <a:ln w="12700">
            <a:solidFill>
              <a:srgbClr val="525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A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070"/>
          </a:solidFill>
          <a:ln w="12700">
            <a:solidFill>
              <a:srgbClr val="DBA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58547"/>
          </a:solidFill>
          <a:ln w="12700">
            <a:solidFill>
              <a:srgbClr val="55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539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664"/>
          </a:solidFill>
          <a:ln w="12700">
            <a:solidFill>
              <a:srgbClr val="D87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9"/>
          </a:solidFill>
          <a:ln w="12700">
            <a:solidFill>
              <a:srgbClr val="D1474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أَهَ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5936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بَهَ</a:t>
            </a:r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2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A2B64"/>
          </a:solidFill>
          <a:ln w="12700">
            <a:solidFill>
              <a:srgbClr val="5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3"/>
          </a:solidFill>
          <a:ln w="12700">
            <a:solidFill>
              <a:srgbClr val="79346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6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56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0756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تَهَ</a:t>
            </a:r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9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6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6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ثَهَ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0"/>
          </a:solidFill>
          <a:ln w="12700">
            <a:solidFill>
              <a:srgbClr val="5EEDB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56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56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58623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جَهَ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43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D"/>
          </a:solidFill>
          <a:ln w="12700">
            <a:solidFill>
              <a:srgbClr val="E0527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5"/>
          </a:solidFill>
          <a:ln w="12700">
            <a:solidFill>
              <a:srgbClr val="70DB8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485"/>
          </a:solidFill>
          <a:ln w="12700">
            <a:solidFill>
              <a:srgbClr val="4764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56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56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حَهَ</a:t>
            </a:r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FD864"/>
          </a:solidFill>
          <a:ln w="12700">
            <a:solidFill>
              <a:srgbClr val="6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CD147"/>
          </a:solidFill>
          <a:ln w="12700">
            <a:solidFill>
              <a:srgbClr val="6C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6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6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775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خَهَ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5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5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564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564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96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343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دَهَ</a:t>
            </a:r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43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B2B"/>
          </a:solidFill>
          <a:ln w="12700">
            <a:solidFill>
              <a:srgbClr val="644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47934"/>
          </a:solidFill>
          <a:ln w="12700">
            <a:solidFill>
              <a:srgbClr val="74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64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564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96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88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88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7862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رَهَ</a:t>
            </a:r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C5EED"/>
          </a:solidFill>
          <a:ln w="12700">
            <a:solidFill>
              <a:srgbClr val="8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56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56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6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370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زَهَ</a:t>
            </a:r>
            <a:pPr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434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1E052"/>
          </a:solidFill>
          <a:ln w="12700">
            <a:solidFill>
              <a:srgbClr val="A1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2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6DB"/>
          </a:solidFill>
          <a:ln w="12700">
            <a:solidFill>
              <a:srgbClr val="707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3"/>
          </a:solidFill>
          <a:ln w="12700">
            <a:solidFill>
              <a:srgbClr val="85477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565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565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5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634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سَهَ</a:t>
            </a:r>
            <a:pPr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CD8"/>
          </a:solidFill>
          <a:ln w="12700">
            <a:solidFill>
              <a:srgbClr val="648C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ED1"/>
          </a:solidFill>
          <a:ln w="12700">
            <a:solidFill>
              <a:srgbClr val="478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65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65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5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678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شَهَ</a:t>
            </a:r>
            <a:pPr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9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565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565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5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069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صَهَ</a:t>
            </a:r>
            <a:pPr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D"/>
          </a:solidFill>
          <a:ln w="12700">
            <a:solidFill>
              <a:srgbClr val="2B643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D"/>
          </a:solidFill>
          <a:ln w="12700">
            <a:solidFill>
              <a:srgbClr val="34796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65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5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565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5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3002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ضَهَ</a:t>
            </a:r>
            <a:pPr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976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طَهَ</a:t>
            </a:r>
            <a:pPr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9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95E"/>
          </a:solidFill>
          <a:ln w="12700">
            <a:solidFill>
              <a:srgbClr val="ED6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56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56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ظَهَ</a:t>
            </a:r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443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4E0"/>
          </a:solidFill>
          <a:ln w="12700">
            <a:solidFill>
              <a:srgbClr val="52C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B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1"/>
          </a:solidFill>
          <a:ln w="12700">
            <a:solidFill>
              <a:srgbClr val="DB709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38547"/>
          </a:solidFill>
          <a:ln w="12700">
            <a:solidFill>
              <a:srgbClr val="83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565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565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59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4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873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عَهَ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9"/>
          </a:solidFill>
          <a:ln w="12700">
            <a:solidFill>
              <a:srgbClr val="D864A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0"/>
          </a:solidFill>
          <a:ln w="12700">
            <a:solidFill>
              <a:srgbClr val="D147B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65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65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59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704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غَهَ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56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2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56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481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فَهَ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42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F2B64"/>
          </a:solidFill>
          <a:ln w="12700">
            <a:solidFill>
              <a:srgbClr val="2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C3479"/>
          </a:solidFill>
          <a:ln w="12700">
            <a:solidFill>
              <a:srgbClr val="5C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65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3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565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74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481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قَهَ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6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6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6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5290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كَهَ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8ED5E"/>
          </a:solidFill>
          <a:ln w="12700">
            <a:solidFill>
              <a:srgbClr val="7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56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56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6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3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لَهَ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2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952E0"/>
          </a:solidFill>
          <a:ln w="12700">
            <a:solidFill>
              <a:srgbClr val="D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BDB70"/>
          </a:solidFill>
          <a:ln w="12700">
            <a:solidFill>
              <a:srgbClr val="A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7"/>
          </a:solidFill>
          <a:ln w="12700">
            <a:solidFill>
              <a:srgbClr val="47857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565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565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84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5460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مَهَ</a:t>
            </a:r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6D864"/>
          </a:solidFill>
          <a:ln w="12700">
            <a:solidFill>
              <a:srgbClr val="C6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D047"/>
          </a:solidFill>
          <a:ln w="12700">
            <a:solidFill>
              <a:srgbClr val="D1D0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0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970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05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5392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أَهَ</a:t>
            </a:r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4314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5"/>
          </a:solidFill>
          <a:ln w="12700">
            <a:solidFill>
              <a:srgbClr val="642B3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A34"/>
          </a:solidFill>
          <a:ln w="12700">
            <a:solidFill>
              <a:srgbClr val="794A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0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970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05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بَهَ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تَهَ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BED"/>
          </a:solidFill>
          <a:ln w="12700">
            <a:solidFill>
              <a:srgbClr val="5E9B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0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0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970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97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ثَهَ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431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552"/>
          </a:solidFill>
          <a:ln w="12700">
            <a:solidFill>
              <a:srgbClr val="E0B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6DB"/>
          </a:solidFill>
          <a:ln w="12700">
            <a:solidFill>
              <a:srgbClr val="70C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84785"/>
          </a:solidFill>
          <a:ln w="12700">
            <a:solidFill>
              <a:srgbClr val="68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0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970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جَهَ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D"/>
          </a:solidFill>
          <a:ln w="12700">
            <a:solidFill>
              <a:srgbClr val="64D8C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D"/>
          </a:solidFill>
          <a:ln w="12700">
            <a:solidFill>
              <a:srgbClr val="47D1A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0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70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حَهَ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97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766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خَهَ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4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3642B"/>
          </a:solidFill>
          <a:ln w="12700">
            <a:solidFill>
              <a:srgbClr val="4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9"/>
          </a:solidFill>
          <a:ln w="12700">
            <a:solidFill>
              <a:srgbClr val="3479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0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00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6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96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2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5735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دَهَ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69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69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550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C5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F"/>
          </a:solidFill>
          <a:ln w="12700">
            <a:solidFill>
              <a:srgbClr val="ED5EB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69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969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رَهَ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2"/>
          </a:solidFill>
          <a:ln w="12700">
            <a:solidFill>
              <a:srgbClr val="52E09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670DB"/>
          </a:solidFill>
          <a:ln w="12700">
            <a:solidFill>
              <a:srgbClr val="D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947"/>
          </a:solidFill>
          <a:ln w="12700">
            <a:solidFill>
              <a:srgbClr val="8559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زَهَ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164D8"/>
          </a:solidFill>
          <a:ln w="12700">
            <a:solidFill>
              <a:srgbClr val="B1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B47D1"/>
          </a:solidFill>
          <a:ln w="12700">
            <a:solidFill>
              <a:srgbClr val="8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0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70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1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971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شَهَ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44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164"/>
          </a:solidFill>
          <a:ln w="12700">
            <a:solidFill>
              <a:srgbClr val="2B5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079"/>
          </a:solidFill>
          <a:ln w="12700">
            <a:solidFill>
              <a:srgbClr val="3440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82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صَهَ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1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71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748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ضَهَ</a:t>
            </a:r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2ED5E"/>
          </a:solidFill>
          <a:ln w="12700">
            <a:solidFill>
              <a:srgbClr val="E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طَهَ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142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E52E0"/>
          </a:solidFill>
          <a:ln w="12700">
            <a:solidFill>
              <a:srgbClr val="6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B70"/>
          </a:solidFill>
          <a:ln w="12700">
            <a:solidFill>
              <a:srgbClr val="DBB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9"/>
          </a:solidFill>
          <a:ln w="12700">
            <a:solidFill>
              <a:srgbClr val="47854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464"/>
          </a:solidFill>
          <a:ln w="12700">
            <a:solidFill>
              <a:srgbClr val="D89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947"/>
          </a:solidFill>
          <a:ln w="12700">
            <a:solidFill>
              <a:srgbClr val="D16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0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70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عَهَ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9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80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26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غَهَ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2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0"/>
          </a:solidFill>
          <a:ln w="12700">
            <a:solidFill>
              <a:srgbClr val="642B6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1"/>
          </a:solidFill>
          <a:ln w="12700">
            <a:solidFill>
              <a:srgbClr val="79345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0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970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0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70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قَهَ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4"/>
          </a:solidFill>
          <a:ln w="12700">
            <a:solidFill>
              <a:srgbClr val="5EEDD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132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كَهَ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43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9"/>
          </a:solidFill>
          <a:ln w="12700">
            <a:solidFill>
              <a:srgbClr val="E0525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1"/>
          </a:solidFill>
          <a:ln w="12700">
            <a:solidFill>
              <a:srgbClr val="70DBA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585"/>
          </a:solidFill>
          <a:ln w="12700">
            <a:solidFill>
              <a:srgbClr val="4755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0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970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لَهَ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7"/>
          </a:solidFill>
          <a:ln w="12700">
            <a:solidFill>
              <a:srgbClr val="64D87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8D147"/>
          </a:solidFill>
          <a:ln w="12700">
            <a:solidFill>
              <a:srgbClr val="4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مَهَ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نَهَ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432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A2B"/>
          </a:solidFill>
          <a:ln w="12700">
            <a:solidFill>
              <a:srgbClr val="645A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37934"/>
          </a:solidFill>
          <a:ln w="12700">
            <a:solidFill>
              <a:srgbClr val="6379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5036604" y="896112"/>
            <a:ext cx="167411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E1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5036604" y="896112"/>
            <a:ext cx="16741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هٰذَا</a:t>
            </a:r>
            <a:endParaRPr lang="ar-SA" sz="5800" dirty="0"/>
          </a:p>
        </p:txBody>
      </p:sp>
      <p:sp>
        <p:nvSpPr>
          <p:cNvPr id="14" name="C2 W2 pill"/>
          <p:cNvSpPr/>
          <p:nvPr/>
        </p:nvSpPr>
        <p:spPr>
          <a:xfrm>
            <a:off x="2433283" y="896112"/>
            <a:ext cx="22832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E1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433283" y="896112"/>
            <a:ext cx="22832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كِتَابٌ</a:t>
            </a:r>
            <a:endParaRPr lang="ar-SA" sz="58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2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789289" y="2834640"/>
            <a:ext cx="35654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789289" y="2834640"/>
            <a:ext cx="35654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هٰذَا كِتَابٌ</a:t>
            </a:r>
            <a:endParaRPr lang="ar-SA" sz="5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90308" y="896112"/>
            <a:ext cx="18598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B1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90308" y="896112"/>
            <a:ext cx="18598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ذٰلِكَ</a:t>
            </a:r>
            <a:endParaRPr lang="ar-SA" sz="5400" dirty="0"/>
          </a:p>
        </p:txBody>
      </p:sp>
      <p:sp>
        <p:nvSpPr>
          <p:cNvPr id="12" name="C2 W2 pill"/>
          <p:cNvSpPr/>
          <p:nvPr/>
        </p:nvSpPr>
        <p:spPr>
          <a:xfrm>
            <a:off x="2393804" y="896112"/>
            <a:ext cx="21764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B1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93804" y="896112"/>
            <a:ext cx="21764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خَيۡرٌ</a:t>
            </a:r>
            <a:endParaRPr lang="ar-SA" sz="5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5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51049" y="2834640"/>
            <a:ext cx="36419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51049" y="2834640"/>
            <a:ext cx="36419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ذٰلِكَ خَيۡرٌ</a:t>
            </a:r>
            <a:endParaRPr lang="ar-SA" sz="5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15EED"/>
          </a:solidFill>
          <a:ln w="12700">
            <a:solidFill>
              <a:srgbClr val="B1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934754" y="896112"/>
            <a:ext cx="1360413" cy="1371600"/>
          </a:xfrm>
          <a:prstGeom prst="roundRect">
            <a:avLst>
              <a:gd name="adj" fmla="val 26886"/>
            </a:avLst>
          </a:prstGeom>
          <a:solidFill>
            <a:srgbClr val="FFFFFF"/>
          </a:solidFill>
          <a:ln w="76200">
            <a:solidFill>
              <a:srgbClr val="E2367F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934754" y="896112"/>
            <a:ext cx="13604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إِلٰهٌ</a:t>
            </a:r>
            <a:endParaRPr lang="ar-SA" sz="4400" dirty="0"/>
          </a:p>
        </p:txBody>
      </p:sp>
      <p:sp>
        <p:nvSpPr>
          <p:cNvPr id="20" name="C2 W2 pill"/>
          <p:cNvSpPr/>
          <p:nvPr/>
        </p:nvSpPr>
        <p:spPr>
          <a:xfrm>
            <a:off x="2848833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FE2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848833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وَاحِدٌ</a:t>
            </a:r>
            <a:endParaRPr lang="ar-SA" sz="44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3191006" y="2834640"/>
            <a:ext cx="276198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3191006" y="2834640"/>
            <a:ext cx="276198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إِلٰهٌ وَاحِدٌ</a:t>
            </a:r>
            <a:endParaRPr lang="ar-SA" sz="4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3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CE052"/>
          </a:solidFill>
          <a:ln w="12700">
            <a:solidFill>
              <a:srgbClr val="7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670DB"/>
          </a:solidFill>
          <a:ln w="12700">
            <a:solidFill>
              <a:srgbClr val="8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4"/>
          </a:solidFill>
          <a:ln w="12700">
            <a:solidFill>
              <a:srgbClr val="854764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489122" y="896112"/>
            <a:ext cx="27429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DE2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489122" y="896112"/>
            <a:ext cx="27429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الرَّحۡمٰنِ</a:t>
            </a:r>
            <a:endParaRPr lang="ar-SA" sz="4400" dirty="0"/>
          </a:p>
        </p:txBody>
      </p:sp>
      <p:sp>
        <p:nvSpPr>
          <p:cNvPr id="17" name="C2 W2 pill"/>
          <p:cNvSpPr/>
          <p:nvPr/>
        </p:nvSpPr>
        <p:spPr>
          <a:xfrm>
            <a:off x="1911948" y="896112"/>
            <a:ext cx="22571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4D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1911948" y="896112"/>
            <a:ext cx="22571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الرَّحِيمِ</a:t>
            </a:r>
            <a:endParaRPr lang="ar-SA" sz="4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207569" y="2834640"/>
            <a:ext cx="472886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207569" y="2834640"/>
            <a:ext cx="472886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الرَّحۡمٰنِ الرَّحِيمِ</a:t>
            </a:r>
            <a:endParaRPr lang="ar-SA" sz="4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80</Slides>
  <Notes>80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80</vt:i4>
      </vt:variant>
    </vt:vector>
  </HeadingPairs>
  <TitlesOfParts>
    <vt:vector size="8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Dagger alif 15-ha</dc:title>
  <dc:subject>PptxGenJS Presentation</dc:subject>
  <dc:creator>PptxGenJS</dc:creator>
  <cp:lastModifiedBy>PptxGenJS</cp:lastModifiedBy>
  <cp:revision>1</cp:revision>
  <dcterms:created xsi:type="dcterms:W3CDTF">2026-10-21T18:02:25Z</dcterms:created>
  <dcterms:modified xsi:type="dcterms:W3CDTF">2026-10-21T18:02:25Z</dcterms:modified>
</cp:coreProperties>
</file>