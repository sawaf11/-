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notesMasterIdLst>
    <p:notesMasterId r:id="rId8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910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922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8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2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10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2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42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45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99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2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2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2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2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CD147"/>
          </a:solidFill>
          <a:ln w="12700">
            <a:solidFill>
              <a:srgbClr val="6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2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75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4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04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04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0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E052"/>
          </a:solidFill>
          <a:ln w="12700">
            <a:solidFill>
              <a:srgbClr val="A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5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91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6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1"/>
          </a:solidFill>
          <a:ln w="12700">
            <a:solidFill>
              <a:srgbClr val="DB70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25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2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6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4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65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5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1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ED5E"/>
          </a:solidFill>
          <a:ln w="12700">
            <a:solidFill>
              <a:srgbClr val="7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6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10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2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136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552"/>
          </a:solidFill>
          <a:ln w="12700">
            <a:solidFill>
              <a:srgbClr val="E0B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D"/>
          </a:solidFill>
          <a:ln w="12700">
            <a:solidFill>
              <a:srgbClr val="64D8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D"/>
          </a:solidFill>
          <a:ln w="12700">
            <a:solidFill>
              <a:srgbClr val="47D1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69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69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94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99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8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199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8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199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8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1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99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8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970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2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3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97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14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8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97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276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1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D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15-ha</dc:title>
  <dc:subject>PptxGenJS Presentation</dc:subject>
  <dc:creator>PptxGenJS</dc:creator>
  <cp:lastModifiedBy>PptxGenJS</cp:lastModifiedBy>
  <cp:revision>1</cp:revision>
  <dcterms:created xsi:type="dcterms:W3CDTF">2026-10-21T19:56:17Z</dcterms:created>
  <dcterms:modified xsi:type="dcterms:W3CDTF">2026-10-21T19:56:17Z</dcterms:modified>
</cp:coreProperties>
</file>