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notesMaster" Target="notesMasters/notesMaster1.xml"/><Relationship Id="rId161" Type="http://schemas.openxmlformats.org/officeDocument/2006/relationships/presProps" Target="presProps.xml"/><Relationship Id="rId162" Type="http://schemas.openxmlformats.org/officeDocument/2006/relationships/viewProps" Target="viewProps.xml"/><Relationship Id="rId163" Type="http://schemas.openxmlformats.org/officeDocument/2006/relationships/theme" Target="theme/theme1.xml"/><Relationship Id="rId1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D"/>
          </a:solidFill>
          <a:ln w="12700">
            <a:solidFill>
              <a:srgbClr val="47D1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59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2"/>
          </a:solidFill>
          <a:ln w="12700">
            <a:solidFill>
              <a:srgbClr val="52E0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ED5E"/>
          </a:solidFill>
          <a:ln w="12700">
            <a:solidFill>
              <a:srgbClr val="C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نَارَ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نَازَ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847"/>
          </a:solidFill>
          <a:ln w="12700">
            <a:solidFill>
              <a:srgbClr val="D18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نَاسَ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نَاصَ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نَاضَ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B52"/>
          </a:solidFill>
          <a:ln w="12700">
            <a:solidFill>
              <a:srgbClr val="E06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5EED"/>
          </a:solidFill>
          <a:ln w="12700">
            <a:solidFill>
              <a:srgbClr val="D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أَنَابَ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97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بَنَاتَ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97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تَنَاثَ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ثَنَاجَ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جَنَاحَ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حَنَاخَ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خَنَادَ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دَنَاذَ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ذَنَارَ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A"/>
          </a:solidFill>
          <a:ln w="12700">
            <a:solidFill>
              <a:srgbClr val="5EED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رَنَازَ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3"/>
          </a:solidFill>
          <a:ln w="12700">
            <a:solidFill>
              <a:srgbClr val="E052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9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زَنَاسَ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D147"/>
          </a:solidFill>
          <a:ln w="12700">
            <a:solidFill>
              <a:srgbClr val="9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سَنَاشَ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شَنَاصَ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صَنَاضَ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85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ضَنَاطَ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25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طَنَاظَ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ظَنَاعَ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2D1"/>
          </a:solidFill>
          <a:ln w="12700">
            <a:solidFill>
              <a:srgbClr val="47B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عَنَاغَ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16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غَنَافَ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فَنَاقَ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2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قَنَاكَ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كَنَالَ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لَنَامَ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مَنَاأَ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رَنَا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76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63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1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6104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</a:t>
            </a:r>
            <a:endParaRPr lang="ar-SA" sz="10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يَابَ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يَاتَ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يَاثَ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يَاجَ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يَاحَ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يَاذَ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يَازَ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يَاسَ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يَاشَ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يَاصَ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0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يَاضَ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يَاطَ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يَاظَ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يَاعَ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يَاغَ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يَافَ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يَاقَ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52E0"/>
          </a:solidFill>
          <a:ln w="12700">
            <a:solidFill>
              <a:srgbClr val="D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DB70"/>
          </a:solidFill>
          <a:ln w="12700">
            <a:solidFill>
              <a:srgbClr val="A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يَاكَ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E47"/>
          </a:solidFill>
          <a:ln w="12700">
            <a:solidFill>
              <a:srgbClr val="D1C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يَامَ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يَاهَ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DED"/>
          </a:solidFill>
          <a:ln w="12700">
            <a:solidFill>
              <a:srgbClr val="5E9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أَيَابَ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بَيَاتَ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3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تَيَاثَ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ثَيَاجَ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جَيَاحَ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حَيَاخَ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0"/>
          </a:solidFill>
          <a:ln w="12700">
            <a:solidFill>
              <a:srgbClr val="52E0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23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خَيَادَ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64D8"/>
          </a:solidFill>
          <a:ln w="12700">
            <a:solidFill>
              <a:srgbClr val="A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دَيَاذَ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ذَيَارَ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رَيَازَ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زَيَاسَ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سَيَاشَ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شَيَاصَ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264"/>
          </a:solidFill>
          <a:ln w="12700">
            <a:solidFill>
              <a:srgbClr val="D89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747"/>
          </a:solidFill>
          <a:ln w="12700">
            <a:solidFill>
              <a:srgbClr val="D16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صَيَاضَ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0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ضَيَاطَ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طَيَاظَ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ظَيَاعَ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3"/>
          </a:solidFill>
          <a:ln w="12700">
            <a:solidFill>
              <a:srgbClr val="5EED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عَيَاغَ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A"/>
          </a:solidFill>
          <a:ln w="12700">
            <a:solidFill>
              <a:srgbClr val="E052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F"/>
          </a:solidFill>
          <a:ln w="12700">
            <a:solidFill>
              <a:srgbClr val="70DB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0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غَيَافَ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5"/>
          </a:solidFill>
          <a:ln w="12700">
            <a:solidFill>
              <a:srgbClr val="64D8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D147"/>
          </a:solidFill>
          <a:ln w="12700">
            <a:solidFill>
              <a:srgbClr val="4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فَيَاقَ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قَيَاكَ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كَيَالَ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لَيَامَ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5EED"/>
          </a:solidFill>
          <a:ln w="12700">
            <a:solidFill>
              <a:srgbClr val="A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86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مَيَانَ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نَيَاهَ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08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هَيَاوَ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وَيَاأَ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أَيَا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E"/>
          </a:solidFill>
          <a:ln w="12700">
            <a:solidFill>
              <a:srgbClr val="D147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6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5"/>
          </a:solidFill>
          <a:ln w="12700">
            <a:solidFill>
              <a:srgbClr val="E052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D147"/>
          </a:solidFill>
          <a:ln w="12700">
            <a:solidFill>
              <a:srgbClr val="B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7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8ED"/>
          </a:solidFill>
          <a:ln w="12700">
            <a:solidFill>
              <a:srgbClr val="5E7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6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852"/>
          </a:solidFill>
          <a:ln w="12700">
            <a:solidFill>
              <a:srgbClr val="E0D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CDB"/>
          </a:solidFill>
          <a:ln w="12700">
            <a:solidFill>
              <a:srgbClr val="70A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7D8"/>
          </a:solidFill>
          <a:ln w="12700">
            <a:solidFill>
              <a:srgbClr val="64C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F"/>
          </a:solidFill>
          <a:ln w="12700">
            <a:solidFill>
              <a:srgbClr val="47D1C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غَيَا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C"/>
          </a:solidFill>
          <a:ln w="12700">
            <a:solidFill>
              <a:srgbClr val="ED5E9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5"/>
          </a:solidFill>
          <a:ln w="12700">
            <a:solidFill>
              <a:srgbClr val="52E0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6"/>
          </a:solidFill>
          <a:ln w="12700">
            <a:solidFill>
              <a:srgbClr val="DB70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0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64D8"/>
          </a:solidFill>
          <a:ln w="12700">
            <a:solidFill>
              <a:srgbClr val="C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47D1"/>
          </a:solidFill>
          <a:ln w="12700">
            <a:solidFill>
              <a:srgbClr val="A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2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3479"/>
          </a:solidFill>
          <a:ln w="12700">
            <a:solidFill>
              <a:srgbClr val="3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13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52E0"/>
          </a:solidFill>
          <a:ln w="12700">
            <a:solidFill>
              <a:srgbClr val="9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570"/>
          </a:solidFill>
          <a:ln w="12700">
            <a:solidFill>
              <a:srgbClr val="DBD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42084" y="896112"/>
            <a:ext cx="14456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0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42084" y="896112"/>
            <a:ext cx="14456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956251" y="896112"/>
            <a:ext cx="14657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0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956251" y="896112"/>
            <a:ext cx="14657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277683" y="2834640"/>
            <a:ext cx="258863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277683" y="2834640"/>
            <a:ext cx="258863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 وَلَدٌ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064"/>
          </a:solidFill>
          <a:ln w="12700">
            <a:solidFill>
              <a:srgbClr val="D8B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97481" y="896112"/>
            <a:ext cx="15743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97481" y="896112"/>
            <a:ext cx="15743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نَارٌ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72211" y="896112"/>
            <a:ext cx="25052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72211" y="896112"/>
            <a:ext cx="25052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وَدُخَانٌ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97073" y="2834640"/>
            <a:ext cx="37498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97073" y="2834640"/>
            <a:ext cx="37498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نَارٌ وَدُخَانٌ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54176" y="896112"/>
            <a:ext cx="1127652" cy="1371600"/>
          </a:xfrm>
          <a:prstGeom prst="roundRect">
            <a:avLst>
              <a:gd name="adj" fmla="val 32436"/>
            </a:avLst>
          </a:prstGeom>
          <a:solidFill>
            <a:srgbClr val="FFFFFF"/>
          </a:solidFill>
          <a:ln w="76200">
            <a:solidFill>
              <a:srgbClr val="36C1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54176" y="896112"/>
            <a:ext cx="1127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3062172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1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062172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وَلَدُ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365309" y="2834640"/>
            <a:ext cx="241338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365309" y="2834640"/>
            <a:ext cx="241338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يَا وَلَدُ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158</Slides>
  <Notes>158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03-noon-ya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