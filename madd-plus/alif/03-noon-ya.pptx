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notesMasterIdLst>
    <p:notesMasterId r:id="rId1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نَازَ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نَاصَ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نَاضَ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بَنَاتَ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9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تَنَاثَ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جَنَاحَ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9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زَنَاسَ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طَنَاظَ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2D1"/>
          </a:solidFill>
          <a:ln w="12700">
            <a:solidFill>
              <a:srgbClr val="47B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16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فَنَاقَ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قَنَاكَ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مَنَاأَ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7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63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61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يَاتَ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يَاجَ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يَاحَ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يَاسَ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يَاصَ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يَاضَ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يَافَ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يَاقَ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52E0"/>
          </a:solidFill>
          <a:ln w="12700">
            <a:solidFill>
              <a:srgbClr val="D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يَاكَ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E47"/>
          </a:solidFill>
          <a:ln w="12700">
            <a:solidFill>
              <a:srgbClr val="D1C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يَامَ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DED"/>
          </a:solidFill>
          <a:ln w="12700">
            <a:solidFill>
              <a:srgbClr val="5E9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بَيَاتَ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0"/>
          </a:solidFill>
          <a:ln w="12700">
            <a:solidFill>
              <a:srgbClr val="52E0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رَيَازَ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سَيَاشَ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صَيَاضَ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طَيَاظَ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A"/>
          </a:solidFill>
          <a:ln w="12700">
            <a:solidFill>
              <a:srgbClr val="E052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0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غَيَافَ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D147"/>
          </a:solidFill>
          <a:ln w="12700">
            <a:solidFill>
              <a:srgbClr val="4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فَيَاقَ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86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مَيَانَ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0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6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0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42084" y="896112"/>
            <a:ext cx="1445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0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42084" y="896112"/>
            <a:ext cx="1445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956251" y="896112"/>
            <a:ext cx="14657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0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956251" y="896112"/>
            <a:ext cx="14657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77683" y="2834640"/>
            <a:ext cx="258863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77683" y="2834640"/>
            <a:ext cx="258863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 وَلَدٌ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97481" y="896112"/>
            <a:ext cx="15743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97481" y="896112"/>
            <a:ext cx="15743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72211" y="896112"/>
            <a:ext cx="25052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72211" y="896112"/>
            <a:ext cx="25052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وَدُخَانٌ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7073" y="2834640"/>
            <a:ext cx="37498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7073" y="2834640"/>
            <a:ext cx="37498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نَارٌ وَدُخَانٌ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4176" y="896112"/>
            <a:ext cx="1127652" cy="1371600"/>
          </a:xfrm>
          <a:prstGeom prst="roundRect">
            <a:avLst>
              <a:gd name="adj" fmla="val 32436"/>
            </a:avLst>
          </a:prstGeom>
          <a:solidFill>
            <a:srgbClr val="FFFFFF"/>
          </a:solidFill>
          <a:ln w="76200">
            <a:solidFill>
              <a:srgbClr val="36C1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4176" y="896112"/>
            <a:ext cx="1127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3062172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062172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وَلَدُ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365309" y="2834640"/>
            <a:ext cx="241338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365309" y="2834640"/>
            <a:ext cx="241338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 وَلَدُ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03-noon-ya</dc:title>
  <dc:subject>PptxGenJS Presentation</dc:subject>
  <dc:creator>PptxGenJS</dc:creator>
  <cp:lastModifiedBy>PptxGenJS</cp:lastModifiedBy>
  <cp:revision>1</cp:revision>
  <dcterms:created xsi:type="dcterms:W3CDTF">2026-10-21T18:02:03Z</dcterms:created>
  <dcterms:modified xsi:type="dcterms:W3CDTF">2026-10-21T18:02:03Z</dcterms:modified>
</cp:coreProperties>
</file>