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</p:sldIdLst>
  <p:notesMasterIdLst>
    <p:notesMasterId r:id="rId16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notesMaster" Target="notesMasters/notesMaster1.xml"/><Relationship Id="rId161" Type="http://schemas.openxmlformats.org/officeDocument/2006/relationships/presProps" Target="presProps.xml"/><Relationship Id="rId162" Type="http://schemas.openxmlformats.org/officeDocument/2006/relationships/viewProps" Target="viewProps.xml"/><Relationship Id="rId163" Type="http://schemas.openxmlformats.org/officeDocument/2006/relationships/theme" Target="theme/theme1.xml"/><Relationship Id="rId1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الألف: الألف الساكنة لا يكون ما قبلها إلا مفتوحاً، نحو «قَالَ». نمدّ الصوت بمقدار حركتين (بَ ← بَا). الألف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9D8"/>
          </a:solidFill>
          <a:ln w="12700">
            <a:solidFill>
              <a:srgbClr val="64C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D"/>
          </a:solidFill>
          <a:ln w="12700">
            <a:solidFill>
              <a:srgbClr val="47D1C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18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4" name="C2 V1 vowel"/>
          <p:cNvSpPr txBox="1"/>
          <p:nvPr/>
        </p:nvSpPr>
        <p:spPr>
          <a:xfrm>
            <a:off x="6720840" y="16118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M2 madd"/>
          <p:cNvSpPr txBox="1"/>
          <p:nvPr/>
        </p:nvSpPr>
        <p:spPr>
          <a:xfrm>
            <a:off x="4343400" y="172593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000" dirty="0"/>
          </a:p>
        </p:txBody>
      </p:sp>
      <p:sp>
        <p:nvSpPr>
          <p:cNvPr id="17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6 R result"/>
          <p:cNvSpPr txBox="1"/>
          <p:nvPr/>
        </p:nvSpPr>
        <p:spPr>
          <a:xfrm>
            <a:off x="685800" y="167182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نَاأَ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65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نَابَ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05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نَاتَ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F"/>
          </a:solidFill>
          <a:ln w="12700">
            <a:solidFill>
              <a:srgbClr val="ED5E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278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نَاثَ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2"/>
          </a:solidFill>
          <a:ln w="12700">
            <a:solidFill>
              <a:srgbClr val="52E0B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نَاجَ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64D8"/>
          </a:solidFill>
          <a:ln w="12700">
            <a:solidFill>
              <a:srgbClr val="C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47D1"/>
          </a:solidFill>
          <a:ln w="12700">
            <a:solidFill>
              <a:srgbClr val="A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نَاحَ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نَادَ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نَاذَ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2ED5E"/>
          </a:solidFill>
          <a:ln w="12700">
            <a:solidFill>
              <a:srgbClr val="C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نَارَ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52E0"/>
          </a:solidFill>
          <a:ln w="12700">
            <a:solidFill>
              <a:srgbClr val="8E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370"/>
          </a:solidFill>
          <a:ln w="12700">
            <a:solidFill>
              <a:srgbClr val="DBD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نَازَ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E64"/>
          </a:solidFill>
          <a:ln w="12700">
            <a:solidFill>
              <a:srgbClr val="D8A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847"/>
          </a:solidFill>
          <a:ln w="12700">
            <a:solidFill>
              <a:srgbClr val="D18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نَاسَ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نَاشَ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نَاصَ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نَاضَ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6ED"/>
          </a:solidFill>
          <a:ln w="12700">
            <a:solidFill>
              <a:srgbClr val="5EE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نَاطَ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B52"/>
          </a:solidFill>
          <a:ln w="12700">
            <a:solidFill>
              <a:srgbClr val="E06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9"/>
          </a:solidFill>
          <a:ln w="12700">
            <a:solidFill>
              <a:srgbClr val="70DBB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4785"/>
          </a:solidFill>
          <a:ln w="12700">
            <a:solidFill>
              <a:srgbClr val="4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657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نَاظَ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1"/>
          </a:solidFill>
          <a:ln w="12700">
            <a:solidFill>
              <a:srgbClr val="64D89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6"/>
          </a:solidFill>
          <a:ln w="12700">
            <a:solidFill>
              <a:srgbClr val="47D16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نَاعَ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نَاغَ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642B"/>
          </a:solidFill>
          <a:ln w="12700">
            <a:solidFill>
              <a:srgbClr val="61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7934"/>
          </a:solidFill>
          <a:ln w="12700">
            <a:solidFill>
              <a:srgbClr val="5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74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نَافَ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نَاقَ</a:t>
            </a:r>
            <a:endParaRPr lang="ar-SA" sz="8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15EED"/>
          </a:solidFill>
          <a:ln w="12700">
            <a:solidFill>
              <a:srgbClr val="D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305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نَاكَ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E052"/>
          </a:solidFill>
          <a:ln w="12700">
            <a:solidFill>
              <a:srgbClr val="5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70DB"/>
          </a:solidFill>
          <a:ln w="12700">
            <a:solidFill>
              <a:srgbClr val="9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6"/>
          </a:solidFill>
          <a:ln w="12700">
            <a:solidFill>
              <a:srgbClr val="85475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87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نَالَ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64D8"/>
          </a:solidFill>
          <a:ln w="12700">
            <a:solidFill>
              <a:srgbClr val="7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CD1"/>
          </a:solidFill>
          <a:ln w="12700">
            <a:solidFill>
              <a:srgbClr val="474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01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أَنَابَ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9"/>
          </a:solidFill>
          <a:ln w="12700">
            <a:solidFill>
              <a:srgbClr val="2B645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479"/>
          </a:solidFill>
          <a:ln w="12700">
            <a:solidFill>
              <a:srgbClr val="346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97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بَنَاتَ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097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تَنَاثَ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D5E"/>
          </a:solidFill>
          <a:ln w="12700">
            <a:solidFill>
              <a:srgbClr val="EDA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ثَنَاجَ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FE0"/>
          </a:solidFill>
          <a:ln w="12700">
            <a:solidFill>
              <a:srgbClr val="527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370"/>
          </a:solidFill>
          <a:ln w="12700">
            <a:solidFill>
              <a:srgbClr val="DB8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58547"/>
          </a:solidFill>
          <a:ln w="12700">
            <a:solidFill>
              <a:srgbClr val="65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18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جَنَاحَ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1"/>
          </a:solidFill>
          <a:ln w="12700">
            <a:solidFill>
              <a:srgbClr val="D8647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E"/>
          </a:solidFill>
          <a:ln w="12700">
            <a:solidFill>
              <a:srgbClr val="D1476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حَنَاخَ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6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12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خَنَادَ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5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445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دَنَاذَ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97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92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ذَنَارَ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A"/>
          </a:solidFill>
          <a:ln w="12700">
            <a:solidFill>
              <a:srgbClr val="5EED8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0398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رَنَازَ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3"/>
          </a:solidFill>
          <a:ln w="12700">
            <a:solidFill>
              <a:srgbClr val="E052A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DB70"/>
          </a:solidFill>
          <a:ln w="12700">
            <a:solidFill>
              <a:srgbClr val="7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9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زَنَاسَ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D864"/>
          </a:solidFill>
          <a:ln w="12700">
            <a:solidFill>
              <a:srgbClr val="8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0D147"/>
          </a:solidFill>
          <a:ln w="12700">
            <a:solidFill>
              <a:srgbClr val="9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25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سَنَاشَ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200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6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شَنَاصَ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C34"/>
          </a:solidFill>
          <a:ln w="12700">
            <a:solidFill>
              <a:srgbClr val="796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049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صَنَاضَ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210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1859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ضَنَاطَ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65EED"/>
          </a:solidFill>
          <a:ln w="12700">
            <a:solidFill>
              <a:srgbClr val="6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259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طَنَاظَ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E052"/>
          </a:solidFill>
          <a:ln w="12700">
            <a:solidFill>
              <a:srgbClr val="C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2DB"/>
          </a:solidFill>
          <a:ln w="12700">
            <a:solidFill>
              <a:srgbClr val="709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ظَنَاعَ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BD8"/>
          </a:solidFill>
          <a:ln w="12700">
            <a:solidFill>
              <a:srgbClr val="64A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2D1"/>
          </a:solidFill>
          <a:ln w="12700">
            <a:solidFill>
              <a:srgbClr val="47B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عَنَاغَ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37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9189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316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غَنَافَ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E"/>
          </a:solidFill>
          <a:ln w="12700">
            <a:solidFill>
              <a:srgbClr val="2B64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B"/>
          </a:solidFill>
          <a:ln w="12700">
            <a:solidFill>
              <a:srgbClr val="34795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2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9138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61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فَنَاقَ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12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524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قَنَاكَ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A"/>
          </a:solidFill>
          <a:ln w="12700">
            <a:solidFill>
              <a:srgbClr val="ED5E7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57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كَنَالَ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7"/>
          </a:solidFill>
          <a:ln w="12700">
            <a:solidFill>
              <a:srgbClr val="52E0D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D"/>
          </a:solidFill>
          <a:ln w="12700">
            <a:solidFill>
              <a:srgbClr val="DB70A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9149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لَنَامَ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8"/>
          </a:solidFill>
          <a:ln w="12700">
            <a:solidFill>
              <a:srgbClr val="D864C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D47D1"/>
          </a:solidFill>
          <a:ln w="12700">
            <a:solidFill>
              <a:srgbClr val="C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2653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90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923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مَنَاأَ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747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أَنَا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3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699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419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EED5E"/>
          </a:solidFill>
          <a:ln w="12700">
            <a:solidFill>
              <a:srgbClr val="9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0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6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47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52E0"/>
          </a:solidFill>
          <a:ln w="12700">
            <a:solidFill>
              <a:srgbClr val="B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DB70"/>
          </a:solidFill>
          <a:ln w="12700">
            <a:solidFill>
              <a:srgbClr val="C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7"/>
          </a:solidFill>
          <a:ln w="12700">
            <a:solidFill>
              <a:srgbClr val="4785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2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C64"/>
          </a:solidFill>
          <a:ln w="12700">
            <a:solidFill>
              <a:srgbClr val="D8C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B47"/>
          </a:solidFill>
          <a:ln w="12700">
            <a:solidFill>
              <a:srgbClr val="D1A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5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44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22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4"/>
          </a:solidFill>
          <a:ln w="12700">
            <a:solidFill>
              <a:srgbClr val="642B4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834"/>
          </a:solidFill>
          <a:ln w="12700">
            <a:solidFill>
              <a:srgbClr val="793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4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62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9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665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1ED"/>
          </a:solidFill>
          <a:ln w="12700">
            <a:solidFill>
              <a:srgbClr val="5EC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852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رَنَا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F52"/>
          </a:solidFill>
          <a:ln w="12700">
            <a:solidFill>
              <a:srgbClr val="E08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4"/>
          </a:solidFill>
          <a:ln w="12700">
            <a:solidFill>
              <a:srgbClr val="70DBD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84785"/>
          </a:solidFill>
          <a:ln w="12700">
            <a:solidFill>
              <a:srgbClr val="5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075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زَنَا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F"/>
          </a:solidFill>
          <a:ln w="12700">
            <a:solidFill>
              <a:srgbClr val="64D8A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9"/>
          </a:solidFill>
          <a:ln w="12700">
            <a:solidFill>
              <a:srgbClr val="47D18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579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642B"/>
          </a:solidFill>
          <a:ln w="12700">
            <a:solidFill>
              <a:srgbClr val="5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17934"/>
          </a:solidFill>
          <a:ln w="12700">
            <a:solidFill>
              <a:srgbClr val="4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523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687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554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6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5"/>
          </a:solidFill>
          <a:ln w="12700">
            <a:solidFill>
              <a:srgbClr val="ED5EE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C"/>
          </a:solidFill>
          <a:ln w="12700">
            <a:solidFill>
              <a:srgbClr val="52E06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70DB"/>
          </a:solidFill>
          <a:ln w="12700">
            <a:solidFill>
              <a:srgbClr val="B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714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264D8"/>
          </a:solidFill>
          <a:ln w="12700">
            <a:solidFill>
              <a:srgbClr val="9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647D1"/>
          </a:solidFill>
          <a:ln w="12700">
            <a:solidFill>
              <a:srgbClr val="6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744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عَنَا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3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853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619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8483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فَنَا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9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72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7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25E"/>
          </a:solidFill>
          <a:ln w="12700">
            <a:solidFill>
              <a:srgbClr val="EDD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476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كَنَا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BE0"/>
          </a:solidFill>
          <a:ln w="12700">
            <a:solidFill>
              <a:srgbClr val="525B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F70"/>
          </a:solidFill>
          <a:ln w="12700">
            <a:solidFill>
              <a:srgbClr val="DB9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8493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36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564"/>
          </a:solidFill>
          <a:ln w="12700">
            <a:solidFill>
              <a:srgbClr val="D87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B"/>
          </a:solidFill>
          <a:ln w="12700">
            <a:solidFill>
              <a:srgbClr val="D1474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30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3747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9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3747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72631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91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46104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</a:t>
            </a:r>
            <a:endParaRPr lang="ar-SA" sz="10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4"/>
          </a:solidFill>
          <a:ln w="12700">
            <a:solidFill>
              <a:srgbClr val="7934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2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يَاأَ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5848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يَابَ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E"/>
          </a:solidFill>
          <a:ln w="12700">
            <a:solidFill>
              <a:srgbClr val="5EEDA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756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يَاتَ</a:t>
            </a:r>
            <a:endParaRPr lang="ar-SA" sz="9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F"/>
          </a:solidFill>
          <a:ln w="12700">
            <a:solidFill>
              <a:srgbClr val="E0527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4"/>
          </a:solidFill>
          <a:ln w="12700">
            <a:solidFill>
              <a:srgbClr val="70DB8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387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يَاثَ</a:t>
            </a:r>
            <a:endParaRPr lang="ar-SA" sz="8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D864"/>
          </a:solidFill>
          <a:ln w="12700">
            <a:solidFill>
              <a:srgbClr val="70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DD147"/>
          </a:solidFill>
          <a:ln w="12700">
            <a:solidFill>
              <a:srgbClr val="6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يَاجَ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يَاحَ</a:t>
            </a:r>
            <a:endParaRPr lang="ar-SA" sz="8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B2B"/>
          </a:solidFill>
          <a:ln w="12700">
            <a:solidFill>
              <a:srgbClr val="644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57934"/>
          </a:solidFill>
          <a:ln w="12700">
            <a:solidFill>
              <a:srgbClr val="7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يَاخَ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يَادَ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B5EED"/>
          </a:solidFill>
          <a:ln w="12700">
            <a:solidFill>
              <a:srgbClr val="8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يَاذَ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2E052"/>
          </a:solidFill>
          <a:ln w="12700">
            <a:solidFill>
              <a:srgbClr val="A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7DB"/>
          </a:solidFill>
          <a:ln w="12700">
            <a:solidFill>
              <a:srgbClr val="707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4"/>
          </a:solidFill>
          <a:ln w="12700">
            <a:solidFill>
              <a:srgbClr val="8547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يَارَ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DD8"/>
          </a:solidFill>
          <a:ln w="12700">
            <a:solidFill>
              <a:srgbClr val="648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FD1"/>
          </a:solidFill>
          <a:ln w="12700">
            <a:solidFill>
              <a:srgbClr val="478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يَازَ</a:t>
            </a:r>
            <a:endParaRPr lang="ar-SA" sz="8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421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يَاسَ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D"/>
          </a:solidFill>
          <a:ln w="12700">
            <a:solidFill>
              <a:srgbClr val="2B643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282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يَاشَ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21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يَاصَ</a:t>
            </a:r>
            <a:endParaRPr lang="ar-SA" sz="8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75E"/>
          </a:solidFill>
          <a:ln w="12700">
            <a:solidFill>
              <a:srgbClr val="ED6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902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يَاضَ</a:t>
            </a:r>
            <a:endParaRPr lang="ar-SA" sz="8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6E0"/>
          </a:solidFill>
          <a:ln w="12700">
            <a:solidFill>
              <a:srgbClr val="52C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2"/>
          </a:solidFill>
          <a:ln w="12700">
            <a:solidFill>
              <a:srgbClr val="DB709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38547"/>
          </a:solidFill>
          <a:ln w="12700">
            <a:solidFill>
              <a:srgbClr val="8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يَاطَ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A"/>
          </a:solidFill>
          <a:ln w="12700">
            <a:solidFill>
              <a:srgbClr val="D864A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2"/>
          </a:solidFill>
          <a:ln w="12700">
            <a:solidFill>
              <a:srgbClr val="D147B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يَاظَ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7669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يَاعَ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B3479"/>
          </a:solidFill>
          <a:ln w="12700">
            <a:solidFill>
              <a:srgbClr val="5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8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يَاغَ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70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يَافَ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9ED5E"/>
          </a:solidFill>
          <a:ln w="12700">
            <a:solidFill>
              <a:srgbClr val="7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297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يَاقَ</a:t>
            </a:r>
            <a:endParaRPr lang="ar-SA" sz="8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752E0"/>
          </a:solidFill>
          <a:ln w="12700">
            <a:solidFill>
              <a:srgbClr val="D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CDB70"/>
          </a:solidFill>
          <a:ln w="12700">
            <a:solidFill>
              <a:srgbClr val="A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7"/>
          </a:solidFill>
          <a:ln w="12700">
            <a:solidFill>
              <a:srgbClr val="4785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241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يَاكَ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D864"/>
          </a:solidFill>
          <a:ln w="12700">
            <a:solidFill>
              <a:srgbClr val="C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E47"/>
          </a:solidFill>
          <a:ln w="12700">
            <a:solidFill>
              <a:srgbClr val="D1C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87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يَالَ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688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يَامَ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A34"/>
          </a:solidFill>
          <a:ln w="12700">
            <a:solidFill>
              <a:srgbClr val="794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539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يَانَ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يَاهَ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DED"/>
          </a:solidFill>
          <a:ln w="12700">
            <a:solidFill>
              <a:srgbClr val="5E9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5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يَاوَ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452"/>
          </a:solidFill>
          <a:ln w="12700">
            <a:solidFill>
              <a:srgbClr val="E0B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7DB"/>
          </a:solidFill>
          <a:ln w="12700">
            <a:solidFill>
              <a:srgbClr val="70C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30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أَيَابَ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C"/>
          </a:solidFill>
          <a:ln w="12700">
            <a:solidFill>
              <a:srgbClr val="64D8CC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C"/>
          </a:solidFill>
          <a:ln w="12700">
            <a:solidFill>
              <a:srgbClr val="47D1A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878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بَيَاتَ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133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تَيَاثَ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ثَيَاجَ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0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62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840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جَيَاحَ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0"/>
          </a:solidFill>
          <a:ln w="12700">
            <a:solidFill>
              <a:srgbClr val="ED5EC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حَيَاخَ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0"/>
          </a:solidFill>
          <a:ln w="12700">
            <a:solidFill>
              <a:srgbClr val="52E09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570DB"/>
          </a:solidFill>
          <a:ln w="12700">
            <a:solidFill>
              <a:srgbClr val="D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847"/>
          </a:solidFill>
          <a:ln w="12700">
            <a:solidFill>
              <a:srgbClr val="855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0036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9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023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خَيَادَ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64D8"/>
          </a:solidFill>
          <a:ln w="12700">
            <a:solidFill>
              <a:srgbClr val="A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A47D1"/>
          </a:solidFill>
          <a:ln w="12700">
            <a:solidFill>
              <a:srgbClr val="8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5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5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540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دَيَاذَ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D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211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571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571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28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ذَيَارَ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264"/>
          </a:solidFill>
          <a:ln w="12700">
            <a:solidFill>
              <a:srgbClr val="2B5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179"/>
          </a:solidFill>
          <a:ln w="12700">
            <a:solidFill>
              <a:srgbClr val="344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0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70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رَيَازَ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8894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زَيَاسَ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4ED5E"/>
          </a:solidFill>
          <a:ln w="12700">
            <a:solidFill>
              <a:srgbClr val="E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25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سَيَاشَ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D52E0"/>
          </a:solidFill>
          <a:ln w="12700">
            <a:solidFill>
              <a:srgbClr val="6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A70"/>
          </a:solidFill>
          <a:ln w="12700">
            <a:solidFill>
              <a:srgbClr val="DBB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9"/>
          </a:solidFill>
          <a:ln w="12700">
            <a:solidFill>
              <a:srgbClr val="4785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124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2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6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شَيَاصَ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264"/>
          </a:solidFill>
          <a:ln w="12700">
            <a:solidFill>
              <a:srgbClr val="D89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747"/>
          </a:solidFill>
          <a:ln w="12700">
            <a:solidFill>
              <a:srgbClr val="D16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049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صَيَاضَ</a:t>
            </a:r>
            <a:endParaRPr lang="ar-SA" sz="5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164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20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059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ضَيَاطَ</a:t>
            </a:r>
            <a:endParaRPr lang="ar-SA" sz="6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0"/>
          </a:solidFill>
          <a:ln w="12700">
            <a:solidFill>
              <a:srgbClr val="642B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2"/>
          </a:solidFill>
          <a:ln w="12700">
            <a:solidFill>
              <a:srgbClr val="79345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180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14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طَيَاظَ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2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90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681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ظَيَاعَ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3"/>
          </a:solidFill>
          <a:ln w="12700">
            <a:solidFill>
              <a:srgbClr val="5EEDD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95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3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عَيَاغَ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A"/>
          </a:solidFill>
          <a:ln w="12700">
            <a:solidFill>
              <a:srgbClr val="E0525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F"/>
          </a:solidFill>
          <a:ln w="12700">
            <a:solidFill>
              <a:srgbClr val="70DB9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585"/>
          </a:solidFill>
          <a:ln w="12700">
            <a:solidFill>
              <a:srgbClr val="475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26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3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3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083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3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31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3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0968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3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08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غَيَافَ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5"/>
          </a:solidFill>
          <a:ln w="12700">
            <a:solidFill>
              <a:srgbClr val="64D87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AD147"/>
          </a:solidFill>
          <a:ln w="12700">
            <a:solidFill>
              <a:srgbClr val="4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68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83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51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8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618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فَيَاقَ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486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843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843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54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3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13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3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734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قَيَاكَ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897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72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كَيَالَ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7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923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4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07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لَيَامَ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5EED"/>
          </a:solidFill>
          <a:ln w="12700">
            <a:solidFill>
              <a:srgbClr val="A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7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23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4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5863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مَيَانَ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E052"/>
          </a:solidFill>
          <a:ln w="12700">
            <a:solidFill>
              <a:srgbClr val="7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70DB"/>
          </a:solidFill>
          <a:ln w="12700">
            <a:solidFill>
              <a:srgbClr val="8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47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87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4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682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9773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7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65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7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291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نَيَاهَ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0D8"/>
          </a:solidFill>
          <a:ln w="12700">
            <a:solidFill>
              <a:srgbClr val="647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CD1"/>
          </a:solidFill>
          <a:ln w="12700">
            <a:solidFill>
              <a:srgbClr val="476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65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65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642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9777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28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8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28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8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08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هَيَاوَ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7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722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9770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3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وَيَاأَ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6225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أَيَا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4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C5E"/>
          </a:solidFill>
          <a:ln w="12700">
            <a:solidFill>
              <a:srgbClr val="ED8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364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تَيَا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1E0"/>
          </a:solidFill>
          <a:ln w="12700">
            <a:solidFill>
              <a:srgbClr val="52A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6"/>
          </a:solidFill>
          <a:ln w="12700">
            <a:solidFill>
              <a:srgbClr val="DB70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0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96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19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7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937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ثَيَا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E"/>
          </a:solidFill>
          <a:ln w="12700">
            <a:solidFill>
              <a:srgbClr val="D147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1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927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98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9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168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71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064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8"/>
          </a:solidFill>
          <a:ln w="12700">
            <a:solidFill>
              <a:srgbClr val="5EED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710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6512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ذَيَا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5"/>
          </a:solidFill>
          <a:ln w="12700">
            <a:solidFill>
              <a:srgbClr val="E052C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DB70"/>
          </a:solidFill>
          <a:ln w="12700">
            <a:solidFill>
              <a:srgbClr val="9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831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رَيَا</a:t>
            </a:r>
            <a:endParaRPr lang="ar-SA" sz="9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D864"/>
          </a:solidFill>
          <a:ln w="12700">
            <a:solidFill>
              <a:srgbClr val="A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D147"/>
          </a:solidFill>
          <a:ln w="12700">
            <a:solidFill>
              <a:srgbClr val="B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6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76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زَيَا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سَيَا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72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شَيَا</a:t>
            </a:r>
            <a:endParaRPr lang="ar-SA" sz="85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20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6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8ED"/>
          </a:solidFill>
          <a:ln w="12700">
            <a:solidFill>
              <a:srgbClr val="5E7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32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5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162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ضَيَا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852"/>
          </a:solidFill>
          <a:ln w="12700">
            <a:solidFill>
              <a:srgbClr val="E0D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CDB"/>
          </a:solidFill>
          <a:ln w="12700">
            <a:solidFill>
              <a:srgbClr val="70A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2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طَيَا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7D8"/>
          </a:solidFill>
          <a:ln w="12700">
            <a:solidFill>
              <a:srgbClr val="64C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F"/>
          </a:solidFill>
          <a:ln w="12700">
            <a:solidFill>
              <a:srgbClr val="47D1C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2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66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887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0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0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6444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ظَيَا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7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عَيَا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3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627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4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3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24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160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9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556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غَيَا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65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48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83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70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فَيَا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C"/>
          </a:solidFill>
          <a:ln w="12700">
            <a:solidFill>
              <a:srgbClr val="ED5E9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9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4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9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008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187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6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870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قَيَا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5"/>
          </a:solidFill>
          <a:ln w="12700">
            <a:solidFill>
              <a:srgbClr val="52E0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6"/>
          </a:solidFill>
          <a:ln w="12700">
            <a:solidFill>
              <a:srgbClr val="DB70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0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20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كَيَا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64D8"/>
          </a:solidFill>
          <a:ln w="12700">
            <a:solidFill>
              <a:srgbClr val="C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47D1"/>
          </a:solidFill>
          <a:ln w="12700">
            <a:solidFill>
              <a:srgbClr val="A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111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88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17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927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لَيَا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44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مَيَا</a:t>
            </a:r>
            <a:endParaRPr lang="ar-SA" sz="9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3479"/>
          </a:solidFill>
          <a:ln w="12700">
            <a:solidFill>
              <a:srgbClr val="3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421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807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9210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364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نَيَا</a:t>
            </a:r>
            <a:endParaRPr lang="ar-SA" sz="88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970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687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هَيَا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ED5E"/>
          </a:solidFill>
          <a:ln w="12700">
            <a:solidFill>
              <a:srgbClr val="B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782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5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767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92138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63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537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وَيَا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52E0"/>
          </a:solidFill>
          <a:ln w="12700">
            <a:solidFill>
              <a:srgbClr val="9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570"/>
          </a:solidFill>
          <a:ln w="12700">
            <a:solidFill>
              <a:srgbClr val="DBD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42084" y="896112"/>
            <a:ext cx="144566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0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42084" y="896112"/>
            <a:ext cx="14456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956251" y="896112"/>
            <a:ext cx="146579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0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956251" y="896112"/>
            <a:ext cx="146579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3277683" y="2834640"/>
            <a:ext cx="258863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3277683" y="2834640"/>
            <a:ext cx="258863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 وَلَدٌ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064"/>
          </a:solidFill>
          <a:ln w="12700">
            <a:solidFill>
              <a:srgbClr val="D8B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197481" y="896112"/>
            <a:ext cx="15743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97481" y="896112"/>
            <a:ext cx="15743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نَارٌ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372211" y="896112"/>
            <a:ext cx="25052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72211" y="896112"/>
            <a:ext cx="25052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وَدُخَانٌ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97073" y="2834640"/>
            <a:ext cx="374985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97073" y="2834640"/>
            <a:ext cx="374985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نَارٌ وَدُخَانٌ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954176" y="896112"/>
            <a:ext cx="1127652" cy="1371600"/>
          </a:xfrm>
          <a:prstGeom prst="roundRect">
            <a:avLst>
              <a:gd name="adj" fmla="val 32436"/>
            </a:avLst>
          </a:prstGeom>
          <a:solidFill>
            <a:srgbClr val="FFFFFF"/>
          </a:solidFill>
          <a:ln w="76200">
            <a:solidFill>
              <a:srgbClr val="36C1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954176" y="896112"/>
            <a:ext cx="11276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</a:t>
            </a:r>
            <a:endParaRPr lang="ar-SA" sz="5300" dirty="0"/>
          </a:p>
        </p:txBody>
      </p:sp>
      <p:sp>
        <p:nvSpPr>
          <p:cNvPr id="13" name="C2 W2 pill"/>
          <p:cNvSpPr/>
          <p:nvPr/>
        </p:nvSpPr>
        <p:spPr>
          <a:xfrm>
            <a:off x="3062172" y="896112"/>
            <a:ext cx="15719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1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062172" y="896112"/>
            <a:ext cx="15719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وَلَدُ</a:t>
            </a:r>
            <a:endParaRPr lang="ar-SA" sz="53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365309" y="2834640"/>
            <a:ext cx="241338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365309" y="2834640"/>
            <a:ext cx="241338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يَا وَلَدُ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158</Slides>
  <Notes>158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alif 03-noon-ya</dc:title>
  <dc:subject>PptxGenJS Presentation</dc:subject>
  <dc:creator>PptxGenJS</dc:creator>
  <cp:lastModifiedBy>PptxGenJS</cp:lastModifiedBy>
  <cp:revision>1</cp:revision>
  <dcterms:created xsi:type="dcterms:W3CDTF">2026-10-21T19:55:55Z</dcterms:created>
  <dcterms:modified xsi:type="dcterms:W3CDTF">2026-10-21T19:55:55Z</dcterms:modified>
</cp:coreProperties>
</file>