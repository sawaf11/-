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E052"/>
          </a:solidFill>
          <a:ln w="12700">
            <a:solidFill>
              <a:srgbClr val="8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70DB"/>
          </a:solidFill>
          <a:ln w="12700">
            <a:solidFill>
              <a:srgbClr val="7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680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4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680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198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4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5824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6D8"/>
          </a:solidFill>
          <a:ln w="12700">
            <a:solidFill>
              <a:srgbClr val="647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4D1"/>
          </a:solidFill>
          <a:ln w="12700">
            <a:solidFill>
              <a:srgbClr val="477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4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صَابَ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7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35E"/>
          </a:solidFill>
          <a:ln w="12700">
            <a:solidFill>
              <a:srgbClr val="ED8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AE0"/>
          </a:solidFill>
          <a:ln w="12700">
            <a:solidFill>
              <a:srgbClr val="52A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3"/>
          </a:solidFill>
          <a:ln w="12700">
            <a:solidFill>
              <a:srgbClr val="D864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6"/>
          </a:solidFill>
          <a:ln w="12700">
            <a:solidFill>
              <a:srgbClr val="D147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0"/>
          </a:solidFill>
          <a:ln w="12700">
            <a:solidFill>
              <a:srgbClr val="5EED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D"/>
          </a:solidFill>
          <a:ln w="12700">
            <a:solidFill>
              <a:srgbClr val="E052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DB70"/>
          </a:solidFill>
          <a:ln w="12700">
            <a:solidFill>
              <a:srgbClr val="9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50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صَاسَ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D864"/>
          </a:solidFill>
          <a:ln w="12700">
            <a:solidFill>
              <a:srgbClr val="B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14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صَاشَ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8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244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أَصَابَ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8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بَصَاتَ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1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تَصَاثَ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1ED"/>
          </a:solidFill>
          <a:ln w="12700">
            <a:solidFill>
              <a:srgbClr val="5E8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8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ثَصَاجَ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052"/>
          </a:solidFill>
          <a:ln w="12700">
            <a:solidFill>
              <a:srgbClr val="E0D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8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142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جَصَاحَ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DD8"/>
          </a:solidFill>
          <a:ln w="12700">
            <a:solidFill>
              <a:srgbClr val="64C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حَصَاخَ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8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790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خَصَادَ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8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27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دَصَاذَ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ذَصَارَ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4"/>
          </a:solidFill>
          <a:ln w="12700">
            <a:solidFill>
              <a:srgbClr val="ED5E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8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73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رَصَازَ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5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33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33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8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84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زَصَاسَ</a:t>
            </a:r>
            <a:endParaRPr lang="ar-SA" sz="4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47D1"/>
          </a:solidFill>
          <a:ln w="12700">
            <a:solidFill>
              <a:srgbClr val="A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8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سَصَاشَ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037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شَصَاأَ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ED5E"/>
          </a:solidFill>
          <a:ln w="12700">
            <a:solidFill>
              <a:srgbClr val="C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52E0"/>
          </a:solidFill>
          <a:ln w="12700">
            <a:solidFill>
              <a:srgbClr val="8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64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BED"/>
          </a:solidFill>
          <a:ln w="12700">
            <a:solidFill>
              <a:srgbClr val="5EE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67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سَصَا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79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34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9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534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175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8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4039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E052"/>
          </a:solidFill>
          <a:ln w="12700">
            <a:solidFill>
              <a:srgbClr val="6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70DB"/>
          </a:solidFill>
          <a:ln w="12700">
            <a:solidFill>
              <a:srgbClr val="9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30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ضَابَ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1D1"/>
          </a:solidFill>
          <a:ln w="12700">
            <a:solidFill>
              <a:srgbClr val="475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90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7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02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ضَاجَ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02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ضَاحَ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85E"/>
          </a:solidFill>
          <a:ln w="12700">
            <a:solidFill>
              <a:srgbClr val="EDA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5E0"/>
          </a:solidFill>
          <a:ln w="12700">
            <a:solidFill>
              <a:srgbClr val="528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3"/>
          </a:solidFill>
          <a:ln w="12700">
            <a:solidFill>
              <a:srgbClr val="D147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ضَارَ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ضَازَ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0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ضَاسَ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4"/>
          </a:solidFill>
          <a:ln w="12700">
            <a:solidFill>
              <a:srgbClr val="5EED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14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ضَاشَ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9"/>
          </a:solidFill>
          <a:ln w="12700">
            <a:solidFill>
              <a:srgbClr val="E052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17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ضَاصَ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D864"/>
          </a:solidFill>
          <a:ln w="12700">
            <a:solidFill>
              <a:srgbClr val="9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D147"/>
          </a:solidFill>
          <a:ln w="12700">
            <a:solidFill>
              <a:srgbClr val="9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44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أَضَابَ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92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بَضَاتَ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91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تَضَاثَ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ثَضَاجَ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5EED"/>
          </a:solidFill>
          <a:ln w="12700">
            <a:solidFill>
              <a:srgbClr val="6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43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جَضَاحَ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E052"/>
          </a:solidFill>
          <a:ln w="12700">
            <a:solidFill>
              <a:srgbClr val="C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7DB"/>
          </a:solidFill>
          <a:ln w="12700">
            <a:solidFill>
              <a:srgbClr val="709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حَضَاخَ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0D8"/>
          </a:solidFill>
          <a:ln w="12700">
            <a:solidFill>
              <a:srgbClr val="64B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8D1"/>
          </a:solidFill>
          <a:ln w="12700">
            <a:solidFill>
              <a:srgbClr val="47B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5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خَضَادَ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27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دَضَاذَ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9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ذَضَارَ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45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رَضَازَ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0"/>
          </a:solidFill>
          <a:ln w="12700">
            <a:solidFill>
              <a:srgbClr val="ED5E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40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زَضَاسَ</a:t>
            </a:r>
            <a:endParaRPr lang="ar-SA" sz="4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1"/>
          </a:solidFill>
          <a:ln w="12700">
            <a:solidFill>
              <a:srgbClr val="52E0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1"/>
          </a:solidFill>
          <a:ln w="12700">
            <a:solidFill>
              <a:srgbClr val="DB70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8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سَضَاشَ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D"/>
          </a:solidFill>
          <a:ln w="12700">
            <a:solidFill>
              <a:srgbClr val="D864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47D1"/>
          </a:solidFill>
          <a:ln w="12700">
            <a:solidFill>
              <a:srgbClr val="C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0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شَضَاصَ</a:t>
            </a:r>
            <a:endParaRPr lang="ar-SA" sz="4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955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صَضَاأَ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7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ED5E"/>
          </a:solidFill>
          <a:ln w="12700">
            <a:solidFill>
              <a:srgbClr val="A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52E0"/>
          </a:solidFill>
          <a:ln w="12700">
            <a:solidFill>
              <a:srgbClr val="A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DB70"/>
          </a:solidFill>
          <a:ln w="12700">
            <a:solidFill>
              <a:srgbClr val="C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764"/>
          </a:solidFill>
          <a:ln w="12700">
            <a:solidFill>
              <a:srgbClr val="D8C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647"/>
          </a:solidFill>
          <a:ln w="12700">
            <a:solidFill>
              <a:srgbClr val="D1A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02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7ED"/>
          </a:solidFill>
          <a:ln w="12700">
            <a:solidFill>
              <a:srgbClr val="5EC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A52"/>
          </a:solidFill>
          <a:ln w="12700">
            <a:solidFill>
              <a:srgbClr val="E08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0"/>
          </a:solidFill>
          <a:ln w="12700">
            <a:solidFill>
              <a:srgbClr val="70DB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رَضَا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A"/>
          </a:solidFill>
          <a:ln w="12700">
            <a:solidFill>
              <a:srgbClr val="64D8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3"/>
          </a:solidFill>
          <a:ln w="12700">
            <a:solidFill>
              <a:srgbClr val="47D18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زَضَا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99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سَضَا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7934"/>
          </a:solidFill>
          <a:ln w="12700">
            <a:solidFill>
              <a:srgbClr val="4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79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6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صَضَا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A"/>
          </a:solidFill>
          <a:ln w="12700">
            <a:solidFill>
              <a:srgbClr val="ED5EE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41836" y="896112"/>
            <a:ext cx="18079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A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41836" y="896112"/>
            <a:ext cx="18079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94193" y="896112"/>
            <a:ext cx="22276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A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4193" y="896112"/>
            <a:ext cx="22276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حَارِسٌ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37593" y="2834640"/>
            <a:ext cx="366881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37593" y="2834640"/>
            <a:ext cx="366881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 حَارِسٌ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6"/>
          </a:solidFill>
          <a:ln w="12700">
            <a:solidFill>
              <a:srgbClr val="52E0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70DB"/>
          </a:solidFill>
          <a:ln w="12700">
            <a:solidFill>
              <a:srgbClr val="B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43976" y="896112"/>
            <a:ext cx="17308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C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43976" y="896112"/>
            <a:ext cx="17308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769167" y="896112"/>
            <a:ext cx="15547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C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769167" y="896112"/>
            <a:ext cx="15547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قَلَمٌ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95937" y="2834640"/>
            <a:ext cx="29521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95937" y="2834640"/>
            <a:ext cx="29521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ضَاعَ قَلَمٌ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64D8"/>
          </a:solidFill>
          <a:ln w="12700">
            <a:solidFill>
              <a:srgbClr val="8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47D1"/>
          </a:solidFill>
          <a:ln w="12700">
            <a:solidFill>
              <a:srgbClr val="6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79766" y="896112"/>
            <a:ext cx="17284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E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79766" y="896112"/>
            <a:ext cx="17284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35814" y="896112"/>
            <a:ext cx="18239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E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35814" y="896112"/>
            <a:ext cx="18239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74692" y="2834640"/>
            <a:ext cx="31946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74692" y="2834640"/>
            <a:ext cx="31946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صَامَ رَجُلٌ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08-sad-dad</dc:title>
  <dc:subject>PptxGenJS Presentation</dc:subject>
  <dc:creator>PptxGenJS</dc:creator>
  <cp:lastModifiedBy>PptxGenJS</cp:lastModifiedBy>
  <cp:revision>1</cp:revision>
  <dcterms:created xsi:type="dcterms:W3CDTF">2026-10-21T19:55:55Z</dcterms:created>
  <dcterms:modified xsi:type="dcterms:W3CDTF">2026-10-21T19:55:55Z</dcterms:modified>
</cp:coreProperties>
</file>