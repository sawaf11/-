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E052"/>
          </a:solidFill>
          <a:ln w="12700">
            <a:solidFill>
              <a:srgbClr val="8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98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4D1"/>
          </a:solidFill>
          <a:ln w="12700">
            <a:solidFill>
              <a:srgbClr val="477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4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أَصَابَ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بَصَاتَ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تَصَاثَ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142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790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خَصَادَ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ذَصَارَ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رَصَازَ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زَصَاسَ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سَصَاشَ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037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6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75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403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0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90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0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17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ضَاصَ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أَضَابَ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92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بَضَاتَ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تَضَاثَ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43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خَضَادَ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ذَضَارَ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5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رَضَازَ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40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زَضَاسَ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سَضَاشَ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شَضَاصَ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955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0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7ED"/>
          </a:solidFill>
          <a:ln w="12700">
            <a:solidFill>
              <a:srgbClr val="5EC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3"/>
          </a:solidFill>
          <a:ln w="12700">
            <a:solidFill>
              <a:srgbClr val="47D1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99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41836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A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41836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193" y="896112"/>
            <a:ext cx="2227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A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193" y="896112"/>
            <a:ext cx="2227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حَارِسٌ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7593" y="2834640"/>
            <a:ext cx="3668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7593" y="2834640"/>
            <a:ext cx="3668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حَارِسٌ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6"/>
          </a:solidFill>
          <a:ln w="12700">
            <a:solidFill>
              <a:srgbClr val="52E0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43976" y="896112"/>
            <a:ext cx="17308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C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43976" y="896112"/>
            <a:ext cx="17308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769167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9167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95937" y="2834640"/>
            <a:ext cx="29521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95937" y="2834640"/>
            <a:ext cx="29521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 قَلَمٌ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9766" y="896112"/>
            <a:ext cx="1728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9766" y="896112"/>
            <a:ext cx="1728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35814" y="896112"/>
            <a:ext cx="18239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5814" y="896112"/>
            <a:ext cx="18239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74692" y="2834640"/>
            <a:ext cx="31946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74692" y="2834640"/>
            <a:ext cx="31946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صَامَ رَجُلٌ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08-sad-dad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