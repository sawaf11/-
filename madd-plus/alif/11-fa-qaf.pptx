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2B64"/>
          </a:solidFill>
          <a:ln w="12700">
            <a:solidFill>
              <a:srgbClr val="3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3479"/>
          </a:solidFill>
          <a:ln w="12700">
            <a:solidFill>
              <a:srgbClr val="6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902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9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7902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7217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9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7328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</a:t>
            </a:r>
            <a:endParaRPr lang="ar-SA" sz="10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3"/>
          </a:solidFill>
          <a:ln w="12700">
            <a:solidFill>
              <a:srgbClr val="5EED6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774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فَابَ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A"/>
          </a:solidFill>
          <a:ln w="12700">
            <a:solidFill>
              <a:srgbClr val="E052C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5DB70"/>
          </a:solidFill>
          <a:ln w="12700">
            <a:solidFill>
              <a:srgbClr val="9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4"/>
          </a:solidFill>
          <a:ln w="12700">
            <a:solidFill>
              <a:srgbClr val="4785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85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ED864"/>
          </a:solidFill>
          <a:ln w="12700">
            <a:solidFill>
              <a:srgbClr val="A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5D147"/>
          </a:solidFill>
          <a:ln w="12700">
            <a:solidFill>
              <a:srgbClr val="B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85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فَاجَ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934"/>
          </a:solidFill>
          <a:ln w="12700">
            <a:solidFill>
              <a:srgbClr val="795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فَاحَ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فَاخَ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DED"/>
          </a:solidFill>
          <a:ln w="12700">
            <a:solidFill>
              <a:srgbClr val="5E7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352"/>
          </a:solidFill>
          <a:ln w="12700">
            <a:solidFill>
              <a:srgbClr val="E0D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FDB"/>
          </a:solidFill>
          <a:ln w="12700">
            <a:solidFill>
              <a:srgbClr val="70A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4785"/>
          </a:solidFill>
          <a:ln w="12700">
            <a:solidFill>
              <a:srgbClr val="7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BD8"/>
          </a:solidFill>
          <a:ln w="12700">
            <a:solidFill>
              <a:srgbClr val="64C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A"/>
          </a:solidFill>
          <a:ln w="12700">
            <a:solidFill>
              <a:srgbClr val="47D1C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فَارَ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فَازَ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642B"/>
          </a:solidFill>
          <a:ln w="12700">
            <a:solidFill>
              <a:srgbClr val="3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8"/>
          </a:solidFill>
          <a:ln w="12700">
            <a:solidFill>
              <a:srgbClr val="3479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فَاسَ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فَاشَ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1"/>
          </a:solidFill>
          <a:ln w="12700">
            <a:solidFill>
              <a:srgbClr val="ED5EA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فَاصَ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0"/>
          </a:solidFill>
          <a:ln w="12700">
            <a:solidFill>
              <a:srgbClr val="52E0B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A"/>
          </a:solidFill>
          <a:ln w="12700">
            <a:solidFill>
              <a:srgbClr val="DB70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فَاضَ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64D8"/>
          </a:solidFill>
          <a:ln w="12700">
            <a:solidFill>
              <a:srgbClr val="C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847D1"/>
          </a:solidFill>
          <a:ln w="12700">
            <a:solidFill>
              <a:srgbClr val="A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3479"/>
          </a:solidFill>
          <a:ln w="12700">
            <a:solidFill>
              <a:srgbClr val="3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فَاعَ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8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8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ED5E"/>
          </a:solidFill>
          <a:ln w="12700">
            <a:solidFill>
              <a:srgbClr val="C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أَفَابَ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C52E0"/>
          </a:solidFill>
          <a:ln w="12700">
            <a:solidFill>
              <a:srgbClr val="8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270"/>
          </a:solidFill>
          <a:ln w="12700">
            <a:solidFill>
              <a:srgbClr val="DBD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6"/>
          </a:solidFill>
          <a:ln w="12700">
            <a:solidFill>
              <a:srgbClr val="4785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356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بَفَاتَ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C64"/>
          </a:solidFill>
          <a:ln w="12700">
            <a:solidFill>
              <a:srgbClr val="D8A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647"/>
          </a:solidFill>
          <a:ln w="12700">
            <a:solidFill>
              <a:srgbClr val="D18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060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تَفَاثَ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ثَفَاجَ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4"/>
          </a:solidFill>
          <a:ln w="12700">
            <a:solidFill>
              <a:srgbClr val="642B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3"/>
          </a:solidFill>
          <a:ln w="12700">
            <a:solidFill>
              <a:srgbClr val="7934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502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جَفَاحَ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حَفَاخَ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8ED"/>
          </a:solidFill>
          <a:ln w="12700">
            <a:solidFill>
              <a:srgbClr val="5EE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210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خَفَادَ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952"/>
          </a:solidFill>
          <a:ln w="12700">
            <a:solidFill>
              <a:srgbClr val="E06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7"/>
          </a:solidFill>
          <a:ln w="12700">
            <a:solidFill>
              <a:srgbClr val="70DB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669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دَفَاذَ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F"/>
          </a:solidFill>
          <a:ln w="12700">
            <a:solidFill>
              <a:srgbClr val="64D8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3"/>
          </a:solidFill>
          <a:ln w="12700">
            <a:solidFill>
              <a:srgbClr val="47D16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3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ذَفَارَ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6960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3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3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رَفَازَ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53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53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6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زَفَاسَ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3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سَفَاشَ</a:t>
            </a:r>
            <a:endParaRPr lang="ar-SA" sz="5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5EED"/>
          </a:solidFill>
          <a:ln w="12700">
            <a:solidFill>
              <a:srgbClr val="C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65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شَفَاصَ</a:t>
            </a:r>
            <a:endParaRPr lang="ar-SA" sz="5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E052"/>
          </a:solidFill>
          <a:ln w="12700">
            <a:solidFill>
              <a:srgbClr val="5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70DB"/>
          </a:solidFill>
          <a:ln w="12700">
            <a:solidFill>
              <a:srgbClr val="9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187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صَفَاضَ</a:t>
            </a:r>
            <a:endParaRPr lang="ar-SA" sz="4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64D8"/>
          </a:solidFill>
          <a:ln w="12700">
            <a:solidFill>
              <a:srgbClr val="7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ED1"/>
          </a:solidFill>
          <a:ln w="12700">
            <a:solidFill>
              <a:srgbClr val="474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32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ضَفَاطَ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46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طَفَاظَ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ظَفَاعَ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عَفَاغَ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B5E"/>
          </a:solidFill>
          <a:ln w="12700">
            <a:solidFill>
              <a:srgbClr val="EDA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938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غَفَاأَ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2E0"/>
          </a:solidFill>
          <a:ln w="12700">
            <a:solidFill>
              <a:srgbClr val="528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270"/>
          </a:solidFill>
          <a:ln w="12700">
            <a:solidFill>
              <a:srgbClr val="DB8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3"/>
          </a:solidFill>
          <a:ln w="12700">
            <a:solidFill>
              <a:srgbClr val="D8647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0"/>
          </a:solidFill>
          <a:ln w="12700">
            <a:solidFill>
              <a:srgbClr val="D147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37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بَفَا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7"/>
          </a:solidFill>
          <a:ln w="12700">
            <a:solidFill>
              <a:srgbClr val="7934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64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جَفَا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8"/>
          </a:solidFill>
          <a:ln w="12700">
            <a:solidFill>
              <a:srgbClr val="5EED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5"/>
          </a:solidFill>
          <a:ln w="12700">
            <a:solidFill>
              <a:srgbClr val="E052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DB70"/>
          </a:solidFill>
          <a:ln w="12700">
            <a:solidFill>
              <a:srgbClr val="7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0D864"/>
          </a:solidFill>
          <a:ln w="12700">
            <a:solidFill>
              <a:srgbClr val="9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D147"/>
          </a:solidFill>
          <a:ln w="12700">
            <a:solidFill>
              <a:srgbClr val="9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B2B"/>
          </a:solidFill>
          <a:ln w="12700">
            <a:solidFill>
              <a:srgbClr val="643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رَفَا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زَفَا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5EED"/>
          </a:solidFill>
          <a:ln w="12700">
            <a:solidFill>
              <a:srgbClr val="6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2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9E052"/>
          </a:solidFill>
          <a:ln w="12700">
            <a:solidFill>
              <a:srgbClr val="C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4DB"/>
          </a:solidFill>
          <a:ln w="12700">
            <a:solidFill>
              <a:srgbClr val="709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5"/>
          </a:solidFill>
          <a:ln w="12700">
            <a:solidFill>
              <a:srgbClr val="8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DD8"/>
          </a:solidFill>
          <a:ln w="12700">
            <a:solidFill>
              <a:srgbClr val="64A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5D1"/>
          </a:solidFill>
          <a:ln w="12700">
            <a:solidFill>
              <a:srgbClr val="47B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02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2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559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42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D"/>
          </a:solidFill>
          <a:ln w="12700">
            <a:solidFill>
              <a:srgbClr val="2B64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C"/>
          </a:solidFill>
          <a:ln w="12700">
            <a:solidFill>
              <a:srgbClr val="ED5E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4"/>
          </a:solidFill>
          <a:ln w="12700">
            <a:solidFill>
              <a:srgbClr val="52E0D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F"/>
          </a:solidFill>
          <a:ln w="12700">
            <a:solidFill>
              <a:srgbClr val="DB70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547"/>
          </a:solidFill>
          <a:ln w="12700">
            <a:solidFill>
              <a:srgbClr val="857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58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58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61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A"/>
          </a:solidFill>
          <a:ln w="12700">
            <a:solidFill>
              <a:srgbClr val="D864C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B47D1"/>
          </a:solidFill>
          <a:ln w="12700">
            <a:solidFill>
              <a:srgbClr val="C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781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1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6781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228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2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7328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</a:t>
            </a:r>
            <a:endParaRPr lang="ar-SA" sz="10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قَاأَ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764"/>
          </a:solidFill>
          <a:ln w="12700">
            <a:solidFill>
              <a:srgbClr val="2B3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3479"/>
          </a:solidFill>
          <a:ln w="12700">
            <a:solidFill>
              <a:srgbClr val="4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774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قَابَ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85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قَاتَ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ED5E"/>
          </a:solidFill>
          <a:ln w="12700">
            <a:solidFill>
              <a:srgbClr val="A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85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قَاثَ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152E0"/>
          </a:solidFill>
          <a:ln w="12700">
            <a:solidFill>
              <a:srgbClr val="B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DB70"/>
          </a:solidFill>
          <a:ln w="12700">
            <a:solidFill>
              <a:srgbClr val="C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6"/>
          </a:solidFill>
          <a:ln w="12700">
            <a:solidFill>
              <a:srgbClr val="4785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قَاجَ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A64"/>
          </a:solidFill>
          <a:ln w="12700">
            <a:solidFill>
              <a:srgbClr val="D8C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947"/>
          </a:solidFill>
          <a:ln w="12700">
            <a:solidFill>
              <a:srgbClr val="D1A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قَاحَ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قَاخَ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5"/>
          </a:solidFill>
          <a:ln w="12700">
            <a:solidFill>
              <a:srgbClr val="642B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734"/>
          </a:solidFill>
          <a:ln w="12700">
            <a:solidFill>
              <a:srgbClr val="793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قَادَ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قَاذَ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3ED"/>
          </a:solidFill>
          <a:ln w="12700">
            <a:solidFill>
              <a:srgbClr val="5EC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قَارَ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D52"/>
          </a:solidFill>
          <a:ln w="12700">
            <a:solidFill>
              <a:srgbClr val="E08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2"/>
          </a:solidFill>
          <a:ln w="12700">
            <a:solidFill>
              <a:srgbClr val="70DBD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قَازَ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D"/>
          </a:solidFill>
          <a:ln w="12700">
            <a:solidFill>
              <a:srgbClr val="64D8A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7"/>
          </a:solidFill>
          <a:ln w="12700">
            <a:solidFill>
              <a:srgbClr val="47D18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قَاسَ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قَاشَ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9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9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قَاصَ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قَاضَ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7"/>
          </a:solidFill>
          <a:ln w="12700">
            <a:solidFill>
              <a:srgbClr val="ED5EE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قَاطَ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A"/>
          </a:solidFill>
          <a:ln w="12700">
            <a:solidFill>
              <a:srgbClr val="52E06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870DB"/>
          </a:solidFill>
          <a:ln w="12700">
            <a:solidFill>
              <a:srgbClr val="B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قَاظَ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064D8"/>
          </a:solidFill>
          <a:ln w="12700">
            <a:solidFill>
              <a:srgbClr val="9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447D1"/>
          </a:solidFill>
          <a:ln w="12700">
            <a:solidFill>
              <a:srgbClr val="6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قَاعَ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1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91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قَاغَ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479"/>
          </a:solidFill>
          <a:ln w="12700">
            <a:solidFill>
              <a:srgbClr val="345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74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قَافَ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أَقَابَ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05E"/>
          </a:solidFill>
          <a:ln w="12700">
            <a:solidFill>
              <a:srgbClr val="EDD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56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بَقَاتَ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DE0"/>
          </a:solidFill>
          <a:ln w="12700">
            <a:solidFill>
              <a:srgbClr val="525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D70"/>
          </a:solidFill>
          <a:ln w="12700">
            <a:solidFill>
              <a:srgbClr val="DB9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8547"/>
          </a:solidFill>
          <a:ln w="12700">
            <a:solidFill>
              <a:srgbClr val="5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060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تَقَاثَ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364"/>
          </a:solidFill>
          <a:ln w="12700">
            <a:solidFill>
              <a:srgbClr val="D87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D"/>
          </a:solidFill>
          <a:ln w="12700">
            <a:solidFill>
              <a:srgbClr val="D1474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ثَقَاجَ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2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جَقَاحَ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2B64"/>
          </a:solidFill>
          <a:ln w="12700">
            <a:solidFill>
              <a:srgbClr val="5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5"/>
          </a:solidFill>
          <a:ln w="12700">
            <a:solidFill>
              <a:srgbClr val="79346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حَقَاخَ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210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خَقَادَ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C"/>
          </a:solidFill>
          <a:ln w="12700">
            <a:solidFill>
              <a:srgbClr val="5EEDA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2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92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669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دَقَاذَ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1"/>
          </a:solidFill>
          <a:ln w="12700">
            <a:solidFill>
              <a:srgbClr val="E0528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2"/>
          </a:solidFill>
          <a:ln w="12700">
            <a:solidFill>
              <a:srgbClr val="70DB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685"/>
          </a:solidFill>
          <a:ln w="12700">
            <a:solidFill>
              <a:srgbClr val="476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ذَقَارَ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D864"/>
          </a:solidFill>
          <a:ln w="12700">
            <a:solidFill>
              <a:srgbClr val="7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FD147"/>
          </a:solidFill>
          <a:ln w="12700">
            <a:solidFill>
              <a:srgbClr val="6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2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2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رَقَازَ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9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9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46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زَقَاسَ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A2B"/>
          </a:solidFill>
          <a:ln w="12700">
            <a:solidFill>
              <a:srgbClr val="644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7934"/>
          </a:solidFill>
          <a:ln w="12700">
            <a:solidFill>
              <a:srgbClr val="7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9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99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63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سَقَاشَ</a:t>
            </a:r>
            <a:endParaRPr lang="ar-SA" sz="5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9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9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5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شَقَاصَ</a:t>
            </a:r>
            <a:endParaRPr lang="ar-SA" sz="5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95EED"/>
          </a:solidFill>
          <a:ln w="12700">
            <a:solidFill>
              <a:srgbClr val="8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187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صَقَاضَ</a:t>
            </a:r>
            <a:endParaRPr lang="ar-SA" sz="4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4E052"/>
          </a:solidFill>
          <a:ln w="12700">
            <a:solidFill>
              <a:srgbClr val="A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9DB"/>
          </a:solidFill>
          <a:ln w="12700">
            <a:solidFill>
              <a:srgbClr val="707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5"/>
          </a:solidFill>
          <a:ln w="12700">
            <a:solidFill>
              <a:srgbClr val="85477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32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ضَقَاطَ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FD8"/>
          </a:solidFill>
          <a:ln w="12700">
            <a:solidFill>
              <a:srgbClr val="648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1D1"/>
          </a:solidFill>
          <a:ln w="12700">
            <a:solidFill>
              <a:srgbClr val="479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طَقَاظَ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ظَقَاعَ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B"/>
          </a:solidFill>
          <a:ln w="12700">
            <a:solidFill>
              <a:srgbClr val="34796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97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497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عَقَاغَ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97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497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23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غَقَافَ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55E"/>
          </a:solidFill>
          <a:ln w="12700">
            <a:solidFill>
              <a:srgbClr val="ED6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938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فَقَاأَ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8E0"/>
          </a:solidFill>
          <a:ln w="12700">
            <a:solidFill>
              <a:srgbClr val="52C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3"/>
          </a:solidFill>
          <a:ln w="12700">
            <a:solidFill>
              <a:srgbClr val="DB70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8547"/>
          </a:solidFill>
          <a:ln w="12700">
            <a:solidFill>
              <a:srgbClr val="8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37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C"/>
          </a:solidFill>
          <a:ln w="12700">
            <a:solidFill>
              <a:srgbClr val="D864A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4"/>
          </a:solidFill>
          <a:ln w="12700">
            <a:solidFill>
              <a:srgbClr val="D147B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3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37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بَقَا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0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2B64"/>
          </a:solidFill>
          <a:ln w="12700">
            <a:solidFill>
              <a:srgbClr val="2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3479"/>
          </a:solidFill>
          <a:ln w="12700">
            <a:solidFill>
              <a:srgbClr val="5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46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64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جَقَا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BED5E"/>
          </a:solidFill>
          <a:ln w="12700">
            <a:solidFill>
              <a:srgbClr val="7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9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552E0"/>
          </a:solidFill>
          <a:ln w="12700">
            <a:solidFill>
              <a:srgbClr val="D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EDB70"/>
          </a:solidFill>
          <a:ln w="12700">
            <a:solidFill>
              <a:srgbClr val="A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6"/>
          </a:solidFill>
          <a:ln w="12700">
            <a:solidFill>
              <a:srgbClr val="4785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D864"/>
          </a:solidFill>
          <a:ln w="12700">
            <a:solidFill>
              <a:srgbClr val="C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C47"/>
          </a:solidFill>
          <a:ln w="12700">
            <a:solidFill>
              <a:srgbClr val="D1C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1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3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91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6"/>
          </a:solidFill>
          <a:ln w="12700">
            <a:solidFill>
              <a:srgbClr val="642B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934"/>
          </a:solidFill>
          <a:ln w="12700">
            <a:solidFill>
              <a:srgbClr val="794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5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رَقَا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8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زَقَا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FED"/>
          </a:solidFill>
          <a:ln w="12700">
            <a:solidFill>
              <a:srgbClr val="5E9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2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252"/>
          </a:solidFill>
          <a:ln w="12700">
            <a:solidFill>
              <a:srgbClr val="E0B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9DB"/>
          </a:solidFill>
          <a:ln w="12700">
            <a:solidFill>
              <a:srgbClr val="70C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4785"/>
          </a:solidFill>
          <a:ln w="12700">
            <a:solidFill>
              <a:srgbClr val="6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A"/>
          </a:solidFill>
          <a:ln w="12700">
            <a:solidFill>
              <a:srgbClr val="64D8C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A"/>
          </a:solidFill>
          <a:ln w="12700">
            <a:solidFill>
              <a:srgbClr val="47D1A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9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9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2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89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42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642B"/>
          </a:solidFill>
          <a:ln w="12700">
            <a:solidFill>
              <a:srgbClr val="4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7"/>
          </a:solidFill>
          <a:ln w="12700">
            <a:solidFill>
              <a:srgbClr val="34793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26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2"/>
          </a:solidFill>
          <a:ln w="12700">
            <a:solidFill>
              <a:srgbClr val="ED5EC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8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E"/>
          </a:solidFill>
          <a:ln w="12700">
            <a:solidFill>
              <a:srgbClr val="52E08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370DB"/>
          </a:solidFill>
          <a:ln w="12700">
            <a:solidFill>
              <a:srgbClr val="D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747"/>
          </a:solidFill>
          <a:ln w="12700">
            <a:solidFill>
              <a:srgbClr val="855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891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61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D64D8"/>
          </a:solidFill>
          <a:ln w="12700">
            <a:solidFill>
              <a:srgbClr val="A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847D1"/>
          </a:solidFill>
          <a:ln w="12700">
            <a:solidFill>
              <a:srgbClr val="8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88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7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14075" y="896112"/>
            <a:ext cx="160785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4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14075" y="896112"/>
            <a:ext cx="160785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فَازَ</a:t>
            </a:r>
            <a:endParaRPr lang="ar-SA" sz="5300" dirty="0"/>
          </a:p>
        </p:txBody>
      </p:sp>
      <p:sp>
        <p:nvSpPr>
          <p:cNvPr id="13" name="C2 W2 pill"/>
          <p:cNvSpPr/>
          <p:nvPr/>
        </p:nvSpPr>
        <p:spPr>
          <a:xfrm>
            <a:off x="2822071" y="896112"/>
            <a:ext cx="15719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4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822071" y="896112"/>
            <a:ext cx="15719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وَلَدٌ</a:t>
            </a:r>
            <a:endParaRPr lang="ar-SA" sz="53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160627" y="2834640"/>
            <a:ext cx="28227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160627" y="2834640"/>
            <a:ext cx="28227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فَازَ وَلَدٌ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364"/>
          </a:solidFill>
          <a:ln w="12700">
            <a:solidFill>
              <a:srgbClr val="2B5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279"/>
          </a:solidFill>
          <a:ln w="12700">
            <a:solidFill>
              <a:srgbClr val="3442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82761" y="896112"/>
            <a:ext cx="15399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2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82761" y="896112"/>
            <a:ext cx="15399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قَالَ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921301" y="896112"/>
            <a:ext cx="14414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921301" y="896112"/>
            <a:ext cx="14414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أَبٌ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299410" y="2834640"/>
            <a:ext cx="254517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299410" y="2834640"/>
            <a:ext cx="254517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قَالَ أَبٌ</a:t>
            </a:r>
            <a:endParaRPr lang="ar-SA" sz="4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59419" y="896112"/>
            <a:ext cx="178247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0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59419" y="896112"/>
            <a:ext cx="178247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فَاتَ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2402111" y="896112"/>
            <a:ext cx="22372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0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02111" y="896112"/>
            <a:ext cx="22372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وَقۡتٌ</a:t>
            </a:r>
            <a:endParaRPr lang="ar-SA" sz="4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28025" y="2834640"/>
            <a:ext cx="368795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28025" y="2834640"/>
            <a:ext cx="368795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فَاتَ وَقۡتٌ</a:t>
            </a:r>
            <a:endParaRPr lang="ar-SA" sz="4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122</Slides>
  <Notes>122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11-fa-qaf</dc:title>
  <dc:subject>PptxGenJS Presentation</dc:subject>
  <dc:creator>PptxGenJS</dc:creator>
  <cp:lastModifiedBy>PptxGenJS</cp:lastModifiedBy>
  <cp:revision>1</cp:revision>
  <dcterms:created xsi:type="dcterms:W3CDTF">2026-10-21T19:55:56Z</dcterms:created>
  <dcterms:modified xsi:type="dcterms:W3CDTF">2026-10-21T19:55:56Z</dcterms:modified>
</cp:coreProperties>
</file>