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217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بَفَاتَ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تَفَاثَ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سَفَاشَ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شَفَاصَ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صَفَاضَ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2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قَاأَ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بَقَاتَ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زَقَاسَ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سَقَاشَ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شَقَاصَ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صَقَاضَ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E"/>
          </a:solidFill>
          <a:ln w="12700">
            <a:solidFill>
              <a:srgbClr val="52E0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64D8"/>
          </a:solidFill>
          <a:ln w="12700">
            <a:solidFill>
              <a:srgbClr val="A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4075" y="896112"/>
            <a:ext cx="1607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4075" y="896112"/>
            <a:ext cx="1607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22071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22071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60627" y="2834640"/>
            <a:ext cx="28227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60627" y="2834640"/>
            <a:ext cx="28227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 وَلَدٌ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2761" y="896112"/>
            <a:ext cx="15399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2761" y="896112"/>
            <a:ext cx="15399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921301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921301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299410" y="2834640"/>
            <a:ext cx="254517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299410" y="2834640"/>
            <a:ext cx="254517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 أَبٌ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563" y="896112"/>
            <a:ext cx="18036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563" y="896112"/>
            <a:ext cx="18036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4900" dirty="0"/>
          </a:p>
        </p:txBody>
      </p:sp>
      <p:sp>
        <p:nvSpPr>
          <p:cNvPr id="12" name="C2 W2 pill"/>
          <p:cNvSpPr/>
          <p:nvPr/>
        </p:nvSpPr>
        <p:spPr>
          <a:xfrm>
            <a:off x="2531835" y="896112"/>
            <a:ext cx="1956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31835" y="896112"/>
            <a:ext cx="1956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وَقْتٌ</a:t>
            </a:r>
            <a:endParaRPr lang="ar-SA" sz="49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97893" y="2834640"/>
            <a:ext cx="33482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97893" y="2834640"/>
            <a:ext cx="33482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 وَقْتٌ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11-fa-qaf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