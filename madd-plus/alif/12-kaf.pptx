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59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788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22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8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02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أَكَابَ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22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بَكَاتَ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تَكَاثَ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ثَكَاجَ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55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جَكَاحَ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حَكَاخَ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6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خَكَادَ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دَكَاذَ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ذَكَارَ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86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رَكَازَ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53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زَكَاسَ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سَكَاشَ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شَكَاصَ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67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صَكَاضَ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19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ضَكَاطَ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B"/>
          </a:solidFill>
          <a:ln w="12700">
            <a:solidFill>
              <a:srgbClr val="ED5E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طَكَاظَ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6"/>
          </a:solidFill>
          <a:ln w="12700">
            <a:solidFill>
              <a:srgbClr val="52E0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ظَكَاعَ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47D1"/>
          </a:solidFill>
          <a:ln w="12700">
            <a:solidFill>
              <a:srgbClr val="7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عَكَاغَ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1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غَكَافَ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فَكَاقَ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قَكَاأَ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C5E"/>
          </a:solidFill>
          <a:ln w="12700">
            <a:solidFill>
              <a:srgbClr val="EDD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9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زَكَا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15E"/>
          </a:solidFill>
          <a:ln w="12700">
            <a:solidFill>
              <a:srgbClr val="ED7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8"/>
          </a:solidFill>
          <a:ln w="12700">
            <a:solidFill>
              <a:srgbClr val="D147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8907" y="896112"/>
            <a:ext cx="1715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8907" y="896112"/>
            <a:ext cx="1715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</a:t>
            </a:r>
            <a:endParaRPr lang="ar-SA" sz="5900" dirty="0"/>
          </a:p>
        </p:txBody>
      </p:sp>
      <p:sp>
        <p:nvSpPr>
          <p:cNvPr id="13" name="C2 W2 pill"/>
          <p:cNvSpPr/>
          <p:nvPr/>
        </p:nvSpPr>
        <p:spPr>
          <a:xfrm>
            <a:off x="2389980" y="896112"/>
            <a:ext cx="232888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89980" y="896112"/>
            <a:ext cx="232888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كَاتِبٌ</a:t>
            </a:r>
            <a:endParaRPr lang="ar-SA" sz="59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34136" y="2834640"/>
            <a:ext cx="36757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34136" y="2834640"/>
            <a:ext cx="36757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 كَاتِبٌ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24737" y="896112"/>
            <a:ext cx="1743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24737" y="896112"/>
            <a:ext cx="1743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كَانَ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675803" y="896112"/>
            <a:ext cx="17288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A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75803" y="896112"/>
            <a:ext cx="17288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وَلَدًا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70452" y="2834640"/>
            <a:ext cx="320309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70452" y="2834640"/>
            <a:ext cx="320309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كَانَ وَلَدًا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3992" y="896112"/>
            <a:ext cx="14601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3992" y="896112"/>
            <a:ext cx="14601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909817" y="896112"/>
            <a:ext cx="154413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909817" y="896112"/>
            <a:ext cx="154413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يَقَعُ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74879" y="2834640"/>
            <a:ext cx="25942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74879" y="2834640"/>
            <a:ext cx="25942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كَادَ يَقَعُ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12-kaf</dc:title>
  <dc:subject>PptxGenJS Presentation</dc:subject>
  <dc:creator>PptxGenJS</dc:creator>
  <cp:lastModifiedBy>PptxGenJS</cp:lastModifiedBy>
  <cp:revision>1</cp:revision>
  <dcterms:created xsi:type="dcterms:W3CDTF">2026-10-21T17:57:47Z</dcterms:created>
  <dcterms:modified xsi:type="dcterms:W3CDTF">2026-10-21T17:57:47Z</dcterms:modified>
</cp:coreProperties>
</file>