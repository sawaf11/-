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8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22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2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5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خَكَادَ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5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سَكَاشَ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67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قَكَاأَ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9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8907" y="896112"/>
            <a:ext cx="1715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8907" y="896112"/>
            <a:ext cx="1715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900" dirty="0"/>
          </a:p>
        </p:txBody>
      </p:sp>
      <p:sp>
        <p:nvSpPr>
          <p:cNvPr id="13" name="C2 W2 pill"/>
          <p:cNvSpPr/>
          <p:nvPr/>
        </p:nvSpPr>
        <p:spPr>
          <a:xfrm>
            <a:off x="2389980" y="896112"/>
            <a:ext cx="23288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89980" y="896112"/>
            <a:ext cx="23288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كَاتِبٌ</a:t>
            </a:r>
            <a:endParaRPr lang="ar-SA" sz="59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4136" y="2834640"/>
            <a:ext cx="3675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4136" y="2834640"/>
            <a:ext cx="3675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كَاتِبٌ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24737" y="896112"/>
            <a:ext cx="1743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24737" y="896112"/>
            <a:ext cx="1743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675803" y="896112"/>
            <a:ext cx="17288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75803" y="896112"/>
            <a:ext cx="17288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وَلَدًا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0452" y="2834640"/>
            <a:ext cx="32030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0452" y="2834640"/>
            <a:ext cx="32030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 وَلَدًا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992" y="896112"/>
            <a:ext cx="14601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992" y="896112"/>
            <a:ext cx="14601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909817" y="896112"/>
            <a:ext cx="15441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09817" y="896112"/>
            <a:ext cx="15441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يَقَعُ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74879" y="2834640"/>
            <a:ext cx="25942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74879" y="2834640"/>
            <a:ext cx="25942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 يَقَعُ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12-kaf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