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notesMasterIdLst>
    <p:notesMasterId r:id="rId7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E"/>
          </a:solidFill>
          <a:ln w="12700">
            <a:solidFill>
              <a:srgbClr val="ED5EC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7115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800" dirty="0"/>
          </a:p>
        </p:txBody>
      </p:sp>
      <p:sp>
        <p:nvSpPr>
          <p:cNvPr id="22" name="C2 V1 vowel"/>
          <p:cNvSpPr txBox="1"/>
          <p:nvPr/>
        </p:nvSpPr>
        <p:spPr>
          <a:xfrm>
            <a:off x="6720840" y="17115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M2 madd"/>
          <p:cNvSpPr txBox="1"/>
          <p:nvPr/>
        </p:nvSpPr>
        <p:spPr>
          <a:xfrm>
            <a:off x="4343400" y="17213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5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6 R result"/>
          <p:cNvSpPr txBox="1"/>
          <p:nvPr/>
        </p:nvSpPr>
        <p:spPr>
          <a:xfrm>
            <a:off x="685800" y="173850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</a:t>
            </a:r>
            <a:endParaRPr lang="ar-SA" sz="10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2"/>
          </a:solidFill>
          <a:ln w="12700">
            <a:solidFill>
              <a:srgbClr val="52E08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A70DB"/>
          </a:solidFill>
          <a:ln w="12700">
            <a:solidFill>
              <a:srgbClr val="CA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247"/>
          </a:solidFill>
          <a:ln w="12700">
            <a:solidFill>
              <a:srgbClr val="8552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2031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7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2031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7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8747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لَاأَ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464D8"/>
          </a:solidFill>
          <a:ln w="12700">
            <a:solidFill>
              <a:srgbClr val="A4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C47D1"/>
          </a:solidFill>
          <a:ln w="12700">
            <a:solidFill>
              <a:srgbClr val="7C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076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076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830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لَابَ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099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7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099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7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922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لَاتَ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43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864"/>
          </a:solidFill>
          <a:ln w="12700">
            <a:solidFill>
              <a:srgbClr val="2B58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879"/>
          </a:solidFill>
          <a:ln w="12700">
            <a:solidFill>
              <a:srgbClr val="3448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42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42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7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922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لَاثَ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952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لَاجَ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95E"/>
          </a:solidFill>
          <a:ln w="12700">
            <a:solidFill>
              <a:srgbClr val="EDE9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7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7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952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لَاحَ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F52E0"/>
          </a:solidFill>
          <a:ln w="12700">
            <a:solidFill>
              <a:srgbClr val="5F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9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070"/>
          </a:solidFill>
          <a:ln w="12700">
            <a:solidFill>
              <a:srgbClr val="DBB0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C8547"/>
          </a:solidFill>
          <a:ln w="12700">
            <a:solidFill>
              <a:srgbClr val="4C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105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105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952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لَاخَ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764"/>
          </a:solidFill>
          <a:ln w="12700">
            <a:solidFill>
              <a:srgbClr val="D887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A47"/>
          </a:solidFill>
          <a:ln w="12700">
            <a:solidFill>
              <a:srgbClr val="D15A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00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00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979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لَادَ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F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603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7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603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7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979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لَاذَ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22B64"/>
          </a:solidFill>
          <a:ln w="12700">
            <a:solidFill>
              <a:srgbClr val="62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9"/>
          </a:solidFill>
          <a:ln w="12700">
            <a:solidFill>
              <a:srgbClr val="79345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997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7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997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7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لَارَ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60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60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لَازَ</a:t>
            </a:r>
            <a:endParaRPr lang="ar-SA" sz="7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5"/>
          </a:solidFill>
          <a:ln w="12700">
            <a:solidFill>
              <a:srgbClr val="5EEDC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لَاسَ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3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8"/>
          </a:solidFill>
          <a:ln w="12700">
            <a:solidFill>
              <a:srgbClr val="E0526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F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5"/>
          </a:solidFill>
          <a:ln w="12700">
            <a:solidFill>
              <a:srgbClr val="70DB9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B85"/>
          </a:solidFill>
          <a:ln w="12700">
            <a:solidFill>
              <a:srgbClr val="475B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93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093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لَاشَ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A"/>
          </a:solidFill>
          <a:ln w="12700">
            <a:solidFill>
              <a:srgbClr val="64D86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7D147"/>
          </a:solidFill>
          <a:ln w="12700">
            <a:solidFill>
              <a:srgbClr val="57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02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02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لَاصَ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93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093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لَاضَ</a:t>
            </a:r>
            <a:endParaRPr lang="ar-SA" sz="7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3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42B"/>
          </a:solidFill>
          <a:ln w="12700">
            <a:solidFill>
              <a:srgbClr val="645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A7934"/>
          </a:solidFill>
          <a:ln w="12700">
            <a:solidFill>
              <a:srgbClr val="6A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59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7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59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7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979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لَاطَ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59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59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979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لَاظَ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15EED"/>
          </a:solidFill>
          <a:ln w="12700">
            <a:solidFill>
              <a:srgbClr val="A1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991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7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991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7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952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لَاعَ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3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CE052"/>
          </a:solidFill>
          <a:ln w="12700">
            <a:solidFill>
              <a:srgbClr val="8C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A70DB"/>
          </a:solidFill>
          <a:ln w="12700">
            <a:solidFill>
              <a:srgbClr val="7A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A"/>
          </a:solidFill>
          <a:ln w="12700">
            <a:solidFill>
              <a:srgbClr val="85476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99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099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952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لَاغَ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BD8"/>
          </a:solidFill>
          <a:ln w="12700">
            <a:solidFill>
              <a:srgbClr val="647B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AD1"/>
          </a:solidFill>
          <a:ln w="12700">
            <a:solidFill>
              <a:srgbClr val="477A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4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4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807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لَافَ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C5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88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7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88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7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790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لَاقَ</a:t>
            </a:r>
            <a:endParaRPr lang="ar-SA" sz="79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6"/>
          </a:solidFill>
          <a:ln w="12700">
            <a:solidFill>
              <a:srgbClr val="2B644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7"/>
          </a:solidFill>
          <a:ln w="12700">
            <a:solidFill>
              <a:srgbClr val="34797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351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7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351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7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922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لَاكَ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73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73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4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785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785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أَلَابَ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E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E5E"/>
          </a:solidFill>
          <a:ln w="12700">
            <a:solidFill>
              <a:srgbClr val="ED7E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85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1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785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4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677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677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1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7928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بَلَاتَ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4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FE0"/>
          </a:solidFill>
          <a:ln w="12700">
            <a:solidFill>
              <a:srgbClr val="52AF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1"/>
          </a:solidFill>
          <a:ln w="12700">
            <a:solidFill>
              <a:srgbClr val="DB708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A8547"/>
          </a:solidFill>
          <a:ln w="12700">
            <a:solidFill>
              <a:srgbClr val="7A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677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677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4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96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1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96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1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6090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تَلَاثَ</a:t>
            </a:r>
            <a:endParaRPr lang="ar-SA" sz="7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8"/>
          </a:solidFill>
          <a:ln w="12700">
            <a:solidFill>
              <a:srgbClr val="D8649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C"/>
          </a:solidFill>
          <a:ln w="12700">
            <a:solidFill>
              <a:srgbClr val="D1479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6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96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4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ثَلَاجَ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4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1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1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932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جَلَاحَ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72B64"/>
          </a:solidFill>
          <a:ln w="12700">
            <a:solidFill>
              <a:srgbClr val="37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63479"/>
          </a:solidFill>
          <a:ln w="12700">
            <a:solidFill>
              <a:srgbClr val="66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682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682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932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حَلَاخَ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C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82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682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7248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خَلَادَ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F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3ED5E"/>
          </a:solidFill>
          <a:ln w="12700">
            <a:solidFill>
              <a:srgbClr val="63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591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1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591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4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11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11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1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7248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دَلَاذَ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3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3"/>
          </a:solidFill>
          <a:ln w="12700">
            <a:solidFill>
              <a:srgbClr val="E052D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BDB70"/>
          </a:solidFill>
          <a:ln w="12700">
            <a:solidFill>
              <a:srgbClr val="9B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0"/>
          </a:solidFill>
          <a:ln w="12700">
            <a:solidFill>
              <a:srgbClr val="47858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11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11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4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71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71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1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5290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ذَلَارَ</a:t>
            </a:r>
            <a:endParaRPr lang="ar-SA" sz="68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5D864"/>
          </a:solidFill>
          <a:ln w="12700">
            <a:solidFill>
              <a:srgbClr val="B5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ED147"/>
          </a:solidFill>
          <a:ln w="12700">
            <a:solidFill>
              <a:srgbClr val="BE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1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1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4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5290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رَلَازَ</a:t>
            </a:r>
            <a:endParaRPr lang="ar-SA" sz="68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4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5130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زَلَاسَ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431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C"/>
          </a:solidFill>
          <a:ln w="12700">
            <a:solidFill>
              <a:srgbClr val="642B2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534"/>
          </a:solidFill>
          <a:ln w="12700">
            <a:solidFill>
              <a:srgbClr val="7955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673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673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3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4993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سَلَاشَ</a:t>
            </a:r>
            <a:endParaRPr lang="ar-SA" sz="5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73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673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4947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شَلَاصَ</a:t>
            </a:r>
            <a:endParaRPr lang="ar-SA" sz="5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6ED"/>
          </a:solidFill>
          <a:ln w="12700">
            <a:solidFill>
              <a:srgbClr val="5E86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67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5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67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3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490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صَلَاضَ</a:t>
            </a:r>
            <a:endParaRPr lang="ar-SA" sz="5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432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A52"/>
          </a:solidFill>
          <a:ln w="12700">
            <a:solidFill>
              <a:srgbClr val="E0CA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F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6DB"/>
          </a:solidFill>
          <a:ln w="12700">
            <a:solidFill>
              <a:srgbClr val="70B6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14785"/>
          </a:solidFill>
          <a:ln w="12700">
            <a:solidFill>
              <a:srgbClr val="71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67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5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67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3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4208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ضَلَاطَ</a:t>
            </a:r>
            <a:endParaRPr lang="ar-SA" sz="6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2D8"/>
          </a:solidFill>
          <a:ln w="12700">
            <a:solidFill>
              <a:srgbClr val="64D2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2"/>
          </a:solidFill>
          <a:ln w="12700">
            <a:solidFill>
              <a:srgbClr val="47D1C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14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14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4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114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114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4546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طَلَاظَ</a:t>
            </a:r>
            <a:endParaRPr lang="ar-SA" sz="6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114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114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4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711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1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711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1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932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ظَلَاعَ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3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B642B"/>
          </a:solidFill>
          <a:ln w="12700">
            <a:solidFill>
              <a:srgbClr val="3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3"/>
          </a:solidFill>
          <a:ln w="12700">
            <a:solidFill>
              <a:srgbClr val="34794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7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7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67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7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67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37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31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932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عَلَاغَ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7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67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31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3626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غَلَافَ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C5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A"/>
          </a:solidFill>
          <a:ln w="12700">
            <a:solidFill>
              <a:srgbClr val="ED5EA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153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1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153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4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490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1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490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1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662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فَلَاقَ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44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7"/>
          </a:solidFill>
          <a:ln w="12700">
            <a:solidFill>
              <a:srgbClr val="52E0A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8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1"/>
          </a:solidFill>
          <a:ln w="12700">
            <a:solidFill>
              <a:srgbClr val="DB70D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247"/>
          </a:solidFill>
          <a:ln w="12700">
            <a:solidFill>
              <a:srgbClr val="8562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490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1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490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4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1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5928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قَلَاكَ</a:t>
            </a:r>
            <a:endParaRPr lang="ar-SA" sz="7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264D8"/>
          </a:solidFill>
          <a:ln w="12700">
            <a:solidFill>
              <a:srgbClr val="C2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F47D1"/>
          </a:solidFill>
          <a:ln w="12700">
            <a:solidFill>
              <a:srgbClr val="9F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4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73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73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9382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كَلَاأَ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2031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20315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8747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أَلَا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44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964"/>
          </a:solidFill>
          <a:ln w="12700">
            <a:solidFill>
              <a:srgbClr val="2B49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679"/>
          </a:solidFill>
          <a:ln w="12700">
            <a:solidFill>
              <a:srgbClr val="3436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76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076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937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بَلَا</a:t>
            </a:r>
            <a:endParaRPr lang="ar-SA" sz="8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99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99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03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تَلَا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D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DED5E"/>
          </a:solidFill>
          <a:ln w="12700">
            <a:solidFill>
              <a:srgbClr val="CD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2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42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8047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ثَلَا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41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352E0"/>
          </a:solidFill>
          <a:ln w="12700">
            <a:solidFill>
              <a:srgbClr val="83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3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B70"/>
          </a:solidFill>
          <a:ln w="12700">
            <a:solidFill>
              <a:srgbClr val="DBC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3"/>
          </a:solidFill>
          <a:ln w="12700">
            <a:solidFill>
              <a:srgbClr val="47855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7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963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جَلَا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564"/>
          </a:solidFill>
          <a:ln w="12700">
            <a:solidFill>
              <a:srgbClr val="D8A5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D47"/>
          </a:solidFill>
          <a:ln w="12700">
            <a:solidFill>
              <a:srgbClr val="D17D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03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حَلَا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05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5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105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803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خَلَا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3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7"/>
          </a:solidFill>
          <a:ln w="12700">
            <a:solidFill>
              <a:srgbClr val="642B5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7"/>
          </a:solidFill>
          <a:ln w="12700">
            <a:solidFill>
              <a:srgbClr val="79344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00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000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979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دَلَا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03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03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979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ذَلَا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9"/>
          </a:solidFill>
          <a:ln w="12700">
            <a:solidFill>
              <a:srgbClr val="5EEDE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97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997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رَلَا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4314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052"/>
          </a:solidFill>
          <a:ln w="12700">
            <a:solidFill>
              <a:srgbClr val="E06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9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0"/>
          </a:solidFill>
          <a:ln w="12700">
            <a:solidFill>
              <a:srgbClr val="70DBB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C85"/>
          </a:solidFill>
          <a:ln w="12700">
            <a:solidFill>
              <a:srgbClr val="474C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0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7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600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زَلَا</a:t>
            </a:r>
            <a:endParaRPr lang="ar-SA" sz="7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8"/>
          </a:solidFill>
          <a:ln w="12700">
            <a:solidFill>
              <a:srgbClr val="64D88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B"/>
          </a:solidFill>
          <a:ln w="12700">
            <a:solidFill>
              <a:srgbClr val="47D15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979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سَلَا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093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093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979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شَلَا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432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22B"/>
          </a:solidFill>
          <a:ln w="12700">
            <a:solidFill>
              <a:srgbClr val="646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87934"/>
          </a:solidFill>
          <a:ln w="12700">
            <a:solidFill>
              <a:srgbClr val="58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02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102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979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صَلَا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093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093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979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ضَلَا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C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65EED"/>
          </a:solidFill>
          <a:ln w="12700">
            <a:solidFill>
              <a:srgbClr val="C6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59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59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803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طَلَا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3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7E052"/>
          </a:solidFill>
          <a:ln w="12700">
            <a:solidFill>
              <a:srgbClr val="67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670DB"/>
          </a:solidFill>
          <a:ln w="12700">
            <a:solidFill>
              <a:srgbClr val="96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B"/>
          </a:solidFill>
          <a:ln w="12700">
            <a:solidFill>
              <a:srgbClr val="85475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59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7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59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803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ظَلَا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B64D8"/>
          </a:solidFill>
          <a:ln w="12700">
            <a:solidFill>
              <a:srgbClr val="6B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6D1"/>
          </a:solidFill>
          <a:ln w="12700">
            <a:solidFill>
              <a:srgbClr val="4756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91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91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03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عَلَا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099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3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099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803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غَلَا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44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4"/>
          </a:solidFill>
          <a:ln w="12700">
            <a:solidFill>
              <a:srgbClr val="2B645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A79"/>
          </a:solidFill>
          <a:ln w="12700">
            <a:solidFill>
              <a:srgbClr val="346A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64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64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803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فَلَا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D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03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قَلَا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E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25E"/>
          </a:solidFill>
          <a:ln w="12700">
            <a:solidFill>
              <a:srgbClr val="EDA2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51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351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803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كَلَا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43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BE0"/>
          </a:solidFill>
          <a:ln w="12700">
            <a:solidFill>
              <a:srgbClr val="528B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7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B70"/>
          </a:solidFill>
          <a:ln w="12700">
            <a:solidFill>
              <a:srgbClr val="DB7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A8547"/>
          </a:solidFill>
          <a:ln w="12700">
            <a:solidFill>
              <a:srgbClr val="6A85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842564" y="896112"/>
            <a:ext cx="147581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5E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842564" y="896112"/>
            <a:ext cx="147581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لَاحَ</a:t>
            </a:r>
            <a:endParaRPr lang="ar-SA" sz="4600" dirty="0"/>
          </a:p>
        </p:txBody>
      </p:sp>
      <p:sp>
        <p:nvSpPr>
          <p:cNvPr id="17" name="C2 W2 pill"/>
          <p:cNvSpPr/>
          <p:nvPr/>
        </p:nvSpPr>
        <p:spPr>
          <a:xfrm>
            <a:off x="2825619" y="896112"/>
            <a:ext cx="169690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5E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825619" y="896112"/>
            <a:ext cx="169690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قَمَرٌ</a:t>
            </a:r>
            <a:endParaRPr lang="ar-SA" sz="4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9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3161363" y="2834640"/>
            <a:ext cx="282127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3161363" y="2834640"/>
            <a:ext cx="282127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لَاحَ قَمَرٌ</a:t>
            </a:r>
            <a:endParaRPr lang="ar-SA" sz="4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A"/>
          </a:solidFill>
          <a:ln w="12700">
            <a:solidFill>
              <a:srgbClr val="D8647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9"/>
          </a:solidFill>
          <a:ln w="12700">
            <a:solidFill>
              <a:srgbClr val="D1477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530228" y="896112"/>
            <a:ext cx="169781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40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530228" y="896112"/>
            <a:ext cx="169781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قَالَ</a:t>
            </a:r>
            <a:endParaRPr lang="ar-SA" sz="5300" dirty="0"/>
          </a:p>
        </p:txBody>
      </p:sp>
      <p:sp>
        <p:nvSpPr>
          <p:cNvPr id="12" name="C2 W2 pill"/>
          <p:cNvSpPr/>
          <p:nvPr/>
        </p:nvSpPr>
        <p:spPr>
          <a:xfrm>
            <a:off x="2915957" y="896112"/>
            <a:ext cx="1294231" cy="1371600"/>
          </a:xfrm>
          <a:prstGeom prst="roundRect">
            <a:avLst>
              <a:gd name="adj" fmla="val 28261"/>
            </a:avLst>
          </a:prstGeom>
          <a:solidFill>
            <a:srgbClr val="FFFFFF"/>
          </a:solidFill>
          <a:ln w="76200">
            <a:solidFill>
              <a:srgbClr val="36E240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915957" y="896112"/>
            <a:ext cx="129423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لَهُ</a:t>
            </a:r>
            <a:endParaRPr lang="ar-SA" sz="53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A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247283" y="2834640"/>
            <a:ext cx="264943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247283" y="2834640"/>
            <a:ext cx="264943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قَالَ لَهُ</a:t>
            </a:r>
            <a:endParaRPr lang="ar-SA" sz="5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597375" y="896112"/>
            <a:ext cx="193340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73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597375" y="896112"/>
            <a:ext cx="193340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سَالَ</a:t>
            </a:r>
            <a:endParaRPr lang="ar-SA" sz="5300" dirty="0"/>
          </a:p>
        </p:txBody>
      </p:sp>
      <p:sp>
        <p:nvSpPr>
          <p:cNvPr id="13" name="C2 W2 pill"/>
          <p:cNvSpPr/>
          <p:nvPr/>
        </p:nvSpPr>
        <p:spPr>
          <a:xfrm>
            <a:off x="2613224" y="896112"/>
            <a:ext cx="166411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336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613224" y="896112"/>
            <a:ext cx="166411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لَبَنٌ</a:t>
            </a:r>
            <a:endParaRPr lang="ar-SA" sz="53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946609" y="2834640"/>
            <a:ext cx="325078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946609" y="2834640"/>
            <a:ext cx="325078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سَالَ لَبَنٌ</a:t>
            </a:r>
            <a:endParaRPr lang="ar-SA" sz="5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alif 13-lam</dc:title>
  <dc:subject>PptxGenJS Presentation</dc:subject>
  <dc:creator>PptxGenJS</dc:creator>
  <cp:lastModifiedBy>PptxGenJS</cp:lastModifiedBy>
  <cp:revision>1</cp:revision>
  <dcterms:created xsi:type="dcterms:W3CDTF">2026-10-21T19:55:56Z</dcterms:created>
  <dcterms:modified xsi:type="dcterms:W3CDTF">2026-10-21T19:55:56Z</dcterms:modified>
</cp:coreProperties>
</file>