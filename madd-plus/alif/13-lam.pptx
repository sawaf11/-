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213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DB70"/>
          </a:solidFill>
          <a:ln w="12700">
            <a:solidFill>
              <a:srgbClr val="9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42564" y="896112"/>
            <a:ext cx="14758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42564" y="896112"/>
            <a:ext cx="14758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825619" y="896112"/>
            <a:ext cx="16969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25619" y="896112"/>
            <a:ext cx="16969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61363" y="2834640"/>
            <a:ext cx="2821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61363" y="2834640"/>
            <a:ext cx="2821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لَاحَ قَمَرٌ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30228" y="896112"/>
            <a:ext cx="1697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30228" y="896112"/>
            <a:ext cx="1697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915957" y="896112"/>
            <a:ext cx="1294231" cy="1371600"/>
          </a:xfrm>
          <a:prstGeom prst="roundRect">
            <a:avLst>
              <a:gd name="adj" fmla="val 28261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15957" y="896112"/>
            <a:ext cx="1294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47283" y="2834640"/>
            <a:ext cx="26494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47283" y="2834640"/>
            <a:ext cx="26494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قَالَ لَهُ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597375" y="896112"/>
            <a:ext cx="19334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597375" y="896112"/>
            <a:ext cx="19334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613224" y="896112"/>
            <a:ext cx="16641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3224" y="896112"/>
            <a:ext cx="16641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6609" y="2834640"/>
            <a:ext cx="32507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6609" y="2834640"/>
            <a:ext cx="32507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سَالَ لَبَنٌ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13-lam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