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213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385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</a:t>
            </a:r>
            <a:endParaRPr lang="ar-SA" sz="10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30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لَاخَ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لَاعَ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لَاغَ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90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لَاقَ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9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بَلَاتَ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60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تَلَاثَ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ثَلَاجَ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جَلَاحَ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حَلَاخَ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ED5E"/>
          </a:solidFill>
          <a:ln w="12700">
            <a:solidFill>
              <a:srgbClr val="6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دَلَاذَ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3"/>
          </a:solidFill>
          <a:ln w="12700">
            <a:solidFill>
              <a:srgbClr val="E052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DB70"/>
          </a:solidFill>
          <a:ln w="12700">
            <a:solidFill>
              <a:srgbClr val="9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ذَلَارَ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رَلَازَ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1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زَلَاسَ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99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سَلَاشَ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4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شَلَاصَ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صَلَاضَ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2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ضَلَاطَ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5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طَلَاظَ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ظَلَاعَ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عَلَاغَ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6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غَلَافَ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A"/>
          </a:solidFill>
          <a:ln w="12700">
            <a:solidFill>
              <a:srgbClr val="ED5E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6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فَلَاقَ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59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قَلَاكَ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F47D1"/>
          </a:solidFill>
          <a:ln w="12700">
            <a:solidFill>
              <a:srgbClr val="9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كَلَاأَ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52E0"/>
          </a:solidFill>
          <a:ln w="12700">
            <a:solidFill>
              <a:srgbClr val="8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63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25E"/>
          </a:solidFill>
          <a:ln w="12700">
            <a:solidFill>
              <a:srgbClr val="EDA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BE0"/>
          </a:solidFill>
          <a:ln w="12700">
            <a:solidFill>
              <a:srgbClr val="528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42564" y="896112"/>
            <a:ext cx="14758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42564" y="896112"/>
            <a:ext cx="14758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825619" y="896112"/>
            <a:ext cx="16969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25619" y="896112"/>
            <a:ext cx="16969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61363" y="2834640"/>
            <a:ext cx="282127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61363" y="2834640"/>
            <a:ext cx="282127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 قَمَرٌ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9"/>
          </a:solidFill>
          <a:ln w="12700">
            <a:solidFill>
              <a:srgbClr val="D147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30228" y="896112"/>
            <a:ext cx="1697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30228" y="896112"/>
            <a:ext cx="1697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915957" y="896112"/>
            <a:ext cx="1294231" cy="1371600"/>
          </a:xfrm>
          <a:prstGeom prst="roundRect">
            <a:avLst>
              <a:gd name="adj" fmla="val 28261"/>
            </a:avLst>
          </a:prstGeom>
          <a:solidFill>
            <a:srgbClr val="FFFFFF"/>
          </a:solidFill>
          <a:ln w="76200">
            <a:solidFill>
              <a:srgbClr val="36E24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15957" y="896112"/>
            <a:ext cx="1294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47283" y="2834640"/>
            <a:ext cx="26494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47283" y="2834640"/>
            <a:ext cx="26494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 لَهُ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97375" y="896112"/>
            <a:ext cx="19334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97375" y="896112"/>
            <a:ext cx="19334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613224" y="896112"/>
            <a:ext cx="16641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3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3224" y="896112"/>
            <a:ext cx="16641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6609" y="2834640"/>
            <a:ext cx="32507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6609" y="2834640"/>
            <a:ext cx="32507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 لَبَنٌ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13-lam</dc:title>
  <dc:subject>PptxGenJS Presentation</dc:subject>
  <dc:creator>PptxGenJS</dc:creator>
  <cp:lastModifiedBy>PptxGenJS</cp:lastModifiedBy>
  <cp:revision>1</cp:revision>
  <dcterms:created xsi:type="dcterms:W3CDTF">2026-10-21T18:02:04Z</dcterms:created>
  <dcterms:modified xsi:type="dcterms:W3CDTF">2026-10-21T18:02:04Z</dcterms:modified>
</cp:coreProperties>
</file>