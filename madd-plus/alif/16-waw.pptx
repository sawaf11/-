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notesMasterIdLst>
    <p:notesMasterId r:id="rId8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8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301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1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290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</a:t>
            </a:r>
            <a:endParaRPr lang="ar-SA" sz="10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4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8"/>
          </a:solidFill>
          <a:ln w="12700">
            <a:solidFill>
              <a:srgbClr val="70DB9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4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وَاسَ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69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وَاصَ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28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وَاضَ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9"/>
          </a:solidFill>
          <a:ln w="12700">
            <a:solidFill>
              <a:srgbClr val="D147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وَامَ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2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4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وَاهَ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أَوَابَ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05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بَوَاتَ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7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تَوَاثَ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ثَوَاجَ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جَوَاحَ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حَوَاخَ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6"/>
          </a:solidFill>
          <a:ln w="12700">
            <a:solidFill>
              <a:srgbClr val="ED5E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خَوَادَ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A"/>
          </a:solidFill>
          <a:ln w="12700">
            <a:solidFill>
              <a:srgbClr val="52E0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E"/>
          </a:solidFill>
          <a:ln w="12700">
            <a:solidFill>
              <a:srgbClr val="DB70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96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دَوَاذَ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64D8"/>
          </a:solidFill>
          <a:ln w="12700">
            <a:solidFill>
              <a:srgbClr val="C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96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ذَوَارَ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رَوَازَ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29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زَوَاسَ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سَوَاشَ</a:t>
            </a:r>
            <a:endParaRPr lang="ar-SA" sz="5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ED5E"/>
          </a:solidFill>
          <a:ln w="12700">
            <a:solidFill>
              <a:srgbClr val="C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شَوَاصَ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56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صَوَاضَ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764"/>
          </a:solidFill>
          <a:ln w="12700">
            <a:solidFill>
              <a:srgbClr val="D8A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047"/>
          </a:solidFill>
          <a:ln w="12700">
            <a:solidFill>
              <a:srgbClr val="D18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8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ضَوَاطَ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9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طَوَاظَ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ظَوَاعَ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عَوَاغَ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غَوَافَ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352"/>
          </a:solidFill>
          <a:ln w="12700">
            <a:solidFill>
              <a:srgbClr val="E06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فَوَاقَ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A"/>
          </a:solidFill>
          <a:ln w="12700">
            <a:solidFill>
              <a:srgbClr val="64D88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E"/>
          </a:solidFill>
          <a:ln w="12700">
            <a:solidFill>
              <a:srgbClr val="47D1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قَوَاكَ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كَوَالَ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لَوَامَ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34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مَوَانَ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5EED"/>
          </a:solidFill>
          <a:ln w="12700">
            <a:solidFill>
              <a:srgbClr val="C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نَوَاهَ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E052"/>
          </a:solidFill>
          <a:ln w="12700">
            <a:solidFill>
              <a:srgbClr val="6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70DB"/>
          </a:solidFill>
          <a:ln w="12700">
            <a:solidFill>
              <a:srgbClr val="9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هَوَاأَ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64D8"/>
          </a:solidFill>
          <a:ln w="12700">
            <a:solidFill>
              <a:srgbClr val="6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تَوَا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ثَوَا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E70"/>
          </a:solidFill>
          <a:ln w="12700">
            <a:solidFill>
              <a:srgbClr val="DB7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خَوَا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4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2"/>
          </a:solidFill>
          <a:ln w="12700">
            <a:solidFill>
              <a:srgbClr val="5EED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B"/>
          </a:solidFill>
          <a:ln w="12700">
            <a:solidFill>
              <a:srgbClr val="E052A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DB70"/>
          </a:solidFill>
          <a:ln w="12700">
            <a:solidFill>
              <a:srgbClr val="7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8D147"/>
          </a:solidFill>
          <a:ln w="12700">
            <a:solidFill>
              <a:srgbClr val="9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ضَوَا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EED"/>
          </a:solidFill>
          <a:ln w="12700">
            <a:solidFill>
              <a:srgbClr val="5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AD1"/>
          </a:solidFill>
          <a:ln w="12700">
            <a:solidFill>
              <a:srgbClr val="47B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قَوَا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كَوَا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2"/>
          </a:solidFill>
          <a:ln w="12700">
            <a:solidFill>
              <a:srgbClr val="ED5E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نَوَا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4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3479"/>
          </a:solidFill>
          <a:ln w="12700">
            <a:solidFill>
              <a:srgbClr val="46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05356" y="896112"/>
            <a:ext cx="17808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05356" y="896112"/>
            <a:ext cx="17808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وَاحَةٌ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2657776" y="896112"/>
            <a:ext cx="17275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57776" y="896112"/>
            <a:ext cx="17275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وَمَاءٌ</a:t>
            </a:r>
            <a:endParaRPr lang="ar-SA" sz="45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80442" y="2834640"/>
            <a:ext cx="31831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80442" y="2834640"/>
            <a:ext cx="31831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وَاحَةٌ وَمَاءٌ</a:t>
            </a:r>
            <a:endParaRPr lang="ar-SA" sz="4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1614" y="896112"/>
            <a:ext cx="140195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1614" y="896112"/>
            <a:ext cx="140195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وَادٍ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40434" y="896112"/>
            <a:ext cx="19411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40434" y="896112"/>
            <a:ext cx="19411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وَاسِعٌ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60712" y="2834640"/>
            <a:ext cx="30225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60712" y="2834640"/>
            <a:ext cx="30225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وَادٍ وَاسِعٌ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23813" y="896112"/>
            <a:ext cx="19382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23813" y="896112"/>
            <a:ext cx="19382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81939" y="896112"/>
            <a:ext cx="1921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81939" y="896112"/>
            <a:ext cx="1921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سَالِمٌ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05467" y="2834640"/>
            <a:ext cx="35330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05467" y="2834640"/>
            <a:ext cx="35330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 سَالِمٌ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16-waw</dc:title>
  <dc:subject>PptxGenJS Presentation</dc:subject>
  <dc:creator>PptxGenJS</dc:creator>
  <cp:lastModifiedBy>PptxGenJS</cp:lastModifiedBy>
  <cp:revision>1</cp:revision>
  <dcterms:created xsi:type="dcterms:W3CDTF">2026-10-21T18:02:04Z</dcterms:created>
  <dcterms:modified xsi:type="dcterms:W3CDTF">2026-10-21T18:02:04Z</dcterms:modified>
</cp:coreProperties>
</file>