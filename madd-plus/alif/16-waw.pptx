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</p:sldIdLst>
  <p:notesMasterIdLst>
    <p:notesMasterId r:id="rId8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notesMaster" Target="notesMasters/notesMaster1.xml"/><Relationship Id="rId85" Type="http://schemas.openxmlformats.org/officeDocument/2006/relationships/presProps" Target="presProps.xml"/><Relationship Id="rId86" Type="http://schemas.openxmlformats.org/officeDocument/2006/relationships/viewProps" Target="viewProps.xml"/><Relationship Id="rId87" Type="http://schemas.openxmlformats.org/officeDocument/2006/relationships/theme" Target="theme/theme1.xml"/><Relationship Id="rId8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TrSnd" Type="http://schemas.openxmlformats.org/officeDocument/2006/relationships/audio" Target="../media/whoosh.wav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TrSnd" Type="http://schemas.openxmlformats.org/officeDocument/2006/relationships/audio" Target="../media/bubbles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TrSnd" Type="http://schemas.openxmlformats.org/officeDocument/2006/relationships/audio" Target="../media/sparkle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TrSnd" Type="http://schemas.openxmlformats.org/officeDocument/2006/relationships/audio" Target="../media/marimba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TrSnd" Type="http://schemas.openxmlformats.org/officeDocument/2006/relationships/audio" Target="../media/harp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TrSnd" Type="http://schemas.openxmlformats.org/officeDocument/2006/relationships/audio" Target="../media/chime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TrSnd" Type="http://schemas.openxmlformats.org/officeDocument/2006/relationships/audio" Target="../media/whoosh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TrSnd" Type="http://schemas.openxmlformats.org/officeDocument/2006/relationships/audio" Target="../media/bubbles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TrSnd" Type="http://schemas.openxmlformats.org/officeDocument/2006/relationships/audio" Target="../media/sparkle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TrSnd" Type="http://schemas.openxmlformats.org/officeDocument/2006/relationships/audio" Target="../media/marimba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TrSnd" Type="http://schemas.openxmlformats.org/officeDocument/2006/relationships/audio" Target="../media/harp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TrSnd" Type="http://schemas.openxmlformats.org/officeDocument/2006/relationships/audio" Target="../media/chime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TrSnd" Type="http://schemas.openxmlformats.org/officeDocument/2006/relationships/audio" Target="../media/whoosh.wav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TrSnd" Type="http://schemas.openxmlformats.org/officeDocument/2006/relationships/audio" Target="../media/bubbles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TrSnd" Type="http://schemas.openxmlformats.org/officeDocument/2006/relationships/audio" Target="../media/sparkle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TrSnd" Type="http://schemas.openxmlformats.org/officeDocument/2006/relationships/audio" Target="../media/marimba.wav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TrSnd" Type="http://schemas.openxmlformats.org/officeDocument/2006/relationships/audio" Target="../media/harp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TrSnd" Type="http://schemas.openxmlformats.org/officeDocument/2006/relationships/audio" Target="../media/chime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TrSnd" Type="http://schemas.openxmlformats.org/officeDocument/2006/relationships/audio" Target="../media/whoosh.wav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TrSnd" Type="http://schemas.openxmlformats.org/officeDocument/2006/relationships/audio" Target="../media/bubbles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TrSnd" Type="http://schemas.openxmlformats.org/officeDocument/2006/relationships/audio" Target="../media/sparkle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TrSnd" Type="http://schemas.openxmlformats.org/officeDocument/2006/relationships/audio" Target="../media/marimba.wav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TrSnd" Type="http://schemas.openxmlformats.org/officeDocument/2006/relationships/audio" Target="../media/harp.wav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TrSnd" Type="http://schemas.openxmlformats.org/officeDocument/2006/relationships/audio" Target="../media/chime.wav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TrSnd" Type="http://schemas.openxmlformats.org/officeDocument/2006/relationships/audio" Target="../media/whoosh.wav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TrSnd" Type="http://schemas.openxmlformats.org/officeDocument/2006/relationships/audio" Target="../media/bubbles.wav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TrSnd" Type="http://schemas.openxmlformats.org/officeDocument/2006/relationships/audio" Target="../media/sparkle.wav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TrSnd" Type="http://schemas.openxmlformats.org/officeDocument/2006/relationships/audio" Target="../media/marimba.wav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TrSnd" Type="http://schemas.openxmlformats.org/officeDocument/2006/relationships/audio" Target="../media/harp.wav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TrSnd" Type="http://schemas.openxmlformats.org/officeDocument/2006/relationships/audio" Target="../media/chime.wav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TrSnd" Type="http://schemas.openxmlformats.org/officeDocument/2006/relationships/audio" Target="../media/whoosh.wav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TrSnd" Type="http://schemas.openxmlformats.org/officeDocument/2006/relationships/audio" Target="../media/bubbles.wav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TrSnd" Type="http://schemas.openxmlformats.org/officeDocument/2006/relationships/audio" Target="../media/sparkle.wav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TrSnd" Type="http://schemas.openxmlformats.org/officeDocument/2006/relationships/audio" Target="../media/marimba.wav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TrSnd" Type="http://schemas.openxmlformats.org/officeDocument/2006/relationships/audio" Target="../media/harp.wav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TrSnd" Type="http://schemas.openxmlformats.org/officeDocument/2006/relationships/audio" Target="../media/chime.wav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TrSnd" Type="http://schemas.openxmlformats.org/officeDocument/2006/relationships/audio" Target="../media/whoosh.wav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TrSnd" Type="http://schemas.openxmlformats.org/officeDocument/2006/relationships/audio" Target="../media/bubbles.wav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TrSnd" Type="http://schemas.openxmlformats.org/officeDocument/2006/relationships/audio" Target="../media/sparkle.wav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TrSnd" Type="http://schemas.openxmlformats.org/officeDocument/2006/relationships/audio" Target="../media/marimba.wav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TrSnd" Type="http://schemas.openxmlformats.org/officeDocument/2006/relationships/audio" Target="../media/harp.wav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TrSnd" Type="http://schemas.openxmlformats.org/officeDocument/2006/relationships/audio" Target="../media/chime.wav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TrSnd" Type="http://schemas.openxmlformats.org/officeDocument/2006/relationships/audio" Target="../media/whoosh.wav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TrSnd" Type="http://schemas.openxmlformats.org/officeDocument/2006/relationships/audio" Target="../media/bubbles.wav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TrSnd" Type="http://schemas.openxmlformats.org/officeDocument/2006/relationships/audio" Target="../media/sparkle.wav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TrSnd" Type="http://schemas.openxmlformats.org/officeDocument/2006/relationships/audio" Target="../media/marimba.wav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TrSnd" Type="http://schemas.openxmlformats.org/officeDocument/2006/relationships/audio" Target="../media/harp.wav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TrSnd" Type="http://schemas.openxmlformats.org/officeDocument/2006/relationships/audio" Target="../media/chime.wav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TrSnd" Type="http://schemas.openxmlformats.org/officeDocument/2006/relationships/audio" Target="../media/whoosh.wav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TrSnd" Type="http://schemas.openxmlformats.org/officeDocument/2006/relationships/audio" Target="../media/bubbles.wav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TrSnd" Type="http://schemas.openxmlformats.org/officeDocument/2006/relationships/audio" Target="../media/sparkle.wav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TrSnd" Type="http://schemas.openxmlformats.org/officeDocument/2006/relationships/audio" Target="../media/marimba.wav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TrSnd" Type="http://schemas.openxmlformats.org/officeDocument/2006/relationships/audio" Target="../media/harp.wav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TrSnd" Type="http://schemas.openxmlformats.org/officeDocument/2006/relationships/audio" Target="../media/chime.wav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TrSnd" Type="http://schemas.openxmlformats.org/officeDocument/2006/relationships/audio" Target="../media/whoosh.wav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TrSnd" Type="http://schemas.openxmlformats.org/officeDocument/2006/relationships/audio" Target="../media/bubbles.wav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TrSnd" Type="http://schemas.openxmlformats.org/officeDocument/2006/relationships/audio" Target="../media/sparkle.wav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TrSnd" Type="http://schemas.openxmlformats.org/officeDocument/2006/relationships/audio" Target="../media/marimba.wav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TrSnd" Type="http://schemas.openxmlformats.org/officeDocument/2006/relationships/audio" Target="../media/harp.wav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TrSnd" Type="http://schemas.openxmlformats.org/officeDocument/2006/relationships/audio" Target="../media/chime.wav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TrSnd" Type="http://schemas.openxmlformats.org/officeDocument/2006/relationships/audio" Target="../media/whoosh.wav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Relationship Id="rIdTrSnd" Type="http://schemas.openxmlformats.org/officeDocument/2006/relationships/audio" Target="../media/bubbles.wav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Relationship Id="rIdTrSnd" Type="http://schemas.openxmlformats.org/officeDocument/2006/relationships/audio" Target="../media/sparkle.wav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Relationship Id="rIdTrSnd" Type="http://schemas.openxmlformats.org/officeDocument/2006/relationships/audio" Target="../media/marimba.wav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Relationship Id="rIdTrSnd" Type="http://schemas.openxmlformats.org/officeDocument/2006/relationships/audio" Target="../media/harp.wav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Relationship Id="rIdTrSnd" Type="http://schemas.openxmlformats.org/officeDocument/2006/relationships/audio" Target="../media/chime.wav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Relationship Id="rIdTrSnd" Type="http://schemas.openxmlformats.org/officeDocument/2006/relationships/audio" Target="../media/whoosh.wav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Relationship Id="rIdTrSnd" Type="http://schemas.openxmlformats.org/officeDocument/2006/relationships/audio" Target="../media/bubbles.wav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Relationship Id="rIdTrSnd" Type="http://schemas.openxmlformats.org/officeDocument/2006/relationships/audio" Target="../media/sparkle.wav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Relationship Id="rIdTrSnd" Type="http://schemas.openxmlformats.org/officeDocument/2006/relationships/audio" Target="../media/marimba.wav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Relationship Id="rIdTrSnd" Type="http://schemas.openxmlformats.org/officeDocument/2006/relationships/audio" Target="../media/harp.wav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Relationship Id="rIdTrSnd" Type="http://schemas.openxmlformats.org/officeDocument/2006/relationships/audio" Target="../media/chime.wav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Relationship Id="rIdTrSnd" Type="http://schemas.openxmlformats.org/officeDocument/2006/relationships/audio" Target="../media/whoosh.wav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Relationship Id="rIdTrSnd" Type="http://schemas.openxmlformats.org/officeDocument/2006/relationships/audio" Target="../media/bubbles.wav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Relationship Id="rIdTrSnd" Type="http://schemas.openxmlformats.org/officeDocument/2006/relationships/audio" Target="../media/sparkle.wav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Relationship Id="rIdTrSnd" Type="http://schemas.openxmlformats.org/officeDocument/2006/relationships/audio" Target="../media/marimba.wav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Relationship Id="rIdTrSnd" Type="http://schemas.openxmlformats.org/officeDocument/2006/relationships/audio" Target="../media/harp.wav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Relationship Id="rIdTrSnd" Type="http://schemas.openxmlformats.org/officeDocument/2006/relationships/audio" Target="../media/chime.wav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Relationship Id="rIdTrSnd" Type="http://schemas.openxmlformats.org/officeDocument/2006/relationships/audio" Target="../media/whoosh.wav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Relationship Id="rIdTrSnd" Type="http://schemas.openxmlformats.org/officeDocument/2006/relationships/audio" Target="../media/bubbles.wav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Relationship Id="rIdTrSnd" Type="http://schemas.openxmlformats.org/officeDocument/2006/relationships/audio" Target="../media/sparkle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C5F7C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50108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8800" dirty="0"/>
          </a:p>
        </p:txBody>
      </p:sp>
      <p:sp>
        <p:nvSpPr>
          <p:cNvPr id="15" name="C2 V1 vowel"/>
          <p:cNvSpPr txBox="1"/>
          <p:nvPr/>
        </p:nvSpPr>
        <p:spPr>
          <a:xfrm>
            <a:off x="6720840" y="150108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88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4343400" y="1730121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10100" dirty="0"/>
          </a:p>
        </p:txBody>
      </p:sp>
      <p:sp>
        <p:nvSpPr>
          <p:cNvPr id="18" name="C4 S2 stretch"/>
          <p:cNvSpPr/>
          <p:nvPr/>
        </p:nvSpPr>
        <p:spPr>
          <a:xfrm>
            <a:off x="4919472" y="136245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4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R result"/>
          <p:cNvSpPr txBox="1"/>
          <p:nvPr/>
        </p:nvSpPr>
        <p:spPr>
          <a:xfrm>
            <a:off x="685800" y="1429004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وَا</a:t>
            </a:r>
            <a:endParaRPr lang="ar-SA" sz="10400" dirty="0"/>
          </a:p>
        </p:txBody>
      </p: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B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32B64"/>
          </a:solidFill>
          <a:ln w="12700">
            <a:solidFill>
              <a:srgbClr val="63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57"/>
          </a:solidFill>
          <a:ln w="12700">
            <a:solidFill>
              <a:srgbClr val="793457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7826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3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7826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53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81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M2 madd"/>
          <p:cNvSpPr txBox="1"/>
          <p:nvPr/>
        </p:nvSpPr>
        <p:spPr>
          <a:xfrm>
            <a:off x="5486400" y="192062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100" dirty="0"/>
          </a:p>
        </p:txBody>
      </p:sp>
      <p:sp>
        <p:nvSpPr>
          <p:cNvPr id="20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81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6 L3 letter"/>
          <p:cNvSpPr txBox="1"/>
          <p:nvPr/>
        </p:nvSpPr>
        <p:spPr>
          <a:xfrm>
            <a:off x="3703320" y="20486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5300" dirty="0"/>
          </a:p>
        </p:txBody>
      </p:sp>
      <p:sp>
        <p:nvSpPr>
          <p:cNvPr id="23" name="C7 V3 vowel"/>
          <p:cNvSpPr txBox="1"/>
          <p:nvPr/>
        </p:nvSpPr>
        <p:spPr>
          <a:xfrm>
            <a:off x="3703320" y="20486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5300" dirty="0"/>
          </a:p>
        </p:txBody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73457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وَاأَ</a:t>
            </a:r>
            <a:endParaRPr lang="ar-SA" sz="70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EC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70D6"/>
          </a:solidFill>
          <a:ln w="12700">
            <a:solidFill>
              <a:srgbClr val="5C70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40CC"/>
          </a:solidFill>
          <a:ln w="12700">
            <a:solidFill>
              <a:srgbClr val="3340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826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3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7826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53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4D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92062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1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4D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7961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3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7961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53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6C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53733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وَابَ</a:t>
            </a:r>
            <a:endParaRPr lang="ar-SA" sz="90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C5F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8C53C6"/>
          </a:solidFill>
          <a:ln w="12700">
            <a:solidFill>
              <a:srgbClr val="8C5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C8"/>
          </a:solidFill>
          <a:ln w="12700">
            <a:solidFill>
              <a:srgbClr val="5EEDC8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7804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4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7804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54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34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M2 madd"/>
          <p:cNvSpPr txBox="1"/>
          <p:nvPr/>
        </p:nvSpPr>
        <p:spPr>
          <a:xfrm>
            <a:off x="5486400" y="192100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200" dirty="0"/>
          </a:p>
        </p:txBody>
      </p:sp>
      <p:sp>
        <p:nvSpPr>
          <p:cNvPr id="26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34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6 L3 letter"/>
          <p:cNvSpPr txBox="1"/>
          <p:nvPr/>
        </p:nvSpPr>
        <p:spPr>
          <a:xfrm>
            <a:off x="3703320" y="19117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400" dirty="0"/>
          </a:p>
        </p:txBody>
      </p:sp>
      <p:sp>
        <p:nvSpPr>
          <p:cNvPr id="29" name="C7 V3 vowel"/>
          <p:cNvSpPr txBox="1"/>
          <p:nvPr/>
        </p:nvSpPr>
        <p:spPr>
          <a:xfrm>
            <a:off x="3703320" y="19117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5400" dirty="0"/>
          </a:p>
        </p:txBody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94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54419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وَاتَ</a:t>
            </a:r>
            <a:endParaRPr lang="ar-SA" sz="90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314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65"/>
          </a:solidFill>
          <a:ln w="12700">
            <a:solidFill>
              <a:srgbClr val="E05265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B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98"/>
          </a:solidFill>
          <a:ln w="12700">
            <a:solidFill>
              <a:srgbClr val="70DB98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5A85"/>
          </a:solidFill>
          <a:ln w="12700">
            <a:solidFill>
              <a:srgbClr val="475A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78911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0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78911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50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6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M2 madd"/>
          <p:cNvSpPr txBox="1"/>
          <p:nvPr/>
        </p:nvSpPr>
        <p:spPr>
          <a:xfrm>
            <a:off x="5486400" y="191909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700" dirty="0"/>
          </a:p>
        </p:txBody>
      </p:sp>
      <p:sp>
        <p:nvSpPr>
          <p:cNvPr id="23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6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6 L3 letter"/>
          <p:cNvSpPr txBox="1"/>
          <p:nvPr/>
        </p:nvSpPr>
        <p:spPr>
          <a:xfrm>
            <a:off x="3703320" y="19456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000" dirty="0"/>
          </a:p>
        </p:txBody>
      </p:sp>
      <p:sp>
        <p:nvSpPr>
          <p:cNvPr id="26" name="C7 V3 vowel"/>
          <p:cNvSpPr txBox="1"/>
          <p:nvPr/>
        </p:nvSpPr>
        <p:spPr>
          <a:xfrm>
            <a:off x="3703320" y="19456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5000" dirty="0"/>
          </a:p>
        </p:txBody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3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60964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وَاثَ</a:t>
            </a:r>
            <a:endParaRPr lang="ar-SA" sz="84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D6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6D"/>
          </a:solidFill>
          <a:ln w="12700">
            <a:solidFill>
              <a:srgbClr val="64D86D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54D147"/>
          </a:solidFill>
          <a:ln w="12700">
            <a:solidFill>
              <a:srgbClr val="54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869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1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7869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51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9C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91985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9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9C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1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1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8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46888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وَاجَ</a:t>
            </a:r>
            <a:endParaRPr lang="ar-SA" sz="82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C5C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AA"/>
          </a:solidFill>
          <a:ln w="12700">
            <a:solidFill>
              <a:srgbClr val="CC66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6A"/>
          </a:solidFill>
          <a:ln w="12700">
            <a:solidFill>
              <a:srgbClr val="BF40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7869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1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7869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51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D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M2 madd"/>
          <p:cNvSpPr txBox="1"/>
          <p:nvPr/>
        </p:nvSpPr>
        <p:spPr>
          <a:xfrm>
            <a:off x="5486400" y="191985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900" dirty="0"/>
          </a:p>
        </p:txBody>
      </p:sp>
      <p:sp>
        <p:nvSpPr>
          <p:cNvPr id="19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D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6 L3 letter"/>
          <p:cNvSpPr txBox="1"/>
          <p:nvPr/>
        </p:nvSpPr>
        <p:spPr>
          <a:xfrm>
            <a:off x="370332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100" dirty="0"/>
          </a:p>
        </p:txBody>
      </p:sp>
      <p:sp>
        <p:nvSpPr>
          <p:cNvPr id="22" name="C7 V3 vowel"/>
          <p:cNvSpPr txBox="1"/>
          <p:nvPr/>
        </p:nvSpPr>
        <p:spPr>
          <a:xfrm>
            <a:off x="370332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100" dirty="0"/>
          </a:p>
        </p:txBody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63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46888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وَاحَ</a:t>
            </a:r>
            <a:endParaRPr lang="ar-SA" sz="82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31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552B"/>
          </a:solidFill>
          <a:ln w="12700">
            <a:solidFill>
              <a:srgbClr val="6455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697934"/>
          </a:solidFill>
          <a:ln w="12700">
            <a:solidFill>
              <a:srgbClr val="69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7999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5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7999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45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AD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M2 madd"/>
          <p:cNvSpPr txBox="1"/>
          <p:nvPr/>
        </p:nvSpPr>
        <p:spPr>
          <a:xfrm>
            <a:off x="5486400" y="191719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200" dirty="0"/>
          </a:p>
        </p:txBody>
      </p:sp>
      <p:sp>
        <p:nvSpPr>
          <p:cNvPr id="20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AD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6 L3 letter"/>
          <p:cNvSpPr txBox="1"/>
          <p:nvPr/>
        </p:nvSpPr>
        <p:spPr>
          <a:xfrm>
            <a:off x="370332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500" dirty="0"/>
          </a:p>
        </p:txBody>
      </p:sp>
      <p:sp>
        <p:nvSpPr>
          <p:cNvPr id="23" name="C7 V3 vowel"/>
          <p:cNvSpPr txBox="1"/>
          <p:nvPr/>
        </p:nvSpPr>
        <p:spPr>
          <a:xfrm>
            <a:off x="370332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4500" dirty="0"/>
          </a:p>
        </p:txBody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3A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54590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وَاخَ</a:t>
            </a:r>
            <a:endParaRPr lang="ar-SA" sz="75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C5F7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70"/>
          </a:solidFill>
          <a:ln w="12700">
            <a:solidFill>
              <a:srgbClr val="D65C70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40"/>
          </a:solidFill>
          <a:ln w="12700">
            <a:solidFill>
              <a:srgbClr val="CC3340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652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61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7652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61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7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92405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0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7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90086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1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90086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61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4A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53733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وَادَ</a:t>
            </a:r>
            <a:endParaRPr lang="ar-SA" sz="90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E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A55EED"/>
          </a:solidFill>
          <a:ln w="12700">
            <a:solidFill>
              <a:srgbClr val="A5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76745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60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76745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60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4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M2 madd"/>
          <p:cNvSpPr txBox="1"/>
          <p:nvPr/>
        </p:nvSpPr>
        <p:spPr>
          <a:xfrm>
            <a:off x="5486400" y="192366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900" dirty="0"/>
          </a:p>
        </p:txBody>
      </p:sp>
      <p:sp>
        <p:nvSpPr>
          <p:cNvPr id="26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4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6 L3 letter"/>
          <p:cNvSpPr txBox="1"/>
          <p:nvPr/>
        </p:nvSpPr>
        <p:spPr>
          <a:xfrm>
            <a:off x="3703320" y="197777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000" dirty="0"/>
          </a:p>
        </p:txBody>
      </p:sp>
      <p:sp>
        <p:nvSpPr>
          <p:cNvPr id="29" name="C7 V3 vowel"/>
          <p:cNvSpPr txBox="1"/>
          <p:nvPr/>
        </p:nvSpPr>
        <p:spPr>
          <a:xfrm>
            <a:off x="3703320" y="197777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6000" dirty="0"/>
          </a:p>
        </p:txBody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7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63614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وَاذَ</a:t>
            </a:r>
            <a:endParaRPr lang="ar-SA" sz="81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3E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88E052"/>
          </a:solidFill>
          <a:ln w="12700">
            <a:solidFill>
              <a:srgbClr val="88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98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D70DB"/>
          </a:solidFill>
          <a:ln w="12700">
            <a:solidFill>
              <a:srgbClr val="7D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69"/>
          </a:solidFill>
          <a:ln w="12700">
            <a:solidFill>
              <a:srgbClr val="854769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76745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60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76745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60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3B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M2 madd"/>
          <p:cNvSpPr txBox="1"/>
          <p:nvPr/>
        </p:nvSpPr>
        <p:spPr>
          <a:xfrm>
            <a:off x="5486400" y="192366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900" dirty="0"/>
          </a:p>
        </p:txBody>
      </p:sp>
      <p:sp>
        <p:nvSpPr>
          <p:cNvPr id="23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3B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6 L3 letter"/>
          <p:cNvSpPr txBox="1"/>
          <p:nvPr/>
        </p:nvSpPr>
        <p:spPr>
          <a:xfrm>
            <a:off x="3703320" y="17727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000" dirty="0"/>
          </a:p>
        </p:txBody>
      </p:sp>
      <p:sp>
        <p:nvSpPr>
          <p:cNvPr id="26" name="C7 V3 vowel"/>
          <p:cNvSpPr txBox="1"/>
          <p:nvPr/>
        </p:nvSpPr>
        <p:spPr>
          <a:xfrm>
            <a:off x="3703320" y="17727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6000" dirty="0"/>
          </a:p>
        </p:txBody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A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53733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وَارَ</a:t>
            </a:r>
            <a:endParaRPr lang="ar-SA" sz="90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C5E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78D8"/>
          </a:solidFill>
          <a:ln w="12700">
            <a:solidFill>
              <a:srgbClr val="6478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76D1"/>
          </a:solidFill>
          <a:ln w="12700">
            <a:solidFill>
              <a:srgbClr val="4776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847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2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7847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52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6F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9202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0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6F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85610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52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85610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52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AD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57607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وَازَ</a:t>
            </a:r>
            <a:endParaRPr lang="ar-SA" sz="88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C5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CC66"/>
          </a:solidFill>
          <a:ln w="12700">
            <a:solidFill>
              <a:srgbClr val="AA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BF40"/>
          </a:solidFill>
          <a:ln w="12700">
            <a:solidFill>
              <a:srgbClr val="6A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7956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7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7956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47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A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M2 madd"/>
          <p:cNvSpPr txBox="1"/>
          <p:nvPr/>
        </p:nvSpPr>
        <p:spPr>
          <a:xfrm>
            <a:off x="5486400" y="1917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19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A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6 L3 letter"/>
          <p:cNvSpPr txBox="1"/>
          <p:nvPr/>
        </p:nvSpPr>
        <p:spPr>
          <a:xfrm>
            <a:off x="3703320" y="17941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700" dirty="0"/>
          </a:p>
        </p:txBody>
      </p:sp>
      <p:sp>
        <p:nvSpPr>
          <p:cNvPr id="22" name="C7 V3 vowel"/>
          <p:cNvSpPr txBox="1"/>
          <p:nvPr/>
        </p:nvSpPr>
        <p:spPr>
          <a:xfrm>
            <a:off x="3703320" y="17941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4700" dirty="0"/>
          </a:p>
        </p:txBody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85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54336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وَاسَ</a:t>
            </a:r>
            <a:endParaRPr lang="ar-SA" sz="85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4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47"/>
          </a:solidFill>
          <a:ln w="12700">
            <a:solidFill>
              <a:srgbClr val="2B6447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79"/>
          </a:solidFill>
          <a:ln w="12700">
            <a:solidFill>
              <a:srgbClr val="3479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086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1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8086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41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M2 madd"/>
          <p:cNvSpPr txBox="1"/>
          <p:nvPr/>
        </p:nvSpPr>
        <p:spPr>
          <a:xfrm>
            <a:off x="5486400" y="19152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700" dirty="0"/>
          </a:p>
        </p:txBody>
      </p:sp>
      <p:sp>
        <p:nvSpPr>
          <p:cNvPr id="20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6 L3 letter"/>
          <p:cNvSpPr txBox="1"/>
          <p:nvPr/>
        </p:nvSpPr>
        <p:spPr>
          <a:xfrm>
            <a:off x="3703320" y="18885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4100" dirty="0"/>
          </a:p>
        </p:txBody>
      </p:sp>
      <p:sp>
        <p:nvSpPr>
          <p:cNvPr id="23" name="C7 V3 vowel"/>
          <p:cNvSpPr txBox="1"/>
          <p:nvPr/>
        </p:nvSpPr>
        <p:spPr>
          <a:xfrm>
            <a:off x="3703320" y="18885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4100" dirty="0"/>
          </a:p>
        </p:txBody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5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62821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وَاشَ</a:t>
            </a:r>
            <a:endParaRPr lang="ar-SA" sz="82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D3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ADD65C"/>
          </a:solidFill>
          <a:ln w="12700">
            <a:solidFill>
              <a:srgbClr val="AD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8CCC33"/>
          </a:solidFill>
          <a:ln w="12700">
            <a:solidFill>
              <a:srgbClr val="8C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0210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4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80210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44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A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9168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1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A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8124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44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8124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44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5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54698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وَاصَ</a:t>
            </a:r>
            <a:endParaRPr lang="ar-SA" sz="82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E2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815E"/>
          </a:solidFill>
          <a:ln w="12700">
            <a:solidFill>
              <a:srgbClr val="ED81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086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1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8086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41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72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M2 madd"/>
          <p:cNvSpPr txBox="1"/>
          <p:nvPr/>
        </p:nvSpPr>
        <p:spPr>
          <a:xfrm>
            <a:off x="5486400" y="19152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700" dirty="0"/>
          </a:p>
        </p:txBody>
      </p:sp>
      <p:sp>
        <p:nvSpPr>
          <p:cNvPr id="26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72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6 L3 letter"/>
          <p:cNvSpPr txBox="1"/>
          <p:nvPr/>
        </p:nvSpPr>
        <p:spPr>
          <a:xfrm>
            <a:off x="3703320" y="18708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4100" dirty="0"/>
          </a:p>
        </p:txBody>
      </p:sp>
      <p:sp>
        <p:nvSpPr>
          <p:cNvPr id="29" name="C7 V3 vowel"/>
          <p:cNvSpPr txBox="1"/>
          <p:nvPr/>
        </p:nvSpPr>
        <p:spPr>
          <a:xfrm>
            <a:off x="3703320" y="18708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4100" dirty="0"/>
          </a:p>
        </p:txBody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4F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59280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وَاضَ</a:t>
            </a:r>
            <a:endParaRPr lang="ar-SA" sz="82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443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ACE0"/>
          </a:solidFill>
          <a:ln w="12700">
            <a:solidFill>
              <a:srgbClr val="52AC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9A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7E"/>
          </a:solidFill>
          <a:ln w="12700">
            <a:solidFill>
              <a:srgbClr val="DB707E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788547"/>
          </a:solidFill>
          <a:ln w="12700">
            <a:solidFill>
              <a:srgbClr val="78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7847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2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7847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52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3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M2 madd"/>
          <p:cNvSpPr txBox="1"/>
          <p:nvPr/>
        </p:nvSpPr>
        <p:spPr>
          <a:xfrm>
            <a:off x="5486400" y="19202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000" dirty="0"/>
          </a:p>
        </p:txBody>
      </p:sp>
      <p:sp>
        <p:nvSpPr>
          <p:cNvPr id="23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3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6 L3 letter"/>
          <p:cNvSpPr txBox="1"/>
          <p:nvPr/>
        </p:nvSpPr>
        <p:spPr>
          <a:xfrm>
            <a:off x="3703320" y="19666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5200" dirty="0"/>
          </a:p>
        </p:txBody>
      </p:sp>
      <p:sp>
        <p:nvSpPr>
          <p:cNvPr id="26" name="C7 V3 vowel"/>
          <p:cNvSpPr txBox="1"/>
          <p:nvPr/>
        </p:nvSpPr>
        <p:spPr>
          <a:xfrm>
            <a:off x="3703320" y="19666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5200" dirty="0"/>
          </a:p>
        </p:txBody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7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63549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وَاطَ</a:t>
            </a:r>
            <a:endParaRPr lang="ar-SA" sz="81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C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95"/>
          </a:solidFill>
          <a:ln w="12700">
            <a:solidFill>
              <a:srgbClr val="D86495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99"/>
          </a:solidFill>
          <a:ln w="12700">
            <a:solidFill>
              <a:srgbClr val="D14799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847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2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7847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52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4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9202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0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4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9666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52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9666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52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A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63549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وَاظَ</a:t>
            </a:r>
            <a:endParaRPr lang="ar-SA" sz="81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E0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AACC"/>
          </a:solidFill>
          <a:ln w="12700">
            <a:solidFill>
              <a:srgbClr val="66AA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6ABF"/>
          </a:solidFill>
          <a:ln w="12700">
            <a:solidFill>
              <a:srgbClr val="406A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7934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8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7934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48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7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M2 madd"/>
          <p:cNvSpPr txBox="1"/>
          <p:nvPr/>
        </p:nvSpPr>
        <p:spPr>
          <a:xfrm>
            <a:off x="5486400" y="191833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500" dirty="0"/>
          </a:p>
        </p:txBody>
      </p:sp>
      <p:sp>
        <p:nvSpPr>
          <p:cNvPr id="19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7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6 L3 letter"/>
          <p:cNvSpPr txBox="1"/>
          <p:nvPr/>
        </p:nvSpPr>
        <p:spPr>
          <a:xfrm>
            <a:off x="3703320" y="17971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800" dirty="0"/>
          </a:p>
        </p:txBody>
      </p:sp>
      <p:sp>
        <p:nvSpPr>
          <p:cNvPr id="22" name="C7 V3 vowel"/>
          <p:cNvSpPr txBox="1"/>
          <p:nvPr/>
        </p:nvSpPr>
        <p:spPr>
          <a:xfrm>
            <a:off x="3703320" y="17971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4800" dirty="0"/>
          </a:p>
        </p:txBody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A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47669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وَاعَ</a:t>
            </a:r>
            <a:endParaRPr lang="ar-SA" sz="81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420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392B64"/>
          </a:solidFill>
          <a:ln w="12700">
            <a:solidFill>
              <a:srgbClr val="39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683479"/>
          </a:solidFill>
          <a:ln w="12700">
            <a:solidFill>
              <a:srgbClr val="68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042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3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8042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43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AB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M2 madd"/>
          <p:cNvSpPr txBox="1"/>
          <p:nvPr/>
        </p:nvSpPr>
        <p:spPr>
          <a:xfrm>
            <a:off x="5486400" y="19160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900" dirty="0"/>
          </a:p>
        </p:txBody>
      </p:sp>
      <p:sp>
        <p:nvSpPr>
          <p:cNvPr id="20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AB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6 L3 letter"/>
          <p:cNvSpPr txBox="1"/>
          <p:nvPr/>
        </p:nvSpPr>
        <p:spPr>
          <a:xfrm>
            <a:off x="3703320" y="186270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300" dirty="0"/>
          </a:p>
        </p:txBody>
      </p:sp>
      <p:sp>
        <p:nvSpPr>
          <p:cNvPr id="23" name="C7 V3 vowel"/>
          <p:cNvSpPr txBox="1"/>
          <p:nvPr/>
        </p:nvSpPr>
        <p:spPr>
          <a:xfrm>
            <a:off x="3703320" y="186270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4300" dirty="0"/>
          </a:p>
        </p:txBody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F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58866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وَاغَ</a:t>
            </a:r>
            <a:endParaRPr lang="ar-SA" sz="71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C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ADD6"/>
          </a:solidFill>
          <a:ln w="12700">
            <a:solidFill>
              <a:srgbClr val="5CAD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8CCC"/>
          </a:solidFill>
          <a:ln w="12700">
            <a:solidFill>
              <a:srgbClr val="338C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934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8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7934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4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2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91833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5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2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9659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48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9659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48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57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65830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وَافَ</a:t>
            </a:r>
            <a:endParaRPr lang="ar-SA" sz="78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C5F7D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66C6"/>
          </a:solidFill>
          <a:ln w="12700">
            <a:solidFill>
              <a:srgbClr val="5366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FED5E"/>
          </a:solidFill>
          <a:ln w="12700">
            <a:solidFill>
              <a:srgbClr val="5F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79127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9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79127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49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9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M2 madd"/>
          <p:cNvSpPr txBox="1"/>
          <p:nvPr/>
        </p:nvSpPr>
        <p:spPr>
          <a:xfrm>
            <a:off x="5486400" y="19187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600" dirty="0"/>
          </a:p>
        </p:txBody>
      </p:sp>
      <p:sp>
        <p:nvSpPr>
          <p:cNvPr id="26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9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6 L3 letter"/>
          <p:cNvSpPr txBox="1"/>
          <p:nvPr/>
        </p:nvSpPr>
        <p:spPr>
          <a:xfrm>
            <a:off x="370332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900" dirty="0"/>
          </a:p>
        </p:txBody>
      </p:sp>
      <p:sp>
        <p:nvSpPr>
          <p:cNvPr id="29" name="C7 V3 vowel"/>
          <p:cNvSpPr txBox="1"/>
          <p:nvPr/>
        </p:nvSpPr>
        <p:spPr>
          <a:xfrm>
            <a:off x="370332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4900" dirty="0"/>
          </a:p>
        </p:txBody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2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61429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وَاقَ</a:t>
            </a:r>
            <a:endParaRPr lang="ar-SA" sz="83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31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CF"/>
          </a:solidFill>
          <a:ln w="12700">
            <a:solidFill>
              <a:srgbClr val="E052CF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B3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99DB70"/>
          </a:solidFill>
          <a:ln w="12700">
            <a:solidFill>
              <a:srgbClr val="99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82"/>
          </a:solidFill>
          <a:ln w="12700">
            <a:solidFill>
              <a:srgbClr val="478582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7804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4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7804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54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6A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M2 madd"/>
          <p:cNvSpPr txBox="1"/>
          <p:nvPr/>
        </p:nvSpPr>
        <p:spPr>
          <a:xfrm>
            <a:off x="5486400" y="192100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200" dirty="0"/>
          </a:p>
        </p:txBody>
      </p:sp>
      <p:sp>
        <p:nvSpPr>
          <p:cNvPr id="23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6A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6 L3 letter"/>
          <p:cNvSpPr txBox="1"/>
          <p:nvPr/>
        </p:nvSpPr>
        <p:spPr>
          <a:xfrm>
            <a:off x="3703320" y="19407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5400" dirty="0"/>
          </a:p>
        </p:txBody>
      </p:sp>
      <p:sp>
        <p:nvSpPr>
          <p:cNvPr id="26" name="C7 V3 vowel"/>
          <p:cNvSpPr txBox="1"/>
          <p:nvPr/>
        </p:nvSpPr>
        <p:spPr>
          <a:xfrm>
            <a:off x="3703320" y="19407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5400" dirty="0"/>
          </a:p>
        </p:txBody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5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59544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وَاكَ</a:t>
            </a:r>
            <a:endParaRPr lang="ar-SA" sz="85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7F2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B2D864"/>
          </a:solidFill>
          <a:ln w="12700">
            <a:solidFill>
              <a:srgbClr val="B2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BBD147"/>
          </a:solidFill>
          <a:ln w="12700">
            <a:solidFill>
              <a:srgbClr val="BB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956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7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7956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47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3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917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3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9111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7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9111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47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66375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وَالَ</a:t>
            </a:r>
            <a:endParaRPr lang="ar-SA" sz="78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C5E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66CC"/>
          </a:solidFill>
          <a:ln w="12700">
            <a:solidFill>
              <a:srgbClr val="AA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BF"/>
          </a:solidFill>
          <a:ln w="12700">
            <a:solidFill>
              <a:srgbClr val="BF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7804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4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7804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54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4B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M2 madd"/>
          <p:cNvSpPr txBox="1"/>
          <p:nvPr/>
        </p:nvSpPr>
        <p:spPr>
          <a:xfrm>
            <a:off x="5486400" y="192100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200" dirty="0"/>
          </a:p>
        </p:txBody>
      </p:sp>
      <p:sp>
        <p:nvSpPr>
          <p:cNvPr id="19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4B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6 L3 letter"/>
          <p:cNvSpPr txBox="1"/>
          <p:nvPr/>
        </p:nvSpPr>
        <p:spPr>
          <a:xfrm>
            <a:off x="3703320" y="17444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5400" dirty="0"/>
          </a:p>
        </p:txBody>
      </p:sp>
      <p:sp>
        <p:nvSpPr>
          <p:cNvPr id="22" name="C7 V3 vowel"/>
          <p:cNvSpPr txBox="1"/>
          <p:nvPr/>
        </p:nvSpPr>
        <p:spPr>
          <a:xfrm>
            <a:off x="3703320" y="17444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5400" dirty="0"/>
          </a:p>
        </p:txBody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A6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46888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وَامَ</a:t>
            </a:r>
            <a:endParaRPr lang="ar-SA" sz="82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4314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2B"/>
          </a:solidFill>
          <a:ln w="12700">
            <a:solidFill>
              <a:srgbClr val="642B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5634"/>
          </a:solidFill>
          <a:ln w="12700">
            <a:solidFill>
              <a:srgbClr val="7956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7804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4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7804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54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7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M2 madd"/>
          <p:cNvSpPr txBox="1"/>
          <p:nvPr/>
        </p:nvSpPr>
        <p:spPr>
          <a:xfrm>
            <a:off x="5486400" y="192100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200" dirty="0"/>
          </a:p>
        </p:txBody>
      </p:sp>
      <p:sp>
        <p:nvSpPr>
          <p:cNvPr id="20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7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6 L3 letter"/>
          <p:cNvSpPr txBox="1"/>
          <p:nvPr/>
        </p:nvSpPr>
        <p:spPr>
          <a:xfrm>
            <a:off x="3703320" y="18421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5400" dirty="0"/>
          </a:p>
        </p:txBody>
      </p:sp>
      <p:sp>
        <p:nvSpPr>
          <p:cNvPr id="23" name="C7 V3 vowel"/>
          <p:cNvSpPr txBox="1"/>
          <p:nvPr/>
        </p:nvSpPr>
        <p:spPr>
          <a:xfrm>
            <a:off x="3703320" y="18421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5400" dirty="0"/>
          </a:p>
        </p:txBody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A1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54247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وَانَ</a:t>
            </a:r>
            <a:endParaRPr lang="ar-SA" sz="90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D0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C25CD6"/>
          </a:solidFill>
          <a:ln w="12700">
            <a:solidFill>
              <a:srgbClr val="C2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BF33CC"/>
          </a:solidFill>
          <a:ln w="12700">
            <a:solidFill>
              <a:srgbClr val="BF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652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61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7652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61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B3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92405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0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B3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8969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61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8969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61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7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53733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وَاهَ</a:t>
            </a:r>
            <a:endParaRPr lang="ar-SA" sz="90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C9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66"/>
          </a:solidFill>
          <a:ln w="12700">
            <a:solidFill>
              <a:srgbClr val="C6536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83ED"/>
          </a:solidFill>
          <a:ln w="12700">
            <a:solidFill>
              <a:srgbClr val="5E83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208810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600" dirty="0"/>
          </a:p>
        </p:txBody>
      </p:sp>
      <p:sp>
        <p:nvSpPr>
          <p:cNvPr id="24" name="C2 V1 vowel"/>
          <p:cNvSpPr txBox="1"/>
          <p:nvPr/>
        </p:nvSpPr>
        <p:spPr>
          <a:xfrm>
            <a:off x="7589520" y="208810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46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CB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8572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600" dirty="0"/>
          </a:p>
        </p:txBody>
      </p:sp>
      <p:sp>
        <p:nvSpPr>
          <p:cNvPr id="27" name="C5 V2 vowel"/>
          <p:cNvSpPr txBox="1"/>
          <p:nvPr/>
        </p:nvSpPr>
        <p:spPr>
          <a:xfrm>
            <a:off x="6108192" y="18572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46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CB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M3 madd"/>
          <p:cNvSpPr txBox="1"/>
          <p:nvPr/>
        </p:nvSpPr>
        <p:spPr>
          <a:xfrm>
            <a:off x="4626864" y="197700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300" dirty="0"/>
          </a:p>
        </p:txBody>
      </p:sp>
      <p:sp>
        <p:nvSpPr>
          <p:cNvPr id="30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CB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9 L4 letter"/>
          <p:cNvSpPr txBox="1"/>
          <p:nvPr/>
        </p:nvSpPr>
        <p:spPr>
          <a:xfrm>
            <a:off x="3145536" y="18689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600" dirty="0"/>
          </a:p>
        </p:txBody>
      </p:sp>
      <p:sp>
        <p:nvSpPr>
          <p:cNvPr id="33" name="C10 V4 vowel"/>
          <p:cNvSpPr txBox="1"/>
          <p:nvPr/>
        </p:nvSpPr>
        <p:spPr>
          <a:xfrm>
            <a:off x="3145536" y="18689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600" dirty="0"/>
          </a:p>
        </p:txBody>
      </p:sp>
      <p:sp>
        <p:nvSpPr>
          <p:cNvPr id="34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51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2 R result"/>
          <p:cNvSpPr txBox="1"/>
          <p:nvPr/>
        </p:nvSpPr>
        <p:spPr>
          <a:xfrm>
            <a:off x="384048" y="181461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أَوَابَ</a:t>
            </a:r>
            <a:endParaRPr lang="ar-SA" sz="61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4325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CE52"/>
          </a:solidFill>
          <a:ln w="12700">
            <a:solidFill>
              <a:srgbClr val="E0CE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CC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B4DB"/>
          </a:solidFill>
          <a:ln w="12700">
            <a:solidFill>
              <a:srgbClr val="70B4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724785"/>
          </a:solidFill>
          <a:ln w="12700">
            <a:solidFill>
              <a:srgbClr val="72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8689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600" dirty="0"/>
          </a:p>
        </p:txBody>
      </p:sp>
      <p:sp>
        <p:nvSpPr>
          <p:cNvPr id="21" name="C2 V1 vowel"/>
          <p:cNvSpPr txBox="1"/>
          <p:nvPr/>
        </p:nvSpPr>
        <p:spPr>
          <a:xfrm>
            <a:off x="7589520" y="18689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6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9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8572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600" dirty="0"/>
          </a:p>
        </p:txBody>
      </p:sp>
      <p:sp>
        <p:nvSpPr>
          <p:cNvPr id="24" name="C5 V2 vowel"/>
          <p:cNvSpPr txBox="1"/>
          <p:nvPr/>
        </p:nvSpPr>
        <p:spPr>
          <a:xfrm>
            <a:off x="6108192" y="18572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46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9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M3 madd"/>
          <p:cNvSpPr txBox="1"/>
          <p:nvPr/>
        </p:nvSpPr>
        <p:spPr>
          <a:xfrm>
            <a:off x="4626864" y="197700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300" dirty="0"/>
          </a:p>
        </p:txBody>
      </p:sp>
      <p:sp>
        <p:nvSpPr>
          <p:cNvPr id="27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9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9 L4 letter"/>
          <p:cNvSpPr txBox="1"/>
          <p:nvPr/>
        </p:nvSpPr>
        <p:spPr>
          <a:xfrm>
            <a:off x="3145536" y="19690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600" dirty="0"/>
          </a:p>
        </p:txBody>
      </p:sp>
      <p:sp>
        <p:nvSpPr>
          <p:cNvPr id="30" name="C10 V4 vowel"/>
          <p:cNvSpPr txBox="1"/>
          <p:nvPr/>
        </p:nvSpPr>
        <p:spPr>
          <a:xfrm>
            <a:off x="3145536" y="19690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600" dirty="0"/>
          </a:p>
        </p:txBody>
      </p:sp>
      <p:sp>
        <p:nvSpPr>
          <p:cNvPr id="31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33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2 R result"/>
          <p:cNvSpPr txBox="1"/>
          <p:nvPr/>
        </p:nvSpPr>
        <p:spPr>
          <a:xfrm>
            <a:off x="384048" y="1660500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بَوَاتَ</a:t>
            </a:r>
            <a:endParaRPr lang="ar-SA" sz="68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C5F7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CFD8"/>
          </a:solidFill>
          <a:ln w="12700">
            <a:solidFill>
              <a:srgbClr val="64CF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C5"/>
          </a:solidFill>
          <a:ln w="12700">
            <a:solidFill>
              <a:srgbClr val="47D1C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6855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4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96855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4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6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86154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4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86154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44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6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97624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1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6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99928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4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99928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4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5B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70799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تَوَاثَ</a:t>
            </a:r>
            <a:endParaRPr lang="ar-SA" sz="68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4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99928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400" dirty="0"/>
          </a:p>
        </p:txBody>
      </p:sp>
      <p:sp>
        <p:nvSpPr>
          <p:cNvPr id="17" name="C2 V1 vowel"/>
          <p:cNvSpPr txBox="1"/>
          <p:nvPr/>
        </p:nvSpPr>
        <p:spPr>
          <a:xfrm>
            <a:off x="7589520" y="199928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4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E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86154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400" dirty="0"/>
          </a:p>
        </p:txBody>
      </p:sp>
      <p:sp>
        <p:nvSpPr>
          <p:cNvPr id="20" name="C5 V2 vowel"/>
          <p:cNvSpPr txBox="1"/>
          <p:nvPr/>
        </p:nvSpPr>
        <p:spPr>
          <a:xfrm>
            <a:off x="6108192" y="186154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44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E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4626864" y="197624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100" dirty="0"/>
          </a:p>
        </p:txBody>
      </p:sp>
      <p:sp>
        <p:nvSpPr>
          <p:cNvPr id="23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E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L4 letter"/>
          <p:cNvSpPr txBox="1"/>
          <p:nvPr/>
        </p:nvSpPr>
        <p:spPr>
          <a:xfrm>
            <a:off x="3145536" y="18417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400" dirty="0"/>
          </a:p>
        </p:txBody>
      </p:sp>
      <p:sp>
        <p:nvSpPr>
          <p:cNvPr id="26" name="C10 V4 vowel"/>
          <p:cNvSpPr txBox="1"/>
          <p:nvPr/>
        </p:nvSpPr>
        <p:spPr>
          <a:xfrm>
            <a:off x="3145536" y="18417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400" dirty="0"/>
          </a:p>
        </p:txBody>
      </p:sp>
      <p:sp>
        <p:nvSpPr>
          <p:cNvPr id="27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8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2 R result"/>
          <p:cNvSpPr txBox="1"/>
          <p:nvPr/>
        </p:nvSpPr>
        <p:spPr>
          <a:xfrm>
            <a:off x="384048" y="169397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ثَوَاجَ</a:t>
            </a:r>
            <a:endParaRPr lang="ar-SA" sz="61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37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39642B"/>
          </a:solidFill>
          <a:ln w="12700">
            <a:solidFill>
              <a:srgbClr val="39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45"/>
          </a:solidFill>
          <a:ln w="12700">
            <a:solidFill>
              <a:srgbClr val="34794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8417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400" dirty="0"/>
          </a:p>
        </p:txBody>
      </p:sp>
      <p:sp>
        <p:nvSpPr>
          <p:cNvPr id="18" name="C2 V1 vowel"/>
          <p:cNvSpPr txBox="1"/>
          <p:nvPr/>
        </p:nvSpPr>
        <p:spPr>
          <a:xfrm>
            <a:off x="7589520" y="18417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4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52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86154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400" dirty="0"/>
          </a:p>
        </p:txBody>
      </p:sp>
      <p:sp>
        <p:nvSpPr>
          <p:cNvPr id="21" name="C5 V2 vowel"/>
          <p:cNvSpPr txBox="1"/>
          <p:nvPr/>
        </p:nvSpPr>
        <p:spPr>
          <a:xfrm>
            <a:off x="6108192" y="186154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44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52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M3 madd"/>
          <p:cNvSpPr txBox="1"/>
          <p:nvPr/>
        </p:nvSpPr>
        <p:spPr>
          <a:xfrm>
            <a:off x="4626864" y="197624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100" dirty="0"/>
          </a:p>
        </p:txBody>
      </p:sp>
      <p:sp>
        <p:nvSpPr>
          <p:cNvPr id="24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52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9 L4 letter"/>
          <p:cNvSpPr txBox="1"/>
          <p:nvPr/>
        </p:nvSpPr>
        <p:spPr>
          <a:xfrm>
            <a:off x="3145536" y="18417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400" dirty="0"/>
          </a:p>
        </p:txBody>
      </p:sp>
      <p:sp>
        <p:nvSpPr>
          <p:cNvPr id="27" name="C10 V4 vowel"/>
          <p:cNvSpPr txBox="1"/>
          <p:nvPr/>
        </p:nvSpPr>
        <p:spPr>
          <a:xfrm>
            <a:off x="3145536" y="18417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4400" dirty="0"/>
          </a:p>
        </p:txBody>
      </p:sp>
      <p:sp>
        <p:nvSpPr>
          <p:cNvPr id="28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AC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2 R result"/>
          <p:cNvSpPr txBox="1"/>
          <p:nvPr/>
        </p:nvSpPr>
        <p:spPr>
          <a:xfrm>
            <a:off x="384048" y="1584071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جَوَاحَ</a:t>
            </a:r>
            <a:endParaRPr lang="ar-SA" sz="71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C5D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C25C"/>
          </a:solidFill>
          <a:ln w="12700">
            <a:solidFill>
              <a:srgbClr val="D6C2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BF33"/>
          </a:solidFill>
          <a:ln w="12700">
            <a:solidFill>
              <a:srgbClr val="CCBF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547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39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8547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39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8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87236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39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87236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39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8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97396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5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8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904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9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904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39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9B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650683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حَوَاخَ</a:t>
            </a:r>
            <a:endParaRPr lang="ar-SA" sz="65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7C5C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A6"/>
          </a:solidFill>
          <a:ln w="12700">
            <a:solidFill>
              <a:srgbClr val="ED5EA6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904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900" dirty="0"/>
          </a:p>
        </p:txBody>
      </p:sp>
      <p:sp>
        <p:nvSpPr>
          <p:cNvPr id="24" name="C2 V1 vowel"/>
          <p:cNvSpPr txBox="1"/>
          <p:nvPr/>
        </p:nvSpPr>
        <p:spPr>
          <a:xfrm>
            <a:off x="7589520" y="1904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39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B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87236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3900" dirty="0"/>
          </a:p>
        </p:txBody>
      </p:sp>
      <p:sp>
        <p:nvSpPr>
          <p:cNvPr id="27" name="C5 V2 vowel"/>
          <p:cNvSpPr txBox="1"/>
          <p:nvPr/>
        </p:nvSpPr>
        <p:spPr>
          <a:xfrm>
            <a:off x="6108192" y="187236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39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B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M3 madd"/>
          <p:cNvSpPr txBox="1"/>
          <p:nvPr/>
        </p:nvSpPr>
        <p:spPr>
          <a:xfrm>
            <a:off x="4626864" y="197396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500" dirty="0"/>
          </a:p>
        </p:txBody>
      </p:sp>
      <p:sp>
        <p:nvSpPr>
          <p:cNvPr id="30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B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9 L4 letter"/>
          <p:cNvSpPr txBox="1"/>
          <p:nvPr/>
        </p:nvSpPr>
        <p:spPr>
          <a:xfrm>
            <a:off x="3145536" y="195904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3900" dirty="0"/>
          </a:p>
        </p:txBody>
      </p:sp>
      <p:sp>
        <p:nvSpPr>
          <p:cNvPr id="33" name="C10 V4 vowel"/>
          <p:cNvSpPr txBox="1"/>
          <p:nvPr/>
        </p:nvSpPr>
        <p:spPr>
          <a:xfrm>
            <a:off x="3145536" y="195904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3900" dirty="0"/>
          </a:p>
        </p:txBody>
      </p:sp>
      <p:sp>
        <p:nvSpPr>
          <p:cNvPr id="34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73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2 R result"/>
          <p:cNvSpPr txBox="1"/>
          <p:nvPr/>
        </p:nvSpPr>
        <p:spPr>
          <a:xfrm>
            <a:off x="384048" y="167751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خَوَادَ</a:t>
            </a:r>
            <a:endParaRPr lang="ar-SA" sz="76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1443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AA"/>
          </a:solidFill>
          <a:ln w="12700">
            <a:solidFill>
              <a:srgbClr val="52E0AA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E6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CE"/>
          </a:solidFill>
          <a:ln w="12700">
            <a:solidFill>
              <a:srgbClr val="DB70CE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6347"/>
          </a:solidFill>
          <a:ln w="12700">
            <a:solidFill>
              <a:srgbClr val="8563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9597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200" dirty="0"/>
          </a:p>
        </p:txBody>
      </p:sp>
      <p:sp>
        <p:nvSpPr>
          <p:cNvPr id="21" name="C2 V1 vowel"/>
          <p:cNvSpPr txBox="1"/>
          <p:nvPr/>
        </p:nvSpPr>
        <p:spPr>
          <a:xfrm>
            <a:off x="7589520" y="19597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52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C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84421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200" dirty="0"/>
          </a:p>
        </p:txBody>
      </p:sp>
      <p:sp>
        <p:nvSpPr>
          <p:cNvPr id="24" name="C5 V2 vowel"/>
          <p:cNvSpPr txBox="1"/>
          <p:nvPr/>
        </p:nvSpPr>
        <p:spPr>
          <a:xfrm>
            <a:off x="6108192" y="184421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52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C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M3 madd"/>
          <p:cNvSpPr txBox="1"/>
          <p:nvPr/>
        </p:nvSpPr>
        <p:spPr>
          <a:xfrm>
            <a:off x="4626864" y="197967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000" dirty="0"/>
          </a:p>
        </p:txBody>
      </p:sp>
      <p:sp>
        <p:nvSpPr>
          <p:cNvPr id="27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C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9 L4 letter"/>
          <p:cNvSpPr txBox="1"/>
          <p:nvPr/>
        </p:nvSpPr>
        <p:spPr>
          <a:xfrm>
            <a:off x="3145536" y="20264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5200" dirty="0"/>
          </a:p>
        </p:txBody>
      </p:sp>
      <p:sp>
        <p:nvSpPr>
          <p:cNvPr id="30" name="C10 V4 vowel"/>
          <p:cNvSpPr txBox="1"/>
          <p:nvPr/>
        </p:nvSpPr>
        <p:spPr>
          <a:xfrm>
            <a:off x="3145536" y="20264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5200" dirty="0"/>
          </a:p>
        </p:txBody>
      </p:sp>
      <p:sp>
        <p:nvSpPr>
          <p:cNvPr id="31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4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2 R result"/>
          <p:cNvSpPr txBox="1"/>
          <p:nvPr/>
        </p:nvSpPr>
        <p:spPr>
          <a:xfrm>
            <a:off x="384048" y="172891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دَوَاذَ</a:t>
            </a:r>
            <a:endParaRPr lang="ar-SA" sz="70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DA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C464D8"/>
          </a:solidFill>
          <a:ln w="12700">
            <a:solidFill>
              <a:srgbClr val="C4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A347D1"/>
          </a:solidFill>
          <a:ln w="12700">
            <a:solidFill>
              <a:srgbClr val="A3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20264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52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20264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52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8F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84421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2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84421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52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8F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97967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0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8F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84884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2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84884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52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3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72891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ذَوَارَ</a:t>
            </a:r>
            <a:endParaRPr lang="ar-SA" sz="70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7E8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86129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600" dirty="0"/>
          </a:p>
        </p:txBody>
      </p:sp>
      <p:sp>
        <p:nvSpPr>
          <p:cNvPr id="17" name="C2 V1 vowel"/>
          <p:cNvSpPr txBox="1"/>
          <p:nvPr/>
        </p:nvSpPr>
        <p:spPr>
          <a:xfrm>
            <a:off x="7589520" y="186129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46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5B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8572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600" dirty="0"/>
          </a:p>
        </p:txBody>
      </p:sp>
      <p:sp>
        <p:nvSpPr>
          <p:cNvPr id="20" name="C5 V2 vowel"/>
          <p:cNvSpPr txBox="1"/>
          <p:nvPr/>
        </p:nvSpPr>
        <p:spPr>
          <a:xfrm>
            <a:off x="6108192" y="18572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46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5B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4626864" y="197700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300" dirty="0"/>
          </a:p>
        </p:txBody>
      </p:sp>
      <p:sp>
        <p:nvSpPr>
          <p:cNvPr id="23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5B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L4 letter"/>
          <p:cNvSpPr txBox="1"/>
          <p:nvPr/>
        </p:nvSpPr>
        <p:spPr>
          <a:xfrm>
            <a:off x="3145536" y="19203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600" dirty="0"/>
          </a:p>
        </p:txBody>
      </p:sp>
      <p:sp>
        <p:nvSpPr>
          <p:cNvPr id="26" name="C10 V4 vowel"/>
          <p:cNvSpPr txBox="1"/>
          <p:nvPr/>
        </p:nvSpPr>
        <p:spPr>
          <a:xfrm>
            <a:off x="3145536" y="19203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4600" dirty="0"/>
          </a:p>
        </p:txBody>
      </p:sp>
      <p:sp>
        <p:nvSpPr>
          <p:cNvPr id="27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61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2 R result"/>
          <p:cNvSpPr txBox="1"/>
          <p:nvPr/>
        </p:nvSpPr>
        <p:spPr>
          <a:xfrm>
            <a:off x="384048" y="167703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رَوَازَ</a:t>
            </a:r>
            <a:endParaRPr lang="ar-SA" sz="76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1443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4864"/>
          </a:solidFill>
          <a:ln w="12700">
            <a:solidFill>
              <a:srgbClr val="2B48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3479"/>
          </a:solidFill>
          <a:ln w="12700">
            <a:solidFill>
              <a:srgbClr val="34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92427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100" dirty="0"/>
          </a:p>
        </p:txBody>
      </p:sp>
      <p:sp>
        <p:nvSpPr>
          <p:cNvPr id="18" name="C2 V1 vowel"/>
          <p:cNvSpPr txBox="1"/>
          <p:nvPr/>
        </p:nvSpPr>
        <p:spPr>
          <a:xfrm>
            <a:off x="7589520" y="192427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41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2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86803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100" dirty="0"/>
          </a:p>
        </p:txBody>
      </p:sp>
      <p:sp>
        <p:nvSpPr>
          <p:cNvPr id="21" name="C5 V2 vowel"/>
          <p:cNvSpPr txBox="1"/>
          <p:nvPr/>
        </p:nvSpPr>
        <p:spPr>
          <a:xfrm>
            <a:off x="6108192" y="186803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41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2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M3 madd"/>
          <p:cNvSpPr txBox="1"/>
          <p:nvPr/>
        </p:nvSpPr>
        <p:spPr>
          <a:xfrm>
            <a:off x="4626864" y="197472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700" dirty="0"/>
          </a:p>
        </p:txBody>
      </p:sp>
      <p:sp>
        <p:nvSpPr>
          <p:cNvPr id="24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2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9 L4 letter"/>
          <p:cNvSpPr txBox="1"/>
          <p:nvPr/>
        </p:nvSpPr>
        <p:spPr>
          <a:xfrm>
            <a:off x="3145536" y="186673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100" dirty="0"/>
          </a:p>
        </p:txBody>
      </p:sp>
      <p:sp>
        <p:nvSpPr>
          <p:cNvPr id="27" name="C10 V4 vowel"/>
          <p:cNvSpPr txBox="1"/>
          <p:nvPr/>
        </p:nvSpPr>
        <p:spPr>
          <a:xfrm>
            <a:off x="3145536" y="186673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4100" dirty="0"/>
          </a:p>
        </p:txBody>
      </p:sp>
      <p:sp>
        <p:nvSpPr>
          <p:cNvPr id="28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89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2 R result"/>
          <p:cNvSpPr txBox="1"/>
          <p:nvPr/>
        </p:nvSpPr>
        <p:spPr>
          <a:xfrm>
            <a:off x="384048" y="1692910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زَوَاسَ</a:t>
            </a:r>
            <a:endParaRPr lang="ar-SA" sz="56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7C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85"/>
          </a:solidFill>
          <a:ln w="12700">
            <a:solidFill>
              <a:srgbClr val="5CD685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73"/>
          </a:solidFill>
          <a:ln w="12700">
            <a:solidFill>
              <a:srgbClr val="33CC7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777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36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8777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36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5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87886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36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87886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36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5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97243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1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5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9490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6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9490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36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B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726349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سَوَاشَ</a:t>
            </a:r>
            <a:endParaRPr lang="ar-SA" sz="51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DA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CAED5E"/>
          </a:solidFill>
          <a:ln w="12700">
            <a:solidFill>
              <a:srgbClr val="CA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9490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600" dirty="0"/>
          </a:p>
        </p:txBody>
      </p:sp>
      <p:sp>
        <p:nvSpPr>
          <p:cNvPr id="24" name="C2 V1 vowel"/>
          <p:cNvSpPr txBox="1"/>
          <p:nvPr/>
        </p:nvSpPr>
        <p:spPr>
          <a:xfrm>
            <a:off x="7589520" y="19490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36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8E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87886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3600" dirty="0"/>
          </a:p>
        </p:txBody>
      </p:sp>
      <p:sp>
        <p:nvSpPr>
          <p:cNvPr id="27" name="C5 V2 vowel"/>
          <p:cNvSpPr txBox="1"/>
          <p:nvPr/>
        </p:nvSpPr>
        <p:spPr>
          <a:xfrm>
            <a:off x="6108192" y="187886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36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8E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M3 madd"/>
          <p:cNvSpPr txBox="1"/>
          <p:nvPr/>
        </p:nvSpPr>
        <p:spPr>
          <a:xfrm>
            <a:off x="4626864" y="197243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100" dirty="0"/>
          </a:p>
        </p:txBody>
      </p:sp>
      <p:sp>
        <p:nvSpPr>
          <p:cNvPr id="30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8E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9 L4 letter"/>
          <p:cNvSpPr txBox="1"/>
          <p:nvPr/>
        </p:nvSpPr>
        <p:spPr>
          <a:xfrm>
            <a:off x="3145536" y="188732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600" dirty="0"/>
          </a:p>
        </p:txBody>
      </p:sp>
      <p:sp>
        <p:nvSpPr>
          <p:cNvPr id="33" name="C10 V4 vowel"/>
          <p:cNvSpPr txBox="1"/>
          <p:nvPr/>
        </p:nvSpPr>
        <p:spPr>
          <a:xfrm>
            <a:off x="3145536" y="188732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3600" dirty="0"/>
          </a:p>
        </p:txBody>
      </p:sp>
      <p:sp>
        <p:nvSpPr>
          <p:cNvPr id="34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2 R result"/>
          <p:cNvSpPr txBox="1"/>
          <p:nvPr/>
        </p:nvSpPr>
        <p:spPr>
          <a:xfrm>
            <a:off x="384048" y="1726349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شَوَاصَ</a:t>
            </a:r>
            <a:endParaRPr lang="ar-SA" sz="51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141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8752E0"/>
          </a:solidFill>
          <a:ln w="12700">
            <a:solidFill>
              <a:srgbClr val="87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E5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CE70"/>
          </a:solidFill>
          <a:ln w="12700">
            <a:solidFill>
              <a:srgbClr val="DBCE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54"/>
          </a:solidFill>
          <a:ln w="12700">
            <a:solidFill>
              <a:srgbClr val="478554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88925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500" dirty="0"/>
          </a:p>
        </p:txBody>
      </p:sp>
      <p:sp>
        <p:nvSpPr>
          <p:cNvPr id="21" name="C2 V1 vowel"/>
          <p:cNvSpPr txBox="1"/>
          <p:nvPr/>
        </p:nvSpPr>
        <p:spPr>
          <a:xfrm>
            <a:off x="7589520" y="188925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35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C2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88102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3500" dirty="0"/>
          </a:p>
        </p:txBody>
      </p:sp>
      <p:sp>
        <p:nvSpPr>
          <p:cNvPr id="24" name="C5 V2 vowel"/>
          <p:cNvSpPr txBox="1"/>
          <p:nvPr/>
        </p:nvSpPr>
        <p:spPr>
          <a:xfrm>
            <a:off x="6108192" y="188102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35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C2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M3 madd"/>
          <p:cNvSpPr txBox="1"/>
          <p:nvPr/>
        </p:nvSpPr>
        <p:spPr>
          <a:xfrm>
            <a:off x="4626864" y="19720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000" dirty="0"/>
          </a:p>
        </p:txBody>
      </p:sp>
      <p:sp>
        <p:nvSpPr>
          <p:cNvPr id="27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C2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9 L4 letter"/>
          <p:cNvSpPr txBox="1"/>
          <p:nvPr/>
        </p:nvSpPr>
        <p:spPr>
          <a:xfrm>
            <a:off x="3145536" y="193414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500" dirty="0"/>
          </a:p>
        </p:txBody>
      </p:sp>
      <p:sp>
        <p:nvSpPr>
          <p:cNvPr id="30" name="C10 V4 vowel"/>
          <p:cNvSpPr txBox="1"/>
          <p:nvPr/>
        </p:nvSpPr>
        <p:spPr>
          <a:xfrm>
            <a:off x="3145536" y="193414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3500" dirty="0"/>
          </a:p>
        </p:txBody>
      </p:sp>
      <p:sp>
        <p:nvSpPr>
          <p:cNvPr id="31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6D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2 R result"/>
          <p:cNvSpPr txBox="1"/>
          <p:nvPr/>
        </p:nvSpPr>
        <p:spPr>
          <a:xfrm>
            <a:off x="384048" y="1705623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صَوَاضَ</a:t>
            </a:r>
            <a:endParaRPr lang="ar-SA" sz="49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7CD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A764"/>
          </a:solidFill>
          <a:ln w="12700">
            <a:solidFill>
              <a:srgbClr val="D8A7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8047"/>
          </a:solidFill>
          <a:ln w="12700">
            <a:solidFill>
              <a:srgbClr val="D180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3414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5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93414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35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B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88102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35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88102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35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B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9720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0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B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200342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35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200342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35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45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729893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ضَوَاطَ</a:t>
            </a:r>
            <a:endParaRPr lang="ar-SA" sz="58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C5F7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20180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4600" dirty="0"/>
          </a:p>
        </p:txBody>
      </p:sp>
      <p:sp>
        <p:nvSpPr>
          <p:cNvPr id="17" name="C2 V1 vowel"/>
          <p:cNvSpPr txBox="1"/>
          <p:nvPr/>
        </p:nvSpPr>
        <p:spPr>
          <a:xfrm>
            <a:off x="7589520" y="20180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46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8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8572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600" dirty="0"/>
          </a:p>
        </p:txBody>
      </p:sp>
      <p:sp>
        <p:nvSpPr>
          <p:cNvPr id="20" name="C5 V2 vowel"/>
          <p:cNvSpPr txBox="1"/>
          <p:nvPr/>
        </p:nvSpPr>
        <p:spPr>
          <a:xfrm>
            <a:off x="6108192" y="18572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46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8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4626864" y="197700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300" dirty="0"/>
          </a:p>
        </p:txBody>
      </p:sp>
      <p:sp>
        <p:nvSpPr>
          <p:cNvPr id="23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8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L4 letter"/>
          <p:cNvSpPr txBox="1"/>
          <p:nvPr/>
        </p:nvSpPr>
        <p:spPr>
          <a:xfrm>
            <a:off x="3145536" y="20180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4600" dirty="0"/>
          </a:p>
        </p:txBody>
      </p:sp>
      <p:sp>
        <p:nvSpPr>
          <p:cNvPr id="26" name="C10 V4 vowel"/>
          <p:cNvSpPr txBox="1"/>
          <p:nvPr/>
        </p:nvSpPr>
        <p:spPr>
          <a:xfrm>
            <a:off x="3145536" y="20180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4600" dirty="0"/>
          </a:p>
        </p:txBody>
      </p:sp>
      <p:sp>
        <p:nvSpPr>
          <p:cNvPr id="27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3F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2 R result"/>
          <p:cNvSpPr txBox="1"/>
          <p:nvPr/>
        </p:nvSpPr>
        <p:spPr>
          <a:xfrm>
            <a:off x="384048" y="172976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طَوَاظَ</a:t>
            </a:r>
            <a:endParaRPr lang="ar-SA" sz="59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37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56"/>
          </a:solidFill>
          <a:ln w="12700">
            <a:solidFill>
              <a:srgbClr val="642B56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46"/>
          </a:solidFill>
          <a:ln w="12700">
            <a:solidFill>
              <a:srgbClr val="793446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20127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4200" dirty="0"/>
          </a:p>
        </p:txBody>
      </p:sp>
      <p:sp>
        <p:nvSpPr>
          <p:cNvPr id="18" name="C2 V1 vowel"/>
          <p:cNvSpPr txBox="1"/>
          <p:nvPr/>
        </p:nvSpPr>
        <p:spPr>
          <a:xfrm>
            <a:off x="7589520" y="20127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42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5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86587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200" dirty="0"/>
          </a:p>
        </p:txBody>
      </p:sp>
      <p:sp>
        <p:nvSpPr>
          <p:cNvPr id="21" name="C5 V2 vowel"/>
          <p:cNvSpPr txBox="1"/>
          <p:nvPr/>
        </p:nvSpPr>
        <p:spPr>
          <a:xfrm>
            <a:off x="6108192" y="186587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42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5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M3 madd"/>
          <p:cNvSpPr txBox="1"/>
          <p:nvPr/>
        </p:nvSpPr>
        <p:spPr>
          <a:xfrm>
            <a:off x="4626864" y="19751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800" dirty="0"/>
          </a:p>
        </p:txBody>
      </p:sp>
      <p:sp>
        <p:nvSpPr>
          <p:cNvPr id="24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5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9 L4 letter"/>
          <p:cNvSpPr txBox="1"/>
          <p:nvPr/>
        </p:nvSpPr>
        <p:spPr>
          <a:xfrm>
            <a:off x="3145536" y="186907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200" dirty="0"/>
          </a:p>
        </p:txBody>
      </p:sp>
      <p:sp>
        <p:nvSpPr>
          <p:cNvPr id="27" name="C10 V4 vowel"/>
          <p:cNvSpPr txBox="1"/>
          <p:nvPr/>
        </p:nvSpPr>
        <p:spPr>
          <a:xfrm>
            <a:off x="3145536" y="186907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4200" dirty="0"/>
          </a:p>
        </p:txBody>
      </p:sp>
      <p:sp>
        <p:nvSpPr>
          <p:cNvPr id="28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6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2 R result"/>
          <p:cNvSpPr txBox="1"/>
          <p:nvPr/>
        </p:nvSpPr>
        <p:spPr>
          <a:xfrm>
            <a:off x="384048" y="1668161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ظَوَاعَ</a:t>
            </a:r>
            <a:endParaRPr lang="ar-SA" sz="64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5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855CD6"/>
          </a:solidFill>
          <a:ln w="12700">
            <a:solidFill>
              <a:srgbClr val="85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7333CC"/>
          </a:solidFill>
          <a:ln w="12700">
            <a:solidFill>
              <a:srgbClr val="73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795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37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8795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37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D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87669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37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87669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37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D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97319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3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D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9269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37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9269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37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8F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687360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عَوَاغَ</a:t>
            </a:r>
            <a:endParaRPr lang="ar-SA" sz="62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C5E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8C53C6"/>
          </a:solidFill>
          <a:ln w="12700">
            <a:solidFill>
              <a:srgbClr val="8C5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ED"/>
          </a:solidFill>
          <a:ln w="12700">
            <a:solidFill>
              <a:srgbClr val="5EED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9269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3700" dirty="0"/>
          </a:p>
        </p:txBody>
      </p:sp>
      <p:sp>
        <p:nvSpPr>
          <p:cNvPr id="24" name="C2 V1 vowel"/>
          <p:cNvSpPr txBox="1"/>
          <p:nvPr/>
        </p:nvSpPr>
        <p:spPr>
          <a:xfrm>
            <a:off x="7589520" y="19269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37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6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87669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3700" dirty="0"/>
          </a:p>
        </p:txBody>
      </p:sp>
      <p:sp>
        <p:nvSpPr>
          <p:cNvPr id="27" name="C5 V2 vowel"/>
          <p:cNvSpPr txBox="1"/>
          <p:nvPr/>
        </p:nvSpPr>
        <p:spPr>
          <a:xfrm>
            <a:off x="6108192" y="187669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37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6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M3 madd"/>
          <p:cNvSpPr txBox="1"/>
          <p:nvPr/>
        </p:nvSpPr>
        <p:spPr>
          <a:xfrm>
            <a:off x="4626864" y="197319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300" dirty="0"/>
          </a:p>
        </p:txBody>
      </p:sp>
      <p:sp>
        <p:nvSpPr>
          <p:cNvPr id="30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6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9 L4 letter"/>
          <p:cNvSpPr txBox="1"/>
          <p:nvPr/>
        </p:nvSpPr>
        <p:spPr>
          <a:xfrm>
            <a:off x="3145536" y="200968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3700" dirty="0"/>
          </a:p>
        </p:txBody>
      </p:sp>
      <p:sp>
        <p:nvSpPr>
          <p:cNvPr id="33" name="C10 V4 vowel"/>
          <p:cNvSpPr txBox="1"/>
          <p:nvPr/>
        </p:nvSpPr>
        <p:spPr>
          <a:xfrm>
            <a:off x="3145536" y="200968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3700" dirty="0"/>
          </a:p>
        </p:txBody>
      </p:sp>
      <p:sp>
        <p:nvSpPr>
          <p:cNvPr id="34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B7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2 R result"/>
          <p:cNvSpPr txBox="1"/>
          <p:nvPr/>
        </p:nvSpPr>
        <p:spPr>
          <a:xfrm>
            <a:off x="384048" y="1747044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غَوَافَ</a:t>
            </a:r>
            <a:endParaRPr lang="ar-SA" sz="61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4314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6352"/>
          </a:solidFill>
          <a:ln w="12700">
            <a:solidFill>
              <a:srgbClr val="E063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CC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B3"/>
          </a:solidFill>
          <a:ln w="12700">
            <a:solidFill>
              <a:srgbClr val="70DBB3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4A85"/>
          </a:solidFill>
          <a:ln w="12700">
            <a:solidFill>
              <a:srgbClr val="474A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201682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4200" dirty="0"/>
          </a:p>
        </p:txBody>
      </p:sp>
      <p:sp>
        <p:nvSpPr>
          <p:cNvPr id="21" name="C2 V1 vowel"/>
          <p:cNvSpPr txBox="1"/>
          <p:nvPr/>
        </p:nvSpPr>
        <p:spPr>
          <a:xfrm>
            <a:off x="7589520" y="201682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42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9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86587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200" dirty="0"/>
          </a:p>
        </p:txBody>
      </p:sp>
      <p:sp>
        <p:nvSpPr>
          <p:cNvPr id="24" name="C5 V2 vowel"/>
          <p:cNvSpPr txBox="1"/>
          <p:nvPr/>
        </p:nvSpPr>
        <p:spPr>
          <a:xfrm>
            <a:off x="6108192" y="186587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42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9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M3 madd"/>
          <p:cNvSpPr txBox="1"/>
          <p:nvPr/>
        </p:nvSpPr>
        <p:spPr>
          <a:xfrm>
            <a:off x="4626864" y="19751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800" dirty="0"/>
          </a:p>
        </p:txBody>
      </p:sp>
      <p:sp>
        <p:nvSpPr>
          <p:cNvPr id="27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9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9 L4 letter"/>
          <p:cNvSpPr txBox="1"/>
          <p:nvPr/>
        </p:nvSpPr>
        <p:spPr>
          <a:xfrm>
            <a:off x="3145536" y="194881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200" dirty="0"/>
          </a:p>
        </p:txBody>
      </p:sp>
      <p:sp>
        <p:nvSpPr>
          <p:cNvPr id="30" name="C10 V4 vowel"/>
          <p:cNvSpPr txBox="1"/>
          <p:nvPr/>
        </p:nvSpPr>
        <p:spPr>
          <a:xfrm>
            <a:off x="3145536" y="194881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4200" dirty="0"/>
          </a:p>
        </p:txBody>
      </p:sp>
      <p:sp>
        <p:nvSpPr>
          <p:cNvPr id="31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90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2 R result"/>
          <p:cNvSpPr txBox="1"/>
          <p:nvPr/>
        </p:nvSpPr>
        <p:spPr>
          <a:xfrm>
            <a:off x="384048" y="174815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فَوَاقَ</a:t>
            </a:r>
            <a:endParaRPr lang="ar-SA" sz="68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C9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8A"/>
          </a:solidFill>
          <a:ln w="12700">
            <a:solidFill>
              <a:srgbClr val="64D88A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5E"/>
          </a:solidFill>
          <a:ln w="12700">
            <a:solidFill>
              <a:srgbClr val="47D15E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4862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3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94862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43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C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86370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3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86370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43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C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97548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9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C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99135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43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99135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43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6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74815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قَوَاكَ</a:t>
            </a:r>
            <a:endParaRPr lang="ar-SA" sz="68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CF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98974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4100" dirty="0"/>
          </a:p>
        </p:txBody>
      </p:sp>
      <p:sp>
        <p:nvSpPr>
          <p:cNvPr id="17" name="C2 V1 vowel"/>
          <p:cNvSpPr txBox="1"/>
          <p:nvPr/>
        </p:nvSpPr>
        <p:spPr>
          <a:xfrm>
            <a:off x="7589520" y="198974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41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B4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86803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100" dirty="0"/>
          </a:p>
        </p:txBody>
      </p:sp>
      <p:sp>
        <p:nvSpPr>
          <p:cNvPr id="20" name="C5 V2 vowel"/>
          <p:cNvSpPr txBox="1"/>
          <p:nvPr/>
        </p:nvSpPr>
        <p:spPr>
          <a:xfrm>
            <a:off x="6108192" y="186803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41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B4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4626864" y="197472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700" dirty="0"/>
          </a:p>
        </p:txBody>
      </p:sp>
      <p:sp>
        <p:nvSpPr>
          <p:cNvPr id="23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B4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L4 letter"/>
          <p:cNvSpPr txBox="1"/>
          <p:nvPr/>
        </p:nvSpPr>
        <p:spPr>
          <a:xfrm>
            <a:off x="3145536" y="196879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100" dirty="0"/>
          </a:p>
        </p:txBody>
      </p:sp>
      <p:sp>
        <p:nvSpPr>
          <p:cNvPr id="26" name="C10 V4 vowel"/>
          <p:cNvSpPr txBox="1"/>
          <p:nvPr/>
        </p:nvSpPr>
        <p:spPr>
          <a:xfrm>
            <a:off x="3145536" y="196879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4100" dirty="0"/>
          </a:p>
        </p:txBody>
      </p:sp>
      <p:sp>
        <p:nvSpPr>
          <p:cNvPr id="27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3F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2 R result"/>
          <p:cNvSpPr txBox="1"/>
          <p:nvPr/>
        </p:nvSpPr>
        <p:spPr>
          <a:xfrm>
            <a:off x="384048" y="175290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كَوَالَ</a:t>
            </a:r>
            <a:endParaRPr lang="ar-SA" sz="68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432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642B"/>
          </a:solidFill>
          <a:ln w="12700">
            <a:solidFill>
              <a:srgbClr val="64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577934"/>
          </a:solidFill>
          <a:ln w="12700">
            <a:solidFill>
              <a:srgbClr val="57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96879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100" dirty="0"/>
          </a:p>
        </p:txBody>
      </p:sp>
      <p:sp>
        <p:nvSpPr>
          <p:cNvPr id="18" name="C2 V1 vowel"/>
          <p:cNvSpPr txBox="1"/>
          <p:nvPr/>
        </p:nvSpPr>
        <p:spPr>
          <a:xfrm>
            <a:off x="7589520" y="196879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41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8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86803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100" dirty="0"/>
          </a:p>
        </p:txBody>
      </p:sp>
      <p:sp>
        <p:nvSpPr>
          <p:cNvPr id="21" name="C5 V2 vowel"/>
          <p:cNvSpPr txBox="1"/>
          <p:nvPr/>
        </p:nvSpPr>
        <p:spPr>
          <a:xfrm>
            <a:off x="6108192" y="186803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41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8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M3 madd"/>
          <p:cNvSpPr txBox="1"/>
          <p:nvPr/>
        </p:nvSpPr>
        <p:spPr>
          <a:xfrm>
            <a:off x="4626864" y="197472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700" dirty="0"/>
          </a:p>
        </p:txBody>
      </p:sp>
      <p:sp>
        <p:nvSpPr>
          <p:cNvPr id="24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8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9 L4 letter"/>
          <p:cNvSpPr txBox="1"/>
          <p:nvPr/>
        </p:nvSpPr>
        <p:spPr>
          <a:xfrm>
            <a:off x="3145536" y="184070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4100" dirty="0"/>
          </a:p>
        </p:txBody>
      </p:sp>
      <p:sp>
        <p:nvSpPr>
          <p:cNvPr id="27" name="C10 V4 vowel"/>
          <p:cNvSpPr txBox="1"/>
          <p:nvPr/>
        </p:nvSpPr>
        <p:spPr>
          <a:xfrm>
            <a:off x="3145536" y="184070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4100" dirty="0"/>
          </a:p>
        </p:txBody>
      </p:sp>
      <p:sp>
        <p:nvSpPr>
          <p:cNvPr id="28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45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2 R result"/>
          <p:cNvSpPr txBox="1"/>
          <p:nvPr/>
        </p:nvSpPr>
        <p:spPr>
          <a:xfrm>
            <a:off x="384048" y="169320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لَوَامَ</a:t>
            </a:r>
            <a:endParaRPr lang="ar-SA" sz="61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C5F7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70"/>
          </a:solidFill>
          <a:ln w="12700">
            <a:solidFill>
              <a:srgbClr val="D65C70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40"/>
          </a:solidFill>
          <a:ln w="12700">
            <a:solidFill>
              <a:srgbClr val="CC3340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2370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47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82370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47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85504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7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85504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47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97739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90876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47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90876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47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6D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65345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مَوَانَ</a:t>
            </a:r>
            <a:endParaRPr lang="ar-SA" sz="73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7C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C95EED"/>
          </a:solidFill>
          <a:ln w="12700">
            <a:solidFill>
              <a:srgbClr val="C9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90876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4700" dirty="0"/>
          </a:p>
        </p:txBody>
      </p:sp>
      <p:sp>
        <p:nvSpPr>
          <p:cNvPr id="24" name="C2 V1 vowel"/>
          <p:cNvSpPr txBox="1"/>
          <p:nvPr/>
        </p:nvSpPr>
        <p:spPr>
          <a:xfrm>
            <a:off x="7589520" y="190876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47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3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85504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700" dirty="0"/>
          </a:p>
        </p:txBody>
      </p:sp>
      <p:sp>
        <p:nvSpPr>
          <p:cNvPr id="27" name="C5 V2 vowel"/>
          <p:cNvSpPr txBox="1"/>
          <p:nvPr/>
        </p:nvSpPr>
        <p:spPr>
          <a:xfrm>
            <a:off x="6108192" y="185504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47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3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M3 madd"/>
          <p:cNvSpPr txBox="1"/>
          <p:nvPr/>
        </p:nvSpPr>
        <p:spPr>
          <a:xfrm>
            <a:off x="4626864" y="197739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30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3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9 L4 letter"/>
          <p:cNvSpPr txBox="1"/>
          <p:nvPr/>
        </p:nvSpPr>
        <p:spPr>
          <a:xfrm>
            <a:off x="3145536" y="195651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4700" dirty="0"/>
          </a:p>
        </p:txBody>
      </p:sp>
      <p:sp>
        <p:nvSpPr>
          <p:cNvPr id="33" name="C10 V4 vowel"/>
          <p:cNvSpPr txBox="1"/>
          <p:nvPr/>
        </p:nvSpPr>
        <p:spPr>
          <a:xfrm>
            <a:off x="3145536" y="195651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4700" dirty="0"/>
          </a:p>
        </p:txBody>
      </p:sp>
      <p:sp>
        <p:nvSpPr>
          <p:cNvPr id="34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9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2 R result"/>
          <p:cNvSpPr txBox="1"/>
          <p:nvPr/>
        </p:nvSpPr>
        <p:spPr>
          <a:xfrm>
            <a:off x="384048" y="1703984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نَوَاهَ</a:t>
            </a:r>
            <a:endParaRPr lang="ar-SA" sz="73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31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64E052"/>
          </a:solidFill>
          <a:ln w="12700">
            <a:solidFill>
              <a:srgbClr val="64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B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9870DB"/>
          </a:solidFill>
          <a:ln w="12700">
            <a:solidFill>
              <a:srgbClr val="98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59"/>
          </a:solidFill>
          <a:ln w="12700">
            <a:solidFill>
              <a:srgbClr val="854759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95652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4600" dirty="0"/>
          </a:p>
        </p:txBody>
      </p:sp>
      <p:sp>
        <p:nvSpPr>
          <p:cNvPr id="21" name="C2 V1 vowel"/>
          <p:cNvSpPr txBox="1"/>
          <p:nvPr/>
        </p:nvSpPr>
        <p:spPr>
          <a:xfrm>
            <a:off x="7589520" y="195652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46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6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8572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600" dirty="0"/>
          </a:p>
        </p:txBody>
      </p:sp>
      <p:sp>
        <p:nvSpPr>
          <p:cNvPr id="24" name="C5 V2 vowel"/>
          <p:cNvSpPr txBox="1"/>
          <p:nvPr/>
        </p:nvSpPr>
        <p:spPr>
          <a:xfrm>
            <a:off x="6108192" y="18572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46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6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M3 madd"/>
          <p:cNvSpPr txBox="1"/>
          <p:nvPr/>
        </p:nvSpPr>
        <p:spPr>
          <a:xfrm>
            <a:off x="4626864" y="197700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300" dirty="0"/>
          </a:p>
        </p:txBody>
      </p:sp>
      <p:sp>
        <p:nvSpPr>
          <p:cNvPr id="27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6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9 L4 letter"/>
          <p:cNvSpPr txBox="1"/>
          <p:nvPr/>
        </p:nvSpPr>
        <p:spPr>
          <a:xfrm>
            <a:off x="3145536" y="208810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600" dirty="0"/>
          </a:p>
        </p:txBody>
      </p:sp>
      <p:sp>
        <p:nvSpPr>
          <p:cNvPr id="30" name="C10 V4 vowel"/>
          <p:cNvSpPr txBox="1"/>
          <p:nvPr/>
        </p:nvSpPr>
        <p:spPr>
          <a:xfrm>
            <a:off x="3145536" y="208810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4600" dirty="0"/>
          </a:p>
        </p:txBody>
      </p:sp>
      <p:sp>
        <p:nvSpPr>
          <p:cNvPr id="31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2 R result"/>
          <p:cNvSpPr txBox="1"/>
          <p:nvPr/>
        </p:nvSpPr>
        <p:spPr>
          <a:xfrm>
            <a:off x="384048" y="181461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هَوَاأَ</a:t>
            </a:r>
            <a:endParaRPr lang="ar-SA" sz="61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C5D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E64D8"/>
          </a:solidFill>
          <a:ln w="12700">
            <a:solidFill>
              <a:srgbClr val="6E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53D1"/>
          </a:solidFill>
          <a:ln w="12700">
            <a:solidFill>
              <a:srgbClr val="4753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20486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53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20486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53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9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7826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3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7826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53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9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92062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1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A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73457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أَوَا</a:t>
            </a:r>
            <a:endParaRPr lang="ar-SA" sz="70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7C5C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CC66"/>
          </a:solidFill>
          <a:ln w="12700">
            <a:solidFill>
              <a:srgbClr val="AA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BF40"/>
          </a:solidFill>
          <a:ln w="12700">
            <a:solidFill>
              <a:srgbClr val="6A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7961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3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7961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53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D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7826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300" dirty="0"/>
          </a:p>
        </p:txBody>
      </p:sp>
      <p:sp>
        <p:nvSpPr>
          <p:cNvPr id="19" name="C5 V2 vowel"/>
          <p:cNvSpPr txBox="1"/>
          <p:nvPr/>
        </p:nvSpPr>
        <p:spPr>
          <a:xfrm>
            <a:off x="5486400" y="17826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53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D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3703320" y="192062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100" dirty="0"/>
          </a:p>
        </p:txBody>
      </p:sp>
      <p:sp>
        <p:nvSpPr>
          <p:cNvPr id="22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62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53733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بَوَا</a:t>
            </a:r>
            <a:endParaRPr lang="ar-SA" sz="90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1443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56"/>
          </a:solidFill>
          <a:ln w="12700">
            <a:solidFill>
              <a:srgbClr val="2B6456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6879"/>
          </a:solidFill>
          <a:ln w="12700">
            <a:solidFill>
              <a:srgbClr val="3468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9117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4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9117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54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A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7804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400" dirty="0"/>
          </a:p>
        </p:txBody>
      </p:sp>
      <p:sp>
        <p:nvSpPr>
          <p:cNvPr id="20" name="C5 V2 vowel"/>
          <p:cNvSpPr txBox="1"/>
          <p:nvPr/>
        </p:nvSpPr>
        <p:spPr>
          <a:xfrm>
            <a:off x="5486400" y="17804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54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A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3703320" y="192100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200" dirty="0"/>
          </a:p>
        </p:txBody>
      </p:sp>
      <p:sp>
        <p:nvSpPr>
          <p:cNvPr id="23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60751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تَوَا</a:t>
            </a:r>
            <a:endParaRPr lang="ar-SA" sz="84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E0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70D65C"/>
          </a:solidFill>
          <a:ln w="12700">
            <a:solidFill>
              <a:srgbClr val="70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40CC33"/>
          </a:solidFill>
          <a:ln w="12700">
            <a:solidFill>
              <a:srgbClr val="40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456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0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9456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5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7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78911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0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78911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5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7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91909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7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66474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ثَوَا</a:t>
            </a:r>
            <a:endParaRPr lang="ar-SA" sz="78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7EE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C68C"/>
          </a:solidFill>
          <a:ln w="12700">
            <a:solidFill>
              <a:srgbClr val="53C68C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A65E"/>
          </a:solidFill>
          <a:ln w="12700">
            <a:solidFill>
              <a:srgbClr val="EDA6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1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1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44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7869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100" dirty="0"/>
          </a:p>
        </p:txBody>
      </p:sp>
      <p:sp>
        <p:nvSpPr>
          <p:cNvPr id="26" name="C5 V2 vowel"/>
          <p:cNvSpPr txBox="1"/>
          <p:nvPr/>
        </p:nvSpPr>
        <p:spPr>
          <a:xfrm>
            <a:off x="5486400" y="17869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51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44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M3 madd"/>
          <p:cNvSpPr txBox="1"/>
          <p:nvPr/>
        </p:nvSpPr>
        <p:spPr>
          <a:xfrm>
            <a:off x="3703320" y="191985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900" dirty="0"/>
          </a:p>
        </p:txBody>
      </p:sp>
      <p:sp>
        <p:nvSpPr>
          <p:cNvPr id="29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3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53733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جَوَا</a:t>
            </a:r>
            <a:endParaRPr lang="ar-SA" sz="90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143D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87E0"/>
          </a:solidFill>
          <a:ln w="12700">
            <a:solidFill>
              <a:srgbClr val="5287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99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E70"/>
          </a:solidFill>
          <a:ln w="12700">
            <a:solidFill>
              <a:srgbClr val="DB7E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698547"/>
          </a:solidFill>
          <a:ln w="12700">
            <a:solidFill>
              <a:srgbClr val="69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1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1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3C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7869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100" dirty="0"/>
          </a:p>
        </p:txBody>
      </p:sp>
      <p:sp>
        <p:nvSpPr>
          <p:cNvPr id="23" name="C5 V2 vowel"/>
          <p:cNvSpPr txBox="1"/>
          <p:nvPr/>
        </p:nvSpPr>
        <p:spPr>
          <a:xfrm>
            <a:off x="5486400" y="17869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51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3C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M3 madd"/>
          <p:cNvSpPr txBox="1"/>
          <p:nvPr/>
        </p:nvSpPr>
        <p:spPr>
          <a:xfrm>
            <a:off x="3703320" y="191985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900" dirty="0"/>
          </a:p>
        </p:txBody>
      </p:sp>
      <p:sp>
        <p:nvSpPr>
          <p:cNvPr id="26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9B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53733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حَوَا</a:t>
            </a:r>
            <a:endParaRPr lang="ar-SA" sz="90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7C5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77"/>
          </a:solidFill>
          <a:ln w="12700">
            <a:solidFill>
              <a:srgbClr val="D86477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75"/>
          </a:solidFill>
          <a:ln w="12700">
            <a:solidFill>
              <a:srgbClr val="D1477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5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45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7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7999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5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7999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45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7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91719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2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AC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57662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خَوَا</a:t>
            </a:r>
            <a:endParaRPr lang="ar-SA" sz="88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D4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AACC"/>
          </a:solidFill>
          <a:ln w="12700">
            <a:solidFill>
              <a:srgbClr val="66AA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6ABF"/>
          </a:solidFill>
          <a:ln w="12700">
            <a:solidFill>
              <a:srgbClr val="406A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90086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1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90086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61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A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7652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6100" dirty="0"/>
          </a:p>
        </p:txBody>
      </p:sp>
      <p:sp>
        <p:nvSpPr>
          <p:cNvPr id="19" name="C5 V2 vowel"/>
          <p:cNvSpPr txBox="1"/>
          <p:nvPr/>
        </p:nvSpPr>
        <p:spPr>
          <a:xfrm>
            <a:off x="5486400" y="17652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61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A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3703320" y="192405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000" dirty="0"/>
          </a:p>
        </p:txBody>
      </p:sp>
      <p:sp>
        <p:nvSpPr>
          <p:cNvPr id="22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8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53733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دَوَا</a:t>
            </a:r>
            <a:endParaRPr lang="ar-SA" sz="90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14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472B64"/>
          </a:solidFill>
          <a:ln w="12700">
            <a:solidFill>
              <a:srgbClr val="47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79"/>
          </a:solidFill>
          <a:ln w="12700">
            <a:solidFill>
              <a:srgbClr val="79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97777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0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97777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60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76745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6000" dirty="0"/>
          </a:p>
        </p:txBody>
      </p:sp>
      <p:sp>
        <p:nvSpPr>
          <p:cNvPr id="20" name="C5 V2 vowel"/>
          <p:cNvSpPr txBox="1"/>
          <p:nvPr/>
        </p:nvSpPr>
        <p:spPr>
          <a:xfrm>
            <a:off x="5486400" y="176745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60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3703320" y="192366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900" dirty="0"/>
          </a:p>
        </p:txBody>
      </p:sp>
      <p:sp>
        <p:nvSpPr>
          <p:cNvPr id="23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C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63614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ذَوَا</a:t>
            </a:r>
            <a:endParaRPr lang="ar-SA" sz="81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7D3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ADD6"/>
          </a:solidFill>
          <a:ln w="12700">
            <a:solidFill>
              <a:srgbClr val="5CAD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8CCC"/>
          </a:solidFill>
          <a:ln w="12700">
            <a:solidFill>
              <a:srgbClr val="338C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727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0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7727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6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A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76745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60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76745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6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A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92366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9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34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53733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رَوَا</a:t>
            </a:r>
            <a:endParaRPr lang="ar-SA" sz="90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C5F7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66C6"/>
          </a:solidFill>
          <a:ln w="12700">
            <a:solidFill>
              <a:srgbClr val="5366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82"/>
          </a:solidFill>
          <a:ln w="12700">
            <a:solidFill>
              <a:srgbClr val="5EED82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5610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52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85610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52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7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7847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200" dirty="0"/>
          </a:p>
        </p:txBody>
      </p:sp>
      <p:sp>
        <p:nvSpPr>
          <p:cNvPr id="26" name="C5 V2 vowel"/>
          <p:cNvSpPr txBox="1"/>
          <p:nvPr/>
        </p:nvSpPr>
        <p:spPr>
          <a:xfrm>
            <a:off x="5486400" y="17847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52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7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M3 madd"/>
          <p:cNvSpPr txBox="1"/>
          <p:nvPr/>
        </p:nvSpPr>
        <p:spPr>
          <a:xfrm>
            <a:off x="3703320" y="19202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000" dirty="0"/>
          </a:p>
        </p:txBody>
      </p:sp>
      <p:sp>
        <p:nvSpPr>
          <p:cNvPr id="29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50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57607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زَوَا</a:t>
            </a:r>
            <a:endParaRPr lang="ar-SA" sz="88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3D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AB"/>
          </a:solidFill>
          <a:ln w="12700">
            <a:solidFill>
              <a:srgbClr val="E052AB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99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EDB70"/>
          </a:solidFill>
          <a:ln w="12700">
            <a:solidFill>
              <a:srgbClr val="7E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7885"/>
          </a:solidFill>
          <a:ln w="12700">
            <a:solidFill>
              <a:srgbClr val="4778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7941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7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7941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47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3D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7956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700" dirty="0"/>
          </a:p>
        </p:txBody>
      </p:sp>
      <p:sp>
        <p:nvSpPr>
          <p:cNvPr id="23" name="C5 V2 vowel"/>
          <p:cNvSpPr txBox="1"/>
          <p:nvPr/>
        </p:nvSpPr>
        <p:spPr>
          <a:xfrm>
            <a:off x="5486400" y="17956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47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3D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M3 madd"/>
          <p:cNvSpPr txBox="1"/>
          <p:nvPr/>
        </p:nvSpPr>
        <p:spPr>
          <a:xfrm>
            <a:off x="3703320" y="1917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6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7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53733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سَوَا</a:t>
            </a:r>
            <a:endParaRPr lang="ar-SA" sz="90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EE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94D864"/>
          </a:solidFill>
          <a:ln w="12700">
            <a:solidFill>
              <a:srgbClr val="94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98D147"/>
          </a:solidFill>
          <a:ln w="12700">
            <a:solidFill>
              <a:srgbClr val="98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885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41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8885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41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44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086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1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8086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41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44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9152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7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A1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62821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شَوَا</a:t>
            </a:r>
            <a:endParaRPr lang="ar-SA" sz="82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C5E0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AA"/>
          </a:solidFill>
          <a:ln w="12700">
            <a:solidFill>
              <a:srgbClr val="CC66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6A"/>
          </a:solidFill>
          <a:ln w="12700">
            <a:solidFill>
              <a:srgbClr val="BF40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124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44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8124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44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7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0210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400" dirty="0"/>
          </a:p>
        </p:txBody>
      </p:sp>
      <p:sp>
        <p:nvSpPr>
          <p:cNvPr id="19" name="C5 V2 vowel"/>
          <p:cNvSpPr txBox="1"/>
          <p:nvPr/>
        </p:nvSpPr>
        <p:spPr>
          <a:xfrm>
            <a:off x="5486400" y="180210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44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7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3703320" y="19168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100" dirty="0"/>
          </a:p>
        </p:txBody>
      </p:sp>
      <p:sp>
        <p:nvSpPr>
          <p:cNvPr id="22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A6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53733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صَوَا</a:t>
            </a:r>
            <a:endParaRPr lang="ar-SA" sz="90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4314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392B"/>
          </a:solidFill>
          <a:ln w="12700">
            <a:solidFill>
              <a:srgbClr val="6439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6834"/>
          </a:solidFill>
          <a:ln w="12700">
            <a:solidFill>
              <a:srgbClr val="7968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708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41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8708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41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A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086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100" dirty="0"/>
          </a:p>
        </p:txBody>
      </p:sp>
      <p:sp>
        <p:nvSpPr>
          <p:cNvPr id="20" name="C5 V2 vowel"/>
          <p:cNvSpPr txBox="1"/>
          <p:nvPr/>
        </p:nvSpPr>
        <p:spPr>
          <a:xfrm>
            <a:off x="5486400" y="18086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41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A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3703320" y="19152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700" dirty="0"/>
          </a:p>
        </p:txBody>
      </p:sp>
      <p:sp>
        <p:nvSpPr>
          <p:cNvPr id="23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7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58748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ضَوَا</a:t>
            </a:r>
            <a:endParaRPr lang="ar-SA" sz="86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C5F7C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AD"/>
          </a:solidFill>
          <a:ln w="12700">
            <a:solidFill>
              <a:srgbClr val="D65CAD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8C"/>
          </a:solidFill>
          <a:ln w="12700">
            <a:solidFill>
              <a:srgbClr val="CC338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666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52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9666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52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D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7847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2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7847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52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D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9202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0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5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63549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طَوَا</a:t>
            </a:r>
            <a:endParaRPr lang="ar-SA" sz="81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D6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66"/>
          </a:solidFill>
          <a:ln w="12700">
            <a:solidFill>
              <a:srgbClr val="C6536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5EED"/>
          </a:solidFill>
          <a:ln w="12700">
            <a:solidFill>
              <a:srgbClr val="5E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9666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52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9666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52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9D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7847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200" dirty="0"/>
          </a:p>
        </p:txBody>
      </p:sp>
      <p:sp>
        <p:nvSpPr>
          <p:cNvPr id="26" name="C5 V2 vowel"/>
          <p:cNvSpPr txBox="1"/>
          <p:nvPr/>
        </p:nvSpPr>
        <p:spPr>
          <a:xfrm>
            <a:off x="5486400" y="17847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52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9D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M3 madd"/>
          <p:cNvSpPr txBox="1"/>
          <p:nvPr/>
        </p:nvSpPr>
        <p:spPr>
          <a:xfrm>
            <a:off x="3703320" y="19202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000" dirty="0"/>
          </a:p>
        </p:txBody>
      </p:sp>
      <p:sp>
        <p:nvSpPr>
          <p:cNvPr id="29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63549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ظَوَا</a:t>
            </a:r>
            <a:endParaRPr lang="ar-SA" sz="81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4331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CEE052"/>
          </a:solidFill>
          <a:ln w="12700">
            <a:solidFill>
              <a:srgbClr val="CE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B2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98DB"/>
          </a:solidFill>
          <a:ln w="12700">
            <a:solidFill>
              <a:srgbClr val="7098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24785"/>
          </a:solidFill>
          <a:ln w="12700">
            <a:solidFill>
              <a:srgbClr val="82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7971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8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7971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48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6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7934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800" dirty="0"/>
          </a:p>
        </p:txBody>
      </p:sp>
      <p:sp>
        <p:nvSpPr>
          <p:cNvPr id="23" name="C5 V2 vowel"/>
          <p:cNvSpPr txBox="1"/>
          <p:nvPr/>
        </p:nvSpPr>
        <p:spPr>
          <a:xfrm>
            <a:off x="5486400" y="17934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48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6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M3 madd"/>
          <p:cNvSpPr txBox="1"/>
          <p:nvPr/>
        </p:nvSpPr>
        <p:spPr>
          <a:xfrm>
            <a:off x="3703320" y="191833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500" dirty="0"/>
          </a:p>
        </p:txBody>
      </p:sp>
      <p:sp>
        <p:nvSpPr>
          <p:cNvPr id="26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6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53733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عَوَا</a:t>
            </a:r>
            <a:endParaRPr lang="ar-SA" sz="90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C5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B1D8"/>
          </a:solidFill>
          <a:ln w="12700">
            <a:solidFill>
              <a:srgbClr val="64B1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BAD1"/>
          </a:solidFill>
          <a:ln w="12700">
            <a:solidFill>
              <a:srgbClr val="47BA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6270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3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86270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43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3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042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3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8042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43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3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9160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9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7E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62665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غَوَا</a:t>
            </a:r>
            <a:endParaRPr lang="ar-SA" sz="82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F7C5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9659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48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9659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48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7934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800" dirty="0"/>
          </a:p>
        </p:txBody>
      </p:sp>
      <p:sp>
        <p:nvSpPr>
          <p:cNvPr id="19" name="C5 V2 vowel"/>
          <p:cNvSpPr txBox="1"/>
          <p:nvPr/>
        </p:nvSpPr>
        <p:spPr>
          <a:xfrm>
            <a:off x="5486400" y="17934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48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3703320" y="191833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500" dirty="0"/>
          </a:p>
        </p:txBody>
      </p:sp>
      <p:sp>
        <p:nvSpPr>
          <p:cNvPr id="22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A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65830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فَوَا</a:t>
            </a:r>
            <a:endParaRPr lang="ar-SA" sz="78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2B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2B"/>
          </a:solidFill>
          <a:ln w="12700">
            <a:solidFill>
              <a:srgbClr val="2B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57"/>
          </a:solidFill>
          <a:ln w="12700">
            <a:solidFill>
              <a:srgbClr val="347957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9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49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80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79127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900" dirty="0"/>
          </a:p>
        </p:txBody>
      </p:sp>
      <p:sp>
        <p:nvSpPr>
          <p:cNvPr id="20" name="C5 V2 vowel"/>
          <p:cNvSpPr txBox="1"/>
          <p:nvPr/>
        </p:nvSpPr>
        <p:spPr>
          <a:xfrm>
            <a:off x="5486400" y="179127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49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80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3703320" y="19187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600" dirty="0"/>
          </a:p>
        </p:txBody>
      </p:sp>
      <p:sp>
        <p:nvSpPr>
          <p:cNvPr id="23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A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65830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قَوَا</a:t>
            </a:r>
            <a:endParaRPr lang="ar-SA" sz="78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C5CF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C25C"/>
          </a:solidFill>
          <a:ln w="12700">
            <a:solidFill>
              <a:srgbClr val="D6C2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BF33"/>
          </a:solidFill>
          <a:ln w="12700">
            <a:solidFill>
              <a:srgbClr val="CCBF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407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54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9407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54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B4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7804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4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7804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54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B4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92100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2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8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61324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كَوَا</a:t>
            </a:r>
            <a:endParaRPr lang="ar-SA" sz="83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F7C9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82"/>
          </a:solidFill>
          <a:ln w="12700">
            <a:solidFill>
              <a:srgbClr val="ED5E82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9111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7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9111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47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CA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7956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700" dirty="0"/>
          </a:p>
        </p:txBody>
      </p:sp>
      <p:sp>
        <p:nvSpPr>
          <p:cNvPr id="26" name="C5 V2 vowel"/>
          <p:cNvSpPr txBox="1"/>
          <p:nvPr/>
        </p:nvSpPr>
        <p:spPr>
          <a:xfrm>
            <a:off x="5486400" y="17956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47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CA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M3 madd"/>
          <p:cNvSpPr txBox="1"/>
          <p:nvPr/>
        </p:nvSpPr>
        <p:spPr>
          <a:xfrm>
            <a:off x="3703320" y="1917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9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50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66375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لَوَا</a:t>
            </a:r>
            <a:endParaRPr lang="ar-SA" sz="78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1443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CF"/>
          </a:solidFill>
          <a:ln w="12700">
            <a:solidFill>
              <a:srgbClr val="52E0CF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C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B3"/>
          </a:solidFill>
          <a:ln w="12700">
            <a:solidFill>
              <a:srgbClr val="DB70B3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7347"/>
          </a:solidFill>
          <a:ln w="12700">
            <a:solidFill>
              <a:srgbClr val="8573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7444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54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7444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54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9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7804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400" dirty="0"/>
          </a:p>
        </p:txBody>
      </p:sp>
      <p:sp>
        <p:nvSpPr>
          <p:cNvPr id="23" name="C5 V2 vowel"/>
          <p:cNvSpPr txBox="1"/>
          <p:nvPr/>
        </p:nvSpPr>
        <p:spPr>
          <a:xfrm>
            <a:off x="5486400" y="17804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54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9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M3 madd"/>
          <p:cNvSpPr txBox="1"/>
          <p:nvPr/>
        </p:nvSpPr>
        <p:spPr>
          <a:xfrm>
            <a:off x="3703320" y="192100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200" dirty="0"/>
          </a:p>
        </p:txBody>
      </p:sp>
      <p:sp>
        <p:nvSpPr>
          <p:cNvPr id="26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34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53733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مَوَا</a:t>
            </a:r>
            <a:endParaRPr lang="ar-SA" sz="90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E6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CE"/>
          </a:solidFill>
          <a:ln w="12700">
            <a:solidFill>
              <a:srgbClr val="D864CE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C647D1"/>
          </a:solidFill>
          <a:ln w="12700">
            <a:solidFill>
              <a:srgbClr val="C6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421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54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8421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54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61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7804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4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7804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54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61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92100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2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5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60751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نَوَا</a:t>
            </a:r>
            <a:endParaRPr lang="ar-SA" sz="84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F7F5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69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61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8969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61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2D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7652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6100" dirty="0"/>
          </a:p>
        </p:txBody>
      </p:sp>
      <p:sp>
        <p:nvSpPr>
          <p:cNvPr id="19" name="C5 V2 vowel"/>
          <p:cNvSpPr txBox="1"/>
          <p:nvPr/>
        </p:nvSpPr>
        <p:spPr>
          <a:xfrm>
            <a:off x="5486400" y="17652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61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2D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3703320" y="192405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000" dirty="0"/>
          </a:p>
        </p:txBody>
      </p:sp>
      <p:sp>
        <p:nvSpPr>
          <p:cNvPr id="22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4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53733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هَوَا</a:t>
            </a:r>
            <a:endParaRPr lang="ar-SA" sz="90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1437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3964"/>
          </a:solidFill>
          <a:ln w="12700">
            <a:solidFill>
              <a:srgbClr val="2B39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463479"/>
          </a:solidFill>
          <a:ln w="12700">
            <a:solidFill>
              <a:srgbClr val="463479"/>
            </a:solidFill>
            <a:prstDash val="solid"/>
          </a:ln>
        </p:spPr>
      </p:sp>
      <p:sp>
        <p:nvSpPr>
          <p:cNvPr id="12" name="C1 W1 pill"/>
          <p:cNvSpPr/>
          <p:nvPr/>
        </p:nvSpPr>
        <p:spPr>
          <a:xfrm>
            <a:off x="4705356" y="896112"/>
            <a:ext cx="1780868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44E2"/>
            </a:solidFill>
            <a:prstDash val="solid"/>
          </a:ln>
        </p:spPr>
      </p:sp>
      <p:sp>
        <p:nvSpPr>
          <p:cNvPr id="13" name="C1 W1 word"/>
          <p:cNvSpPr txBox="1"/>
          <p:nvPr/>
        </p:nvSpPr>
        <p:spPr>
          <a:xfrm>
            <a:off x="4705356" y="896112"/>
            <a:ext cx="1780868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وَاحَةٌ</a:t>
            </a:r>
            <a:endParaRPr lang="ar-SA" sz="4500" dirty="0"/>
          </a:p>
        </p:txBody>
      </p:sp>
      <p:sp>
        <p:nvSpPr>
          <p:cNvPr id="14" name="C2 W2 pill"/>
          <p:cNvSpPr/>
          <p:nvPr/>
        </p:nvSpPr>
        <p:spPr>
          <a:xfrm>
            <a:off x="2657776" y="896112"/>
            <a:ext cx="1727540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3644"/>
            </a:solidFill>
            <a:prstDash val="solid"/>
          </a:ln>
        </p:spPr>
      </p:sp>
      <p:sp>
        <p:nvSpPr>
          <p:cNvPr id="15" name="C2 W2 word"/>
          <p:cNvSpPr txBox="1"/>
          <p:nvPr/>
        </p:nvSpPr>
        <p:spPr>
          <a:xfrm>
            <a:off x="2657776" y="896112"/>
            <a:ext cx="172754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وَمَاءٌ</a:t>
            </a:r>
            <a:endParaRPr lang="ar-SA" sz="4500" dirty="0"/>
          </a:p>
        </p:txBody>
      </p:sp>
      <p:sp>
        <p:nvSpPr>
          <p:cNvPr id="16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B8AC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3 S panel"/>
          <p:cNvSpPr/>
          <p:nvPr/>
        </p:nvSpPr>
        <p:spPr>
          <a:xfrm>
            <a:off x="2980442" y="2834640"/>
            <a:ext cx="3183116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3 S sentence"/>
          <p:cNvSpPr txBox="1"/>
          <p:nvPr/>
        </p:nvSpPr>
        <p:spPr>
          <a:xfrm>
            <a:off x="2980442" y="2834640"/>
            <a:ext cx="3183116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وَاحَةٌ وَمَاءٌ</a:t>
            </a:r>
            <a:endParaRPr lang="ar-SA" sz="46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F7C5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C2"/>
          </a:solidFill>
          <a:ln w="12700">
            <a:solidFill>
              <a:srgbClr val="5CD6C2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BF"/>
          </a:solidFill>
          <a:ln w="12700">
            <a:solidFill>
              <a:srgbClr val="33CCBF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1 W1 pill"/>
          <p:cNvSpPr/>
          <p:nvPr/>
        </p:nvSpPr>
        <p:spPr>
          <a:xfrm>
            <a:off x="5001614" y="896112"/>
            <a:ext cx="1401953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5A36"/>
            </a:solidFill>
            <a:prstDash val="solid"/>
          </a:ln>
        </p:spPr>
      </p:sp>
      <p:sp>
        <p:nvSpPr>
          <p:cNvPr id="11" name="C1 W1 word"/>
          <p:cNvSpPr txBox="1"/>
          <p:nvPr/>
        </p:nvSpPr>
        <p:spPr>
          <a:xfrm>
            <a:off x="5001614" y="896112"/>
            <a:ext cx="1401953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وَادٍ</a:t>
            </a:r>
            <a:endParaRPr lang="ar-SA" sz="4600" dirty="0"/>
          </a:p>
        </p:txBody>
      </p:sp>
      <p:sp>
        <p:nvSpPr>
          <p:cNvPr id="12" name="C2 W2 pill"/>
          <p:cNvSpPr/>
          <p:nvPr/>
        </p:nvSpPr>
        <p:spPr>
          <a:xfrm>
            <a:off x="2740434" y="896112"/>
            <a:ext cx="1941140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E25A"/>
            </a:solidFill>
            <a:prstDash val="solid"/>
          </a:ln>
        </p:spPr>
      </p:sp>
      <p:sp>
        <p:nvSpPr>
          <p:cNvPr id="13" name="C2 W2 word"/>
          <p:cNvSpPr txBox="1"/>
          <p:nvPr/>
        </p:nvSpPr>
        <p:spPr>
          <a:xfrm>
            <a:off x="2740434" y="896112"/>
            <a:ext cx="194114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وَاسِعٌ</a:t>
            </a:r>
            <a:endParaRPr lang="ar-SA" sz="4600" dirty="0"/>
          </a:p>
        </p:txBody>
      </p:sp>
      <p:sp>
        <p:nvSpPr>
          <p:cNvPr id="14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2E9B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C3 S panel"/>
          <p:cNvSpPr/>
          <p:nvPr/>
        </p:nvSpPr>
        <p:spPr>
          <a:xfrm>
            <a:off x="3060712" y="2834640"/>
            <a:ext cx="3022576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3 S sentence"/>
          <p:cNvSpPr txBox="1"/>
          <p:nvPr/>
        </p:nvSpPr>
        <p:spPr>
          <a:xfrm>
            <a:off x="3060712" y="2834640"/>
            <a:ext cx="3022576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وَادٍ وَاسِعٌ</a:t>
            </a:r>
            <a:endParaRPr lang="ar-SA" sz="47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CD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A5ED5E"/>
          </a:solidFill>
          <a:ln w="12700">
            <a:solidFill>
              <a:srgbClr val="A5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1 W1 pill"/>
          <p:cNvSpPr/>
          <p:nvPr/>
        </p:nvSpPr>
        <p:spPr>
          <a:xfrm>
            <a:off x="4723813" y="896112"/>
            <a:ext cx="1938248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E28D"/>
            </a:solidFill>
            <a:prstDash val="solid"/>
          </a:ln>
        </p:spPr>
      </p:sp>
      <p:sp>
        <p:nvSpPr>
          <p:cNvPr id="19" name="C1 W1 word"/>
          <p:cNvSpPr txBox="1"/>
          <p:nvPr/>
        </p:nvSpPr>
        <p:spPr>
          <a:xfrm>
            <a:off x="4723813" y="896112"/>
            <a:ext cx="1938248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وَصَلَ</a:t>
            </a:r>
            <a:endParaRPr lang="ar-SA" sz="4600" dirty="0"/>
          </a:p>
        </p:txBody>
      </p:sp>
      <p:sp>
        <p:nvSpPr>
          <p:cNvPr id="20" name="C2 W2 pill"/>
          <p:cNvSpPr/>
          <p:nvPr/>
        </p:nvSpPr>
        <p:spPr>
          <a:xfrm>
            <a:off x="2481939" y="896112"/>
            <a:ext cx="1921834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8D36E2"/>
            </a:solidFill>
            <a:prstDash val="solid"/>
          </a:ln>
        </p:spPr>
      </p:sp>
      <p:sp>
        <p:nvSpPr>
          <p:cNvPr id="21" name="C2 W2 word"/>
          <p:cNvSpPr txBox="1"/>
          <p:nvPr/>
        </p:nvSpPr>
        <p:spPr>
          <a:xfrm>
            <a:off x="2481939" y="896112"/>
            <a:ext cx="1921834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سَالِمٌ</a:t>
            </a:r>
            <a:endParaRPr lang="ar-SA" sz="4600" dirty="0"/>
          </a:p>
        </p:txBody>
      </p:sp>
      <p:sp>
        <p:nvSpPr>
          <p:cNvPr id="22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B82E7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3 S panel"/>
          <p:cNvSpPr/>
          <p:nvPr/>
        </p:nvSpPr>
        <p:spPr>
          <a:xfrm>
            <a:off x="2805467" y="2834640"/>
            <a:ext cx="3533066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4" name="C3 S sentence"/>
          <p:cNvSpPr txBox="1"/>
          <p:nvPr/>
        </p:nvSpPr>
        <p:spPr>
          <a:xfrm>
            <a:off x="2805467" y="2834640"/>
            <a:ext cx="3533066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وَصَلَ سَالِمٌ</a:t>
            </a:r>
            <a:endParaRPr lang="ar-SA" sz="47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82</Slides>
  <Notes>82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82</vt:i4>
      </vt:variant>
    </vt:vector>
  </HeadingPairs>
  <TitlesOfParts>
    <vt:vector size="8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Madd with alif 16-waw</dc:title>
  <dc:subject>PptxGenJS Presentation</dc:subject>
  <dc:creator>PptxGenJS</dc:creator>
  <cp:lastModifiedBy>PptxGenJS</cp:lastModifiedBy>
  <cp:revision>1</cp:revision>
  <dcterms:created xsi:type="dcterms:W3CDTF">2026-10-21T17:57:48Z</dcterms:created>
  <dcterms:modified xsi:type="dcterms:W3CDTF">2026-10-21T17:57:48Z</dcterms:modified>
</cp:coreProperties>
</file>