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3012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1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764"/>
          </a:solidFill>
          <a:ln w="12700">
            <a:solidFill>
              <a:srgbClr val="D8A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047"/>
          </a:solidFill>
          <a:ln w="12700">
            <a:solidFill>
              <a:srgbClr val="D18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352"/>
          </a:solidFill>
          <a:ln w="12700">
            <a:solidFill>
              <a:srgbClr val="E06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A"/>
          </a:solidFill>
          <a:ln w="12700">
            <a:solidFill>
              <a:srgbClr val="64D88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E"/>
          </a:solidFill>
          <a:ln w="12700">
            <a:solidFill>
              <a:srgbClr val="47D1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5EED"/>
          </a:solidFill>
          <a:ln w="12700">
            <a:solidFill>
              <a:srgbClr val="C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E052"/>
          </a:solidFill>
          <a:ln w="12700">
            <a:solidFill>
              <a:srgbClr val="6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36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2"/>
          </a:solidFill>
          <a:ln w="12700">
            <a:solidFill>
              <a:srgbClr val="5EED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B"/>
          </a:solidFill>
          <a:ln w="12700">
            <a:solidFill>
              <a:srgbClr val="E052A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D147"/>
          </a:solidFill>
          <a:ln w="12700">
            <a:solidFill>
              <a:srgbClr val="9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EED"/>
          </a:solidFill>
          <a:ln w="12700">
            <a:solidFill>
              <a:srgbClr val="5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AD1"/>
          </a:solidFill>
          <a:ln w="12700">
            <a:solidFill>
              <a:srgbClr val="47B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2"/>
          </a:solidFill>
          <a:ln w="12700">
            <a:solidFill>
              <a:srgbClr val="ED5E8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40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05356" y="896112"/>
            <a:ext cx="17808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05356" y="896112"/>
            <a:ext cx="17808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وَاحَةٌ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657776" y="896112"/>
            <a:ext cx="17275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57776" y="896112"/>
            <a:ext cx="17275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وَمَاءٌ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80442" y="2834640"/>
            <a:ext cx="31831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80442" y="2834640"/>
            <a:ext cx="31831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وَاحَةٌ وَمَاءٌ</a:t>
            </a:r>
            <a:endParaRPr lang="ar-SA" sz="4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614" y="896112"/>
            <a:ext cx="14019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614" y="896112"/>
            <a:ext cx="14019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وَادٍ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0434" y="896112"/>
            <a:ext cx="1941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0434" y="896112"/>
            <a:ext cx="1941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وَاسِعٌ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0712" y="2834640"/>
            <a:ext cx="30225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0712" y="2834640"/>
            <a:ext cx="30225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وَادٍ وَاسِعٌ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23813" y="896112"/>
            <a:ext cx="19382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23813" y="896112"/>
            <a:ext cx="19382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939" y="896112"/>
            <a:ext cx="1921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939" y="896112"/>
            <a:ext cx="1921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سَالِمٌ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5467" y="2834640"/>
            <a:ext cx="35330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5467" y="2834640"/>
            <a:ext cx="35330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سَالِمٌ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16-waw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