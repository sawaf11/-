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A"/>
          </a:solidFill>
          <a:ln w="12700">
            <a:solidFill>
              <a:srgbClr val="ED5E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2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8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5422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213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582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AE0"/>
          </a:solidFill>
          <a:ln w="12700">
            <a:solidFill>
              <a:srgbClr val="52D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1"/>
          </a:solidFill>
          <a:ln w="12700">
            <a:solidFill>
              <a:srgbClr val="DB70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1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سَابَ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69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سَاتَ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221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سَاثَ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52E0"/>
          </a:solidFill>
          <a:ln w="12700">
            <a:solidFill>
              <a:srgbClr val="C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1ED"/>
          </a:solidFill>
          <a:ln w="12700">
            <a:solidFill>
              <a:srgbClr val="5EB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59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أَسَابَ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بَسَاتَ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8"/>
          </a:solidFill>
          <a:ln w="12700">
            <a:solidFill>
              <a:srgbClr val="47D1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2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تَسَاثَ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ثَسَاجَ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078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جَسَاحَ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حَسَاخَ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5"/>
          </a:solidFill>
          <a:ln w="12700">
            <a:solidFill>
              <a:srgbClr val="ED5E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81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خَسَادَ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C"/>
          </a:solidFill>
          <a:ln w="12700">
            <a:solidFill>
              <a:srgbClr val="52E0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24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دَسَاذَ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47D1"/>
          </a:solidFill>
          <a:ln w="12700">
            <a:solidFill>
              <a:srgbClr val="7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ذَسَارَ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رَسَازَ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زَسَاأَ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زَسَا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789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9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6789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175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8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6913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شَاأَ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B5EED"/>
          </a:solidFill>
          <a:ln w="12700">
            <a:solidFill>
              <a:srgbClr val="9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74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شَابَ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E052"/>
          </a:solidFill>
          <a:ln w="12700">
            <a:solidFill>
              <a:srgbClr val="9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شَاتَ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0D1"/>
          </a:solidFill>
          <a:ln w="12700">
            <a:solidFill>
              <a:srgbClr val="478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شَاثَ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شَاحَ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شَاخَ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75E"/>
          </a:solidFill>
          <a:ln w="12700">
            <a:solidFill>
              <a:srgbClr val="ED7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شَادَ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شَاذَ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2"/>
          </a:solidFill>
          <a:ln w="12700">
            <a:solidFill>
              <a:srgbClr val="D147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شَارَ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شَازَ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0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شَاسَ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59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أَشَابَ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5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بَشَاتَ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4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تَشَاثَ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ثَشَاجَ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72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جَشَاحَ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72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حَشَاخَ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82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خَشَادَ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24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دَشَاذَ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ذَشَارَ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37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رَشَازَ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زَشَاسَ</a:t>
            </a:r>
            <a:endParaRPr lang="ar-SA" sz="4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009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سَشَاأَ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بَشَا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47D1"/>
          </a:solidFill>
          <a:ln w="12700">
            <a:solidFill>
              <a:srgbClr val="9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12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جَشَا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ED5E"/>
          </a:solidFill>
          <a:ln w="12700">
            <a:solidFill>
              <a:srgbClr val="D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D52E0"/>
          </a:solidFill>
          <a:ln w="12700">
            <a:solidFill>
              <a:srgbClr val="7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747"/>
          </a:solidFill>
          <a:ln w="12700">
            <a:solidFill>
              <a:srgbClr val="D17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رَشَا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04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56973" y="896112"/>
            <a:ext cx="193340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5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56973" y="896112"/>
            <a:ext cx="19334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653627" y="896112"/>
            <a:ext cx="15833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5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53627" y="896112"/>
            <a:ext cx="15833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مَاءٌ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66199" y="2834640"/>
            <a:ext cx="32116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66199" y="2834640"/>
            <a:ext cx="32116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سَالَ مَاءٌ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3"/>
          </a:solidFill>
          <a:ln w="12700">
            <a:solidFill>
              <a:srgbClr val="5EED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01964" y="896112"/>
            <a:ext cx="22130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3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01964" y="896112"/>
            <a:ext cx="22130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شَاهَدَ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328961" y="896112"/>
            <a:ext cx="19529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3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28961" y="896112"/>
            <a:ext cx="19529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قَمَرًا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37282" y="2834640"/>
            <a:ext cx="38694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37282" y="2834640"/>
            <a:ext cx="38694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شَاهَدَ قَمَرًا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952"/>
          </a:solidFill>
          <a:ln w="12700">
            <a:solidFill>
              <a:srgbClr val="E05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96660" y="896112"/>
            <a:ext cx="19925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C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96660" y="896112"/>
            <a:ext cx="19925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4786" y="896112"/>
            <a:ext cx="1921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C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4786" y="896112"/>
            <a:ext cx="1921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سَالِمٌ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63830" y="2834640"/>
            <a:ext cx="36163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63830" y="2834640"/>
            <a:ext cx="36163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سَالِمٌ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07-seen-sheen</dc:title>
  <dc:subject>PptxGenJS Presentation</dc:subject>
  <dc:creator>PptxGenJS</dc:creator>
  <cp:lastModifiedBy>PptxGenJS</cp:lastModifiedBy>
  <cp:revision>1</cp:revision>
  <dcterms:created xsi:type="dcterms:W3CDTF">2026-10-21T17:57:47Z</dcterms:created>
  <dcterms:modified xsi:type="dcterms:W3CDTF">2026-10-21T17:57:47Z</dcterms:modified>
</cp:coreProperties>
</file>