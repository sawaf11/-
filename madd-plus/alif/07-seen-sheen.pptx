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A"/>
          </a:solidFill>
          <a:ln w="12700">
            <a:solidFill>
              <a:srgbClr val="ED5E6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422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8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5422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213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5824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AE0"/>
          </a:solidFill>
          <a:ln w="12700">
            <a:solidFill>
              <a:srgbClr val="52D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1"/>
          </a:solidFill>
          <a:ln w="12700">
            <a:solidFill>
              <a:srgbClr val="DB70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D47"/>
          </a:solidFill>
          <a:ln w="12700">
            <a:solidFill>
              <a:srgbClr val="857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B"/>
          </a:solidFill>
          <a:ln w="12700">
            <a:solidFill>
              <a:srgbClr val="D864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6"/>
          </a:solidFill>
          <a:ln w="12700">
            <a:solidFill>
              <a:srgbClr val="D147C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1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سَابَ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69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سَاتَ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221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سَاثَ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ED5E"/>
          </a:solidFill>
          <a:ln w="12700">
            <a:solidFill>
              <a:srgbClr val="8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352E0"/>
          </a:solidFill>
          <a:ln w="12700">
            <a:solidFill>
              <a:srgbClr val="C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DB70"/>
          </a:solidFill>
          <a:ln w="12700">
            <a:solidFill>
              <a:srgbClr val="B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E"/>
          </a:solidFill>
          <a:ln w="12700">
            <a:solidFill>
              <a:srgbClr val="4785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864"/>
          </a:solidFill>
          <a:ln w="12700">
            <a:solidFill>
              <a:srgbClr val="D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A47"/>
          </a:solidFill>
          <a:ln w="12700">
            <a:solidFill>
              <a:srgbClr val="D1B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E"/>
          </a:solidFill>
          <a:ln w="12700">
            <a:solidFill>
              <a:srgbClr val="642B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034"/>
          </a:solidFill>
          <a:ln w="12700">
            <a:solidFill>
              <a:srgbClr val="794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1ED"/>
          </a:solidFill>
          <a:ln w="12700">
            <a:solidFill>
              <a:srgbClr val="5EB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59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أَسَابَ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F52"/>
          </a:solidFill>
          <a:ln w="12700">
            <a:solidFill>
              <a:srgbClr val="E09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7DB"/>
          </a:solidFill>
          <a:ln w="12700">
            <a:solidFill>
              <a:srgbClr val="70D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5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بَسَاتَ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B"/>
          </a:solidFill>
          <a:ln w="12700">
            <a:solidFill>
              <a:srgbClr val="64D8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8"/>
          </a:solidFill>
          <a:ln w="12700">
            <a:solidFill>
              <a:srgbClr val="47D19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23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تَسَاثَ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ثَسَاجَ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642B"/>
          </a:solidFill>
          <a:ln w="12700">
            <a:solidFill>
              <a:srgbClr val="4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7934"/>
          </a:solidFill>
          <a:ln w="12700">
            <a:solidFill>
              <a:srgbClr val="3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078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جَسَاحَ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7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حَسَاخَ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5"/>
          </a:solidFill>
          <a:ln w="12700">
            <a:solidFill>
              <a:srgbClr val="ED5ED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811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خَسَادَ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C"/>
          </a:solidFill>
          <a:ln w="12700">
            <a:solidFill>
              <a:srgbClr val="52E07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70DB"/>
          </a:solidFill>
          <a:ln w="12700">
            <a:solidFill>
              <a:srgbClr val="C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F47"/>
          </a:solidFill>
          <a:ln w="12700">
            <a:solidFill>
              <a:srgbClr val="854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24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دَسَاذَ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64D8"/>
          </a:solidFill>
          <a:ln w="12700">
            <a:solidFill>
              <a:srgbClr val="9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647D1"/>
          </a:solidFill>
          <a:ln w="12700">
            <a:solidFill>
              <a:srgbClr val="7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ذَسَارَ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73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رَسَازَ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B79"/>
          </a:solidFill>
          <a:ln w="12700">
            <a:solidFill>
              <a:srgbClr val="344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زَسَاأَ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25E"/>
          </a:solidFill>
          <a:ln w="12700">
            <a:solidFill>
              <a:srgbClr val="EDE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852E0"/>
          </a:solidFill>
          <a:ln w="12700">
            <a:solidFill>
              <a:srgbClr val="5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B70"/>
          </a:solidFill>
          <a:ln w="12700">
            <a:solidFill>
              <a:srgbClr val="DBA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164"/>
          </a:solidFill>
          <a:ln w="12700">
            <a:solidFill>
              <a:srgbClr val="D88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347"/>
          </a:solidFill>
          <a:ln w="12700">
            <a:solidFill>
              <a:srgbClr val="D15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C"/>
          </a:solidFill>
          <a:ln w="12700">
            <a:solidFill>
              <a:srgbClr val="7934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E"/>
          </a:solidFill>
          <a:ln w="12700">
            <a:solidFill>
              <a:srgbClr val="5EED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F"/>
          </a:solidFill>
          <a:ln w="12700">
            <a:solidFill>
              <a:srgbClr val="E052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0"/>
          </a:solidFill>
          <a:ln w="12700">
            <a:solidFill>
              <a:srgbClr val="70DB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4"/>
          </a:solidFill>
          <a:ln w="12700">
            <a:solidFill>
              <a:srgbClr val="6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D147"/>
          </a:solidFill>
          <a:ln w="12700">
            <a:solidFill>
              <a:srgbClr val="5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789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9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6789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175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8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6913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</a:t>
            </a:r>
            <a:endParaRPr lang="ar-SA" sz="11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شَاأَ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B5EED"/>
          </a:solidFill>
          <a:ln w="12700">
            <a:solidFill>
              <a:srgbClr val="9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74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شَابَ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2E052"/>
          </a:solidFill>
          <a:ln w="12700">
            <a:solidFill>
              <a:srgbClr val="9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70DB"/>
          </a:solidFill>
          <a:ln w="12700">
            <a:solidFill>
              <a:srgbClr val="7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9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شَاتَ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0D8"/>
          </a:solidFill>
          <a:ln w="12700">
            <a:solidFill>
              <a:srgbClr val="648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0D1"/>
          </a:solidFill>
          <a:ln w="12700">
            <a:solidFill>
              <a:srgbClr val="478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9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شَاثَ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شَاجَ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شَاحَ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شَاخَ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75E"/>
          </a:solidFill>
          <a:ln w="12700">
            <a:solidFill>
              <a:srgbClr val="ED7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شَادَ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6E0"/>
          </a:solidFill>
          <a:ln w="12700">
            <a:solidFill>
              <a:srgbClr val="52B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6"/>
          </a:solidFill>
          <a:ln w="12700">
            <a:solidFill>
              <a:srgbClr val="DB70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شَاذَ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D"/>
          </a:solidFill>
          <a:ln w="12700">
            <a:solidFill>
              <a:srgbClr val="D864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2"/>
          </a:solidFill>
          <a:ln w="12700">
            <a:solidFill>
              <a:srgbClr val="D147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شَارَ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شَازَ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3479"/>
          </a:solidFill>
          <a:ln w="12700">
            <a:solidFill>
              <a:srgbClr val="6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0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شَاسَ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59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أَشَابَ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ED5E"/>
          </a:solidFill>
          <a:ln w="12700">
            <a:solidFill>
              <a:srgbClr val="6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56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بَشَاتَ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A"/>
          </a:solidFill>
          <a:ln w="12700">
            <a:solidFill>
              <a:srgbClr val="E052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DB70"/>
          </a:solidFill>
          <a:ln w="12700">
            <a:solidFill>
              <a:srgbClr val="A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4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تَشَاثَ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D864"/>
          </a:solidFill>
          <a:ln w="12700">
            <a:solidFill>
              <a:srgbClr val="B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D147"/>
          </a:solidFill>
          <a:ln w="12700">
            <a:solidFill>
              <a:srgbClr val="C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ثَشَاجَ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72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جَشَاحَ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72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حَشَاخَ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82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خَشَادَ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DED"/>
          </a:solidFill>
          <a:ln w="12700">
            <a:solidFill>
              <a:srgbClr val="5E8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24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دَشَاذَ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452"/>
          </a:solidFill>
          <a:ln w="12700">
            <a:solidFill>
              <a:srgbClr val="E0C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BDB"/>
          </a:solidFill>
          <a:ln w="12700">
            <a:solidFill>
              <a:srgbClr val="70B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9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ذَشَارَ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7D8"/>
          </a:solidFill>
          <a:ln w="12700">
            <a:solidFill>
              <a:srgbClr val="64D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B"/>
          </a:solidFill>
          <a:ln w="12700">
            <a:solidFill>
              <a:srgbClr val="47D1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37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رَشَازَ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زَشَاسَ</a:t>
            </a:r>
            <a:endParaRPr lang="ar-SA" sz="4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0"/>
          </a:solidFill>
          <a:ln w="12700">
            <a:solidFill>
              <a:srgbClr val="3479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009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سَشَاأَ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1"/>
          </a:solidFill>
          <a:ln w="12700">
            <a:solidFill>
              <a:srgbClr val="ED5EB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بَشَا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0"/>
          </a:solidFill>
          <a:ln w="12700">
            <a:solidFill>
              <a:srgbClr val="52E0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6"/>
          </a:solidFill>
          <a:ln w="12700">
            <a:solidFill>
              <a:srgbClr val="DB70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64D8"/>
          </a:solidFill>
          <a:ln w="12700">
            <a:solidFill>
              <a:srgbClr val="B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47D1"/>
          </a:solidFill>
          <a:ln w="12700">
            <a:solidFill>
              <a:srgbClr val="9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12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جَشَا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4ED5E"/>
          </a:solidFill>
          <a:ln w="12700">
            <a:solidFill>
              <a:srgbClr val="D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D52E0"/>
          </a:solidFill>
          <a:ln w="12700">
            <a:solidFill>
              <a:srgbClr val="7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670"/>
          </a:solidFill>
          <a:ln w="12700">
            <a:solidFill>
              <a:srgbClr val="DBC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0"/>
          </a:solidFill>
          <a:ln w="12700">
            <a:solidFill>
              <a:srgbClr val="4785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F64"/>
          </a:solidFill>
          <a:ln w="12700">
            <a:solidFill>
              <a:srgbClr val="D89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747"/>
          </a:solidFill>
          <a:ln w="12700">
            <a:solidFill>
              <a:srgbClr val="D17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A"/>
          </a:solidFill>
          <a:ln w="12700">
            <a:solidFill>
              <a:srgbClr val="642B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A"/>
          </a:solidFill>
          <a:ln w="12700">
            <a:solidFill>
              <a:srgbClr val="7934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04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56973" y="896112"/>
            <a:ext cx="193340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5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56973" y="896112"/>
            <a:ext cx="193340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سَالَ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653627" y="896112"/>
            <a:ext cx="158330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5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53627" y="896112"/>
            <a:ext cx="158330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مَاءٌ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66199" y="2834640"/>
            <a:ext cx="32116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66199" y="2834640"/>
            <a:ext cx="32116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سَالَ مَاءٌ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3"/>
          </a:solidFill>
          <a:ln w="12700">
            <a:solidFill>
              <a:srgbClr val="5EED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01964" y="896112"/>
            <a:ext cx="22130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3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01964" y="896112"/>
            <a:ext cx="22130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شَاهَدَ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328961" y="896112"/>
            <a:ext cx="195296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3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28961" y="896112"/>
            <a:ext cx="195296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قَمَرًا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37282" y="2834640"/>
            <a:ext cx="38694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37282" y="2834640"/>
            <a:ext cx="38694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شَاهَدَ قَمَرًا</a:t>
            </a:r>
            <a:endParaRPr lang="ar-SA" sz="5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952"/>
          </a:solidFill>
          <a:ln w="12700">
            <a:solidFill>
              <a:srgbClr val="E05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B"/>
          </a:solidFill>
          <a:ln w="12700">
            <a:solidFill>
              <a:srgbClr val="70DB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E85"/>
          </a:solidFill>
          <a:ln w="12700">
            <a:solidFill>
              <a:srgbClr val="474E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96660" y="896112"/>
            <a:ext cx="199255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C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96660" y="896112"/>
            <a:ext cx="199255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54786" y="896112"/>
            <a:ext cx="19218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C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54786" y="896112"/>
            <a:ext cx="19218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سَالِمٌ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63830" y="2834640"/>
            <a:ext cx="36163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63830" y="2834640"/>
            <a:ext cx="36163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سَالِمٌ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07-seen-sheen</dc:title>
  <dc:subject>PptxGenJS Presentation</dc:subject>
  <dc:creator>PptxGenJS</dc:creator>
  <cp:lastModifiedBy>PptxGenJS</cp:lastModifiedBy>
  <cp:revision>1</cp:revision>
  <dcterms:created xsi:type="dcterms:W3CDTF">2026-10-21T18:02:04Z</dcterms:created>
  <dcterms:modified xsi:type="dcterms:W3CDTF">2026-10-21T18:02:04Z</dcterms:modified>
</cp:coreProperties>
</file>