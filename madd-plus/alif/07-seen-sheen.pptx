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A"/>
          </a:solidFill>
          <a:ln w="12700">
            <a:solidFill>
              <a:srgbClr val="ED5E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AE0"/>
          </a:solidFill>
          <a:ln w="12700">
            <a:solidFill>
              <a:srgbClr val="52D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75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5EED"/>
          </a:solidFill>
          <a:ln w="12700">
            <a:solidFill>
              <a:srgbClr val="9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6973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6973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653627" y="896112"/>
            <a:ext cx="15833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3627" y="896112"/>
            <a:ext cx="15833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6199" y="2834640"/>
            <a:ext cx="32116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6199" y="2834640"/>
            <a:ext cx="32116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مَاءٌ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1964" y="896112"/>
            <a:ext cx="22130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1964" y="896112"/>
            <a:ext cx="22130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28961" y="896112"/>
            <a:ext cx="19529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8961" y="896112"/>
            <a:ext cx="19529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7282" y="2834640"/>
            <a:ext cx="38694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7282" y="2834640"/>
            <a:ext cx="38694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 قَمَرًا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96660" y="896112"/>
            <a:ext cx="19925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C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96660" y="896112"/>
            <a:ext cx="19925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4786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4786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3830" y="2834640"/>
            <a:ext cx="3616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3830" y="2834640"/>
            <a:ext cx="3616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سَالِمٌ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07-seen-sheen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