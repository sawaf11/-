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notesMaster" Target="notesMasters/notesMaster1.xml"/><Relationship Id="rId77" Type="http://schemas.openxmlformats.org/officeDocument/2006/relationships/presProps" Target="presProps.xml"/><Relationship Id="rId78" Type="http://schemas.openxmlformats.org/officeDocument/2006/relationships/viewProps" Target="viewProps.xml"/><Relationship Id="rId79" Type="http://schemas.openxmlformats.org/officeDocument/2006/relationships/theme" Target="theme/theme1.xml"/><Relationship Id="rId8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A"/>
          </a:solidFill>
          <a:ln w="12700">
            <a:solidFill>
              <a:srgbClr val="ED5E6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5422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8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5422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7213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58242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AE0"/>
          </a:solidFill>
          <a:ln w="12700">
            <a:solidFill>
              <a:srgbClr val="52D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1"/>
          </a:solidFill>
          <a:ln w="12700">
            <a:solidFill>
              <a:srgbClr val="DB70A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D47"/>
          </a:solidFill>
          <a:ln w="12700">
            <a:solidFill>
              <a:srgbClr val="857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B"/>
          </a:solidFill>
          <a:ln w="12700">
            <a:solidFill>
              <a:srgbClr val="D864B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6"/>
          </a:solidFill>
          <a:ln w="12700">
            <a:solidFill>
              <a:srgbClr val="D147C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91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سَابَ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69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سَاتَ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064"/>
          </a:solidFill>
          <a:ln w="12700">
            <a:solidFill>
              <a:srgbClr val="2B3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13479"/>
          </a:solidFill>
          <a:ln w="12700">
            <a:solidFill>
              <a:srgbClr val="5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221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سَاثَ</a:t>
            </a:r>
            <a:endParaRPr lang="ar-SA" sz="7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EED5E"/>
          </a:solidFill>
          <a:ln w="12700">
            <a:solidFill>
              <a:srgbClr val="8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352E0"/>
          </a:solidFill>
          <a:ln w="12700">
            <a:solidFill>
              <a:srgbClr val="C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CDB70"/>
          </a:solidFill>
          <a:ln w="12700">
            <a:solidFill>
              <a:srgbClr val="B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E"/>
          </a:solidFill>
          <a:ln w="12700">
            <a:solidFill>
              <a:srgbClr val="47856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864"/>
          </a:solidFill>
          <a:ln w="12700">
            <a:solidFill>
              <a:srgbClr val="D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A47"/>
          </a:solidFill>
          <a:ln w="12700">
            <a:solidFill>
              <a:srgbClr val="D1B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E"/>
          </a:solidFill>
          <a:ln w="12700">
            <a:solidFill>
              <a:srgbClr val="642B3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034"/>
          </a:solidFill>
          <a:ln w="12700">
            <a:solidFill>
              <a:srgbClr val="794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1ED"/>
          </a:solidFill>
          <a:ln w="12700">
            <a:solidFill>
              <a:srgbClr val="5EB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259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أَسَابَ</a:t>
            </a:r>
            <a:endParaRPr lang="ar-SA" sz="5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F52"/>
          </a:solidFill>
          <a:ln w="12700">
            <a:solidFill>
              <a:srgbClr val="E09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7DB"/>
          </a:solidFill>
          <a:ln w="12700">
            <a:solidFill>
              <a:srgbClr val="70D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E4785"/>
          </a:solidFill>
          <a:ln w="12700">
            <a:solidFill>
              <a:srgbClr val="5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5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بَسَاتَ</a:t>
            </a:r>
            <a:endParaRPr lang="ar-SA" sz="5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B"/>
          </a:solidFill>
          <a:ln w="12700">
            <a:solidFill>
              <a:srgbClr val="64D8B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8"/>
          </a:solidFill>
          <a:ln w="12700">
            <a:solidFill>
              <a:srgbClr val="47D19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9237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تَسَاثَ</a:t>
            </a:r>
            <a:endParaRPr lang="ar-SA" sz="5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ثَسَاجَ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3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C642B"/>
          </a:solidFill>
          <a:ln w="12700">
            <a:solidFill>
              <a:srgbClr val="4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A7934"/>
          </a:solidFill>
          <a:ln w="12700">
            <a:solidFill>
              <a:srgbClr val="3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078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جَسَاحَ</a:t>
            </a:r>
            <a:endParaRPr lang="ar-SA" sz="6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73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حَسَاخَ</a:t>
            </a:r>
            <a:endParaRPr lang="ar-SA" sz="6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5"/>
          </a:solidFill>
          <a:ln w="12700">
            <a:solidFill>
              <a:srgbClr val="ED5ED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8111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خَسَادَ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C"/>
          </a:solidFill>
          <a:ln w="12700">
            <a:solidFill>
              <a:srgbClr val="52E07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570DB"/>
          </a:solidFill>
          <a:ln w="12700">
            <a:solidFill>
              <a:srgbClr val="C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F47"/>
          </a:solidFill>
          <a:ln w="12700">
            <a:solidFill>
              <a:srgbClr val="854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24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دَسَاذَ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E64D8"/>
          </a:solidFill>
          <a:ln w="12700">
            <a:solidFill>
              <a:srgbClr val="9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647D1"/>
          </a:solidFill>
          <a:ln w="12700">
            <a:solidFill>
              <a:srgbClr val="7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95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ذَسَارَ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873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رَسَازَ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4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A64"/>
          </a:solidFill>
          <a:ln w="12700">
            <a:solidFill>
              <a:srgbClr val="2B5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B79"/>
          </a:solidFill>
          <a:ln w="12700">
            <a:solidFill>
              <a:srgbClr val="344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زَسَاأَ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أَسَا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25E"/>
          </a:solidFill>
          <a:ln w="12700">
            <a:solidFill>
              <a:srgbClr val="EDE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852E0"/>
          </a:solidFill>
          <a:ln w="12700">
            <a:solidFill>
              <a:srgbClr val="5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B70"/>
          </a:solidFill>
          <a:ln w="12700">
            <a:solidFill>
              <a:srgbClr val="DBA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8547"/>
          </a:solidFill>
          <a:ln w="12700">
            <a:solidFill>
              <a:srgbClr val="4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164"/>
          </a:solidFill>
          <a:ln w="12700">
            <a:solidFill>
              <a:srgbClr val="D88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347"/>
          </a:solidFill>
          <a:ln w="12700">
            <a:solidFill>
              <a:srgbClr val="D15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2B64"/>
          </a:solidFill>
          <a:ln w="12700">
            <a:solidFill>
              <a:srgbClr val="5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C"/>
          </a:solidFill>
          <a:ln w="12700">
            <a:solidFill>
              <a:srgbClr val="79345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64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E"/>
          </a:solidFill>
          <a:ln w="12700">
            <a:solidFill>
              <a:srgbClr val="5EEDB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F"/>
          </a:solidFill>
          <a:ln w="12700">
            <a:solidFill>
              <a:srgbClr val="E0526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0"/>
          </a:solidFill>
          <a:ln w="12700">
            <a:solidFill>
              <a:srgbClr val="70DB9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E85"/>
          </a:solidFill>
          <a:ln w="12700">
            <a:solidFill>
              <a:srgbClr val="475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4"/>
          </a:solidFill>
          <a:ln w="12700">
            <a:solidFill>
              <a:srgbClr val="6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ED147"/>
          </a:solidFill>
          <a:ln w="12700">
            <a:solidFill>
              <a:srgbClr val="5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زَسَا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12B"/>
          </a:solidFill>
          <a:ln w="12700">
            <a:solidFill>
              <a:srgbClr val="645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7934"/>
          </a:solidFill>
          <a:ln w="12700">
            <a:solidFill>
              <a:srgbClr val="6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7890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9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67890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71754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8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69138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</a:t>
            </a:r>
            <a:endParaRPr lang="ar-SA" sz="11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شَاأَ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B5EED"/>
          </a:solidFill>
          <a:ln w="12700">
            <a:solidFill>
              <a:srgbClr val="9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474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شَابَ</a:t>
            </a:r>
            <a:endParaRPr lang="ar-SA" sz="7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2E052"/>
          </a:solidFill>
          <a:ln w="12700">
            <a:solidFill>
              <a:srgbClr val="9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570DB"/>
          </a:solidFill>
          <a:ln w="12700">
            <a:solidFill>
              <a:srgbClr val="7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D"/>
          </a:solidFill>
          <a:ln w="12700">
            <a:solidFill>
              <a:srgbClr val="85476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92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شَاتَ</a:t>
            </a:r>
            <a:endParaRPr lang="ar-SA" sz="7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0D8"/>
          </a:solidFill>
          <a:ln w="12700">
            <a:solidFill>
              <a:srgbClr val="648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0D1"/>
          </a:solidFill>
          <a:ln w="12700">
            <a:solidFill>
              <a:srgbClr val="478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92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شَاثَ</a:t>
            </a:r>
            <a:endParaRPr lang="ar-SA" sz="7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94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شَاجَ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3"/>
          </a:solidFill>
          <a:ln w="12700">
            <a:solidFill>
              <a:srgbClr val="2B64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4"/>
          </a:solidFill>
          <a:ln w="12700">
            <a:solidFill>
              <a:srgbClr val="34797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94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شَاحَ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94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شَاخَ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75E"/>
          </a:solidFill>
          <a:ln w="12700">
            <a:solidFill>
              <a:srgbClr val="ED7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شَادَ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6E0"/>
          </a:solidFill>
          <a:ln w="12700">
            <a:solidFill>
              <a:srgbClr val="52B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6"/>
          </a:solidFill>
          <a:ln w="12700">
            <a:solidFill>
              <a:srgbClr val="DB708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8547"/>
          </a:solidFill>
          <a:ln w="12700">
            <a:solidFill>
              <a:srgbClr val="7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شَاذَ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D"/>
          </a:solidFill>
          <a:ln w="12700">
            <a:solidFill>
              <a:srgbClr val="D8649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2"/>
          </a:solidFill>
          <a:ln w="12700">
            <a:solidFill>
              <a:srgbClr val="D147A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شَارَ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شَازَ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52B64"/>
          </a:solidFill>
          <a:ln w="12700">
            <a:solidFill>
              <a:srgbClr val="3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33479"/>
          </a:solidFill>
          <a:ln w="12700">
            <a:solidFill>
              <a:srgbClr val="6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0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شَاسَ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259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أَشَابَ</a:t>
            </a:r>
            <a:endParaRPr lang="ar-SA" sz="5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9ED5E"/>
          </a:solidFill>
          <a:ln w="12700">
            <a:solidFill>
              <a:srgbClr val="6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56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بَشَاتَ</a:t>
            </a:r>
            <a:endParaRPr lang="ar-SA" sz="5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2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A"/>
          </a:solidFill>
          <a:ln w="12700">
            <a:solidFill>
              <a:srgbClr val="E052D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1DB70"/>
          </a:solidFill>
          <a:ln w="12700">
            <a:solidFill>
              <a:srgbClr val="A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D"/>
          </a:solidFill>
          <a:ln w="12700">
            <a:solidFill>
              <a:srgbClr val="47857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04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تَشَاثَ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AD864"/>
          </a:solidFill>
          <a:ln w="12700">
            <a:solidFill>
              <a:srgbClr val="B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5D147"/>
          </a:solidFill>
          <a:ln w="12700">
            <a:solidFill>
              <a:srgbClr val="C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ثَشَاجَ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672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جَشَاحَ</a:t>
            </a:r>
            <a:endParaRPr lang="ar-SA" sz="6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431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F"/>
          </a:solidFill>
          <a:ln w="12700">
            <a:solidFill>
              <a:srgbClr val="642B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134"/>
          </a:solidFill>
          <a:ln w="12700">
            <a:solidFill>
              <a:srgbClr val="795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672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حَشَاخَ</a:t>
            </a:r>
            <a:endParaRPr lang="ar-SA" sz="6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825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خَشَادَ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DED"/>
          </a:solidFill>
          <a:ln w="12700">
            <a:solidFill>
              <a:srgbClr val="5E8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324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دَشَاذَ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2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452"/>
          </a:solidFill>
          <a:ln w="12700">
            <a:solidFill>
              <a:srgbClr val="E0C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BDB"/>
          </a:solidFill>
          <a:ln w="12700">
            <a:solidFill>
              <a:srgbClr val="70B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4785"/>
          </a:solidFill>
          <a:ln w="12700">
            <a:solidFill>
              <a:srgbClr val="6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95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ذَشَارَ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7D8"/>
          </a:solidFill>
          <a:ln w="12700">
            <a:solidFill>
              <a:srgbClr val="64D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B"/>
          </a:solidFill>
          <a:ln w="12700">
            <a:solidFill>
              <a:srgbClr val="47D1B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37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رَشَازَ</a:t>
            </a:r>
            <a:endParaRPr lang="ar-SA" sz="6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زَشَاسَ</a:t>
            </a:r>
            <a:endParaRPr lang="ar-SA" sz="4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D642B"/>
          </a:solidFill>
          <a:ln w="12700">
            <a:solidFill>
              <a:srgbClr val="3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0"/>
          </a:solidFill>
          <a:ln w="12700">
            <a:solidFill>
              <a:srgbClr val="34794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9009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سَشَاأَ</a:t>
            </a:r>
            <a:endParaRPr lang="ar-SA" sz="6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أَشَا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1"/>
          </a:solidFill>
          <a:ln w="12700">
            <a:solidFill>
              <a:srgbClr val="ED5EB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83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بَشَا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0"/>
          </a:solidFill>
          <a:ln w="12700">
            <a:solidFill>
              <a:srgbClr val="52E0A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6"/>
          </a:solidFill>
          <a:ln w="12700">
            <a:solidFill>
              <a:srgbClr val="DB70D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F47"/>
          </a:solidFill>
          <a:ln w="12700">
            <a:solidFill>
              <a:srgbClr val="855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C64D8"/>
          </a:solidFill>
          <a:ln w="12700">
            <a:solidFill>
              <a:srgbClr val="B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947D1"/>
          </a:solidFill>
          <a:ln w="12700">
            <a:solidFill>
              <a:srgbClr val="9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12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جَشَا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C64"/>
          </a:solidFill>
          <a:ln w="12700">
            <a:solidFill>
              <a:srgbClr val="2B4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979"/>
          </a:solidFill>
          <a:ln w="12700">
            <a:solidFill>
              <a:srgbClr val="343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4ED5E"/>
          </a:solidFill>
          <a:ln w="12700">
            <a:solidFill>
              <a:srgbClr val="D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1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D52E0"/>
          </a:solidFill>
          <a:ln w="12700">
            <a:solidFill>
              <a:srgbClr val="7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670"/>
          </a:solidFill>
          <a:ln w="12700">
            <a:solidFill>
              <a:srgbClr val="DBC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0"/>
          </a:solidFill>
          <a:ln w="12700">
            <a:solidFill>
              <a:srgbClr val="47855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F64"/>
          </a:solidFill>
          <a:ln w="12700">
            <a:solidFill>
              <a:srgbClr val="D89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747"/>
          </a:solidFill>
          <a:ln w="12700">
            <a:solidFill>
              <a:srgbClr val="D17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رَشَا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زَشَا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3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A"/>
          </a:solidFill>
          <a:ln w="12700">
            <a:solidFill>
              <a:srgbClr val="642B5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A"/>
          </a:solidFill>
          <a:ln w="12700">
            <a:solidFill>
              <a:srgbClr val="79344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504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سَشَا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556973" y="896112"/>
            <a:ext cx="193340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5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556973" y="896112"/>
            <a:ext cx="193340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سَالَ</a:t>
            </a:r>
            <a:endParaRPr lang="ar-SA" sz="5300" dirty="0"/>
          </a:p>
        </p:txBody>
      </p:sp>
      <p:sp>
        <p:nvSpPr>
          <p:cNvPr id="12" name="C2 W2 pill"/>
          <p:cNvSpPr/>
          <p:nvPr/>
        </p:nvSpPr>
        <p:spPr>
          <a:xfrm>
            <a:off x="2653627" y="896112"/>
            <a:ext cx="158330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5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53627" y="896112"/>
            <a:ext cx="158330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مَاءٌ</a:t>
            </a:r>
            <a:endParaRPr lang="ar-SA" sz="53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66199" y="2834640"/>
            <a:ext cx="32116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66199" y="2834640"/>
            <a:ext cx="32116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سَالَ مَاءٌ</a:t>
            </a:r>
            <a:endParaRPr lang="ar-SA" sz="5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3"/>
          </a:solidFill>
          <a:ln w="12700">
            <a:solidFill>
              <a:srgbClr val="5EEDE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601964" y="896112"/>
            <a:ext cx="221307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3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601964" y="896112"/>
            <a:ext cx="221307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شَاهَدَ</a:t>
            </a:r>
            <a:endParaRPr lang="ar-SA" sz="5400" dirty="0"/>
          </a:p>
        </p:txBody>
      </p:sp>
      <p:sp>
        <p:nvSpPr>
          <p:cNvPr id="20" name="C2 W2 pill"/>
          <p:cNvSpPr/>
          <p:nvPr/>
        </p:nvSpPr>
        <p:spPr>
          <a:xfrm>
            <a:off x="2328961" y="896112"/>
            <a:ext cx="195296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3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28961" y="896112"/>
            <a:ext cx="195296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قَمَرًا</a:t>
            </a:r>
            <a:endParaRPr lang="ar-SA" sz="5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637282" y="2834640"/>
            <a:ext cx="386943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637282" y="2834640"/>
            <a:ext cx="386943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شَاهَدَ قَمَرًا</a:t>
            </a:r>
            <a:endParaRPr lang="ar-SA" sz="5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952"/>
          </a:solidFill>
          <a:ln w="12700">
            <a:solidFill>
              <a:srgbClr val="E05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B"/>
          </a:solidFill>
          <a:ln w="12700">
            <a:solidFill>
              <a:srgbClr val="70DBA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E85"/>
          </a:solidFill>
          <a:ln w="12700">
            <a:solidFill>
              <a:srgbClr val="474E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96660" y="896112"/>
            <a:ext cx="199255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C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96660" y="896112"/>
            <a:ext cx="199255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454786" y="896112"/>
            <a:ext cx="19218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C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54786" y="896112"/>
            <a:ext cx="19218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سَالِمٌ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63830" y="2834640"/>
            <a:ext cx="361634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63830" y="2834640"/>
            <a:ext cx="361634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 سَالِمٌ</a:t>
            </a:r>
            <a:endParaRPr lang="ar-SA" sz="4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74</Slides>
  <Notes>74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7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alif 07-seen-sheen</dc:title>
  <dc:subject>PptxGenJS Presentation</dc:subject>
  <dc:creator>PptxGenJS</dc:creator>
  <cp:lastModifiedBy>PptxGenJS</cp:lastModifiedBy>
  <cp:revision>1</cp:revision>
  <dcterms:created xsi:type="dcterms:W3CDTF">2026-10-21T19:55:55Z</dcterms:created>
  <dcterms:modified xsi:type="dcterms:W3CDTF">2026-10-21T19:55:55Z</dcterms:modified>
</cp:coreProperties>
</file>