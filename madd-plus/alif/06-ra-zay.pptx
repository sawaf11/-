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97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ED5E"/>
          </a:solidFill>
          <a:ln w="12700">
            <a:solidFill>
              <a:srgbClr val="B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E052"/>
          </a:solidFill>
          <a:ln w="12700">
            <a:solidFill>
              <a:srgbClr val="5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44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1280" y="896112"/>
            <a:ext cx="16944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1280" y="896112"/>
            <a:ext cx="16944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638258" y="896112"/>
            <a:ext cx="18529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38258" y="896112"/>
            <a:ext cx="18529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جَارًا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69589" y="2834640"/>
            <a:ext cx="32048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69589" y="2834640"/>
            <a:ext cx="32048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زَارَ جَارًا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8996" y="896112"/>
            <a:ext cx="15539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8996" y="896112"/>
            <a:ext cx="15539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51079" y="896112"/>
            <a:ext cx="17678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51079" y="896112"/>
            <a:ext cx="17678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وَعَادَ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5066" y="2834640"/>
            <a:ext cx="30138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5066" y="2834640"/>
            <a:ext cx="30138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رَاحَ وَعَادَ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94601" y="896112"/>
            <a:ext cx="17217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94601" y="896112"/>
            <a:ext cx="17217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27697" y="896112"/>
            <a:ext cx="18468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3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27697" y="896112"/>
            <a:ext cx="18468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رَجُلٌ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319" y="2834640"/>
            <a:ext cx="31013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319" y="2834640"/>
            <a:ext cx="31013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سَارَ رَجُلٌ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06-ra-zay</dc:title>
  <dc:subject>PptxGenJS Presentation</dc:subject>
  <dc:creator>PptxGenJS</dc:creator>
  <cp:lastModifiedBy>PptxGenJS</cp:lastModifiedBy>
  <cp:revision>1</cp:revision>
  <dcterms:created xsi:type="dcterms:W3CDTF">2026-10-21T18:02:03Z</dcterms:created>
  <dcterms:modified xsi:type="dcterms:W3CDTF">2026-10-21T18:02:03Z</dcterms:modified>
</cp:coreProperties>
</file>