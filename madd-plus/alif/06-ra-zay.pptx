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109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7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109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97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4290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</a:t>
            </a:r>
            <a:endParaRPr lang="ar-SA" sz="10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ED5E"/>
          </a:solidFill>
          <a:ln w="12700">
            <a:solidFill>
              <a:srgbClr val="B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52E0"/>
          </a:solidFill>
          <a:ln w="12700">
            <a:solidFill>
              <a:srgbClr val="9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4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2ED"/>
          </a:solidFill>
          <a:ln w="12700">
            <a:solidFill>
              <a:srgbClr val="5EE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E52"/>
          </a:solidFill>
          <a:ln w="12700">
            <a:solidFill>
              <a:srgbClr val="E06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4"/>
          </a:solidFill>
          <a:ln w="12700">
            <a:solidFill>
              <a:srgbClr val="64D8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9"/>
          </a:solidFill>
          <a:ln w="12700">
            <a:solidFill>
              <a:srgbClr val="47D1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أَرَابَ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16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بَرَاتَ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84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تَرَاثَ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5EED"/>
          </a:solidFill>
          <a:ln w="12700">
            <a:solidFill>
              <a:srgbClr val="D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ثَرَاجَ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E052"/>
          </a:solidFill>
          <a:ln w="12700">
            <a:solidFill>
              <a:srgbClr val="5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جَرَاحَ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64D8"/>
          </a:solidFill>
          <a:ln w="12700">
            <a:solidFill>
              <a:srgbClr val="7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8D1"/>
          </a:solidFill>
          <a:ln w="12700">
            <a:solidFill>
              <a:srgbClr val="474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حَرَاخَ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خَرَادَ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A"/>
          </a:solidFill>
          <a:ln w="12700">
            <a:solidFill>
              <a:srgbClr val="2B64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96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دَرَاذَ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ذَرَاأَ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15E"/>
          </a:solidFill>
          <a:ln w="12700">
            <a:solidFill>
              <a:srgbClr val="EDB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أَرَا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CE0"/>
          </a:solidFill>
          <a:ln w="12700">
            <a:solidFill>
              <a:srgbClr val="527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670"/>
          </a:solidFill>
          <a:ln w="12700">
            <a:solidFill>
              <a:srgbClr val="DB8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E"/>
          </a:solidFill>
          <a:ln w="12700">
            <a:solidFill>
              <a:srgbClr val="D864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B"/>
          </a:solidFill>
          <a:ln w="12700">
            <a:solidFill>
              <a:srgbClr val="D147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تَرَا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ثَرَا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خَرَا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DB70"/>
          </a:solidFill>
          <a:ln w="12700">
            <a:solidFill>
              <a:srgbClr val="7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BD864"/>
          </a:solidFill>
          <a:ln w="12700">
            <a:solidFill>
              <a:srgbClr val="8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2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5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632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244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6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47589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</a:t>
            </a:r>
            <a:endParaRPr lang="ar-SA" sz="9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زَاأَ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زَابَ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5EED"/>
          </a:solidFill>
          <a:ln w="12700">
            <a:solidFill>
              <a:srgbClr val="6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زَاتَ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E052"/>
          </a:solidFill>
          <a:ln w="12700">
            <a:solidFill>
              <a:srgbClr val="C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زَاثَ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FD1"/>
          </a:solidFill>
          <a:ln w="12700">
            <a:solidFill>
              <a:srgbClr val="47A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97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زَاجَ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97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زَاحَ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زَاخَ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زَادَ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زَاذَ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A"/>
          </a:solidFill>
          <a:ln w="12700">
            <a:solidFill>
              <a:srgbClr val="52E0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زَارَ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5"/>
          </a:solidFill>
          <a:ln w="12700">
            <a:solidFill>
              <a:srgbClr val="D864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1"/>
          </a:solidFill>
          <a:ln w="12700">
            <a:solidFill>
              <a:srgbClr val="D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أَزَابَ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41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بَزَاتَ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84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تَزَاثَ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ثَزَاجَ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ED5E"/>
          </a:solidFill>
          <a:ln w="12700">
            <a:solidFill>
              <a:srgbClr val="9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186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جَزَاحَ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52E0"/>
          </a:solidFill>
          <a:ln w="12700">
            <a:solidFill>
              <a:srgbClr val="B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DB70"/>
          </a:solidFill>
          <a:ln w="12700">
            <a:solidFill>
              <a:srgbClr val="C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حَزَاخَ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E47"/>
          </a:solidFill>
          <a:ln w="12700">
            <a:solidFill>
              <a:srgbClr val="D1A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خَزَادَ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دَزَاذَ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ذَزَارَ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رَزَاأَ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أَزَا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352"/>
          </a:solidFill>
          <a:ln w="12700">
            <a:solidFill>
              <a:srgbClr val="E09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7"/>
          </a:solidFill>
          <a:ln w="12700">
            <a:solidFill>
              <a:srgbClr val="70DB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بَزَا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تَزَا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ثَزَا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جَزَا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حَزَا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1"/>
          </a:solidFill>
          <a:ln w="12700">
            <a:solidFill>
              <a:srgbClr val="ED5E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خَزَا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F"/>
          </a:solidFill>
          <a:ln w="12700">
            <a:solidFill>
              <a:srgbClr val="52E0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70DB"/>
          </a:solidFill>
          <a:ln w="12700">
            <a:solidFill>
              <a:srgbClr val="B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دَزَا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64D8"/>
          </a:solidFill>
          <a:ln w="12700">
            <a:solidFill>
              <a:srgbClr val="9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A47D1"/>
          </a:solidFill>
          <a:ln w="12700">
            <a:solidFill>
              <a:srgbClr val="6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رَزَا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11280" y="896112"/>
            <a:ext cx="1694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7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11280" y="896112"/>
            <a:ext cx="1694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زَارَ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638258" y="896112"/>
            <a:ext cx="18529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7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38258" y="896112"/>
            <a:ext cx="18529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جَارًا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69589" y="2834640"/>
            <a:ext cx="32048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69589" y="2834640"/>
            <a:ext cx="32048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زَارَ جَارًا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38996" y="896112"/>
            <a:ext cx="15539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38996" y="896112"/>
            <a:ext cx="15539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رَاحَ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751079" y="896112"/>
            <a:ext cx="17678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5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51079" y="896112"/>
            <a:ext cx="17678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وَعَادَ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65066" y="2834640"/>
            <a:ext cx="30138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65066" y="2834640"/>
            <a:ext cx="30138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رَاحَ وَعَادَ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55E"/>
          </a:solidFill>
          <a:ln w="12700">
            <a:solidFill>
              <a:srgbClr val="EDD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94601" y="896112"/>
            <a:ext cx="17217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3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94601" y="896112"/>
            <a:ext cx="17217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سَارَ</a:t>
            </a:r>
            <a:endParaRPr lang="ar-SA" sz="4700" dirty="0"/>
          </a:p>
        </p:txBody>
      </p:sp>
      <p:sp>
        <p:nvSpPr>
          <p:cNvPr id="20" name="C2 W2 pill"/>
          <p:cNvSpPr/>
          <p:nvPr/>
        </p:nvSpPr>
        <p:spPr>
          <a:xfrm>
            <a:off x="2627697" y="896112"/>
            <a:ext cx="18468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3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27697" y="896112"/>
            <a:ext cx="18468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رَجُلٌ</a:t>
            </a:r>
            <a:endParaRPr lang="ar-SA" sz="47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21319" y="2834640"/>
            <a:ext cx="310136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21319" y="2834640"/>
            <a:ext cx="310136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سَارَ رَجُلٌ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06-ra-zay</dc:title>
  <dc:subject>PptxGenJS Presentation</dc:subject>
  <dc:creator>PptxGenJS</dc:creator>
  <cp:lastModifiedBy>PptxGenJS</cp:lastModifiedBy>
  <cp:revision>1</cp:revision>
  <dcterms:created xsi:type="dcterms:W3CDTF">2026-10-21T17:57:47Z</dcterms:created>
  <dcterms:modified xsi:type="dcterms:W3CDTF">2026-10-21T17:57:47Z</dcterms:modified>
</cp:coreProperties>
</file>