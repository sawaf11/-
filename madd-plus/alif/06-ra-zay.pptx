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97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16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تَرَاثَ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E052"/>
          </a:solidFill>
          <a:ln w="12700">
            <a:solidFill>
              <a:srgbClr val="5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8D1"/>
          </a:solidFill>
          <a:ln w="12700">
            <a:solidFill>
              <a:srgbClr val="474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دَرَاذَ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ذَرَاأَ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E"/>
          </a:solidFill>
          <a:ln w="12700">
            <a:solidFill>
              <a:srgbClr val="D864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44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758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زَابَ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زَاتَ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E052"/>
          </a:solidFill>
          <a:ln w="12700">
            <a:solidFill>
              <a:srgbClr val="C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زَاثَ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FD1"/>
          </a:solidFill>
          <a:ln w="12700">
            <a:solidFill>
              <a:srgbClr val="47A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زَاجَ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زَاحَ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زَادَ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4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تَزَاثَ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ED5E"/>
          </a:solidFill>
          <a:ln w="12700">
            <a:solidFill>
              <a:srgbClr val="9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1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جَزَاحَ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دَزَاذَ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ذَزَارَ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رَزَاأَ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1280" y="896112"/>
            <a:ext cx="1694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1280" y="896112"/>
            <a:ext cx="1694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638258" y="896112"/>
            <a:ext cx="18529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8258" y="896112"/>
            <a:ext cx="18529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جَارًا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69589" y="2834640"/>
            <a:ext cx="32048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69589" y="2834640"/>
            <a:ext cx="32048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 جَارًا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38996" y="896112"/>
            <a:ext cx="15539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38996" y="896112"/>
            <a:ext cx="15539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51079" y="896112"/>
            <a:ext cx="17678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51079" y="896112"/>
            <a:ext cx="17678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وَعَادَ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5066" y="2834640"/>
            <a:ext cx="30138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5066" y="2834640"/>
            <a:ext cx="30138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 وَعَادَ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94601" y="896112"/>
            <a:ext cx="17217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3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94601" y="896112"/>
            <a:ext cx="17217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627697" y="896112"/>
            <a:ext cx="18468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3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27697" y="896112"/>
            <a:ext cx="18468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21319" y="2834640"/>
            <a:ext cx="31013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21319" y="2834640"/>
            <a:ext cx="31013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 رَجُلٌ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06-ra-zay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