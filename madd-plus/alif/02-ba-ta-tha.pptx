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70DB"/>
          </a:solidFill>
          <a:ln w="12700">
            <a:solidFill>
              <a:srgbClr val="C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6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6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46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24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4624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</a:t>
            </a:r>
            <a:endParaRPr lang="ar-SA" sz="10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64D8"/>
          </a:solidFill>
          <a:ln w="12700">
            <a:solidFill>
              <a:srgbClr val="A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47D1"/>
          </a:solidFill>
          <a:ln w="12700">
            <a:solidFill>
              <a:srgbClr val="7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31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بَاأَ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بَاتَ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9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بَاثَ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بَاجَ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بَاحَ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947"/>
          </a:solidFill>
          <a:ln w="12700">
            <a:solidFill>
              <a:srgbClr val="D15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أَبَاتَ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2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تَبَاثَ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ثَبَاجَ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4"/>
          </a:solidFill>
          <a:ln w="12700">
            <a:solidFill>
              <a:srgbClr val="5EED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جَبَاحَ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حَبَاخَ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33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خَبَادَ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دَبَاأَ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31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أَبَا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7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تَبَا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4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70DB"/>
          </a:solidFill>
          <a:ln w="12700">
            <a:solidFill>
              <a:srgbClr val="7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BD1"/>
          </a:solidFill>
          <a:ln w="12700">
            <a:solidFill>
              <a:srgbClr val="477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7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55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9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718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D5E"/>
          </a:solidFill>
          <a:ln w="12700">
            <a:solidFill>
              <a:srgbClr val="ED7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تَاأَ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65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تَابَ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تَاثَ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تَاجَ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تَاحَ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4"/>
          </a:solidFill>
          <a:ln w="12700">
            <a:solidFill>
              <a:srgbClr val="E052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D147"/>
          </a:solidFill>
          <a:ln w="12700">
            <a:solidFill>
              <a:srgbClr val="B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2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بَتَاثَ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ثَتَاجَ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جَتَاحَ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حَتَاخَ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7ED"/>
          </a:solidFill>
          <a:ln w="12700">
            <a:solidFill>
              <a:srgbClr val="5E8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912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خَتَادَ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7DB"/>
          </a:solidFill>
          <a:ln w="12700">
            <a:solidFill>
              <a:srgbClr val="70B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دَتَاأَ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1"/>
          </a:solidFill>
          <a:ln w="12700">
            <a:solidFill>
              <a:srgbClr val="47D1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B"/>
          </a:solidFill>
          <a:ln w="12700">
            <a:solidFill>
              <a:srgbClr val="ED5EA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44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6"/>
          </a:solidFill>
          <a:ln w="12700">
            <a:solidFill>
              <a:srgbClr val="52E0A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64D8"/>
          </a:solidFill>
          <a:ln w="12700">
            <a:solidFill>
              <a:srgbClr val="C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621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3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7621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236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7398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</a:t>
            </a:r>
            <a:endParaRPr lang="ar-SA" sz="10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ثَاأَ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ثَابَ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3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ثَاتَ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ثَاجَ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464"/>
          </a:solidFill>
          <a:ln w="12700">
            <a:solidFill>
              <a:srgbClr val="D8A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C47"/>
          </a:solidFill>
          <a:ln w="12700">
            <a:solidFill>
              <a:srgbClr val="D17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ثَاحَ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ثَاخَ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أَثَابَ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4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بَثَاتَ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F52"/>
          </a:solidFill>
          <a:ln w="12700">
            <a:solidFill>
              <a:srgbClr val="E05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443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تَثَاجَ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7"/>
          </a:solidFill>
          <a:ln w="12700">
            <a:solidFill>
              <a:srgbClr val="64D8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A"/>
          </a:solidFill>
          <a:ln w="12700">
            <a:solidFill>
              <a:srgbClr val="47D1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97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جَثَاحَ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حَثَاخَ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20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خَثَادَ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دَثَاأَ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5EED"/>
          </a:solidFill>
          <a:ln w="12700">
            <a:solidFill>
              <a:srgbClr val="C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E052"/>
          </a:solidFill>
          <a:ln w="12700">
            <a:solidFill>
              <a:srgbClr val="6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70DB"/>
          </a:solidFill>
          <a:ln w="12700">
            <a:solidFill>
              <a:srgbClr val="9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12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بَثَا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64D8"/>
          </a:solidFill>
          <a:ln w="12700">
            <a:solidFill>
              <a:srgbClr val="6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7D1"/>
          </a:solidFill>
          <a:ln w="12700">
            <a:solidFill>
              <a:srgbClr val="475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40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جَثَا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5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5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15E"/>
          </a:solidFill>
          <a:ln w="12700">
            <a:solidFill>
              <a:srgbClr val="EDA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CE0"/>
          </a:solidFill>
          <a:ln w="12700">
            <a:solidFill>
              <a:srgbClr val="528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A70"/>
          </a:solidFill>
          <a:ln w="12700">
            <a:solidFill>
              <a:srgbClr val="DB7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8547"/>
          </a:solidFill>
          <a:ln w="12700">
            <a:solidFill>
              <a:srgbClr val="6B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72686" y="896112"/>
            <a:ext cx="16598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0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72686" y="896112"/>
            <a:ext cx="16598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بَابٌ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611506" y="896112"/>
            <a:ext cx="19411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0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11506" y="896112"/>
            <a:ext cx="19411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وَاسِعٌ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38662" y="2834640"/>
            <a:ext cx="3266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38662" y="2834640"/>
            <a:ext cx="3266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بَابٌ وَاسِعٌ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B"/>
          </a:solidFill>
          <a:ln w="12700">
            <a:solidFill>
              <a:srgbClr val="D864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A"/>
          </a:solidFill>
          <a:ln w="12700">
            <a:solidFill>
              <a:srgbClr val="D147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92467" y="896112"/>
            <a:ext cx="186432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F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92467" y="896112"/>
            <a:ext cx="18643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تَابَ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487206" y="896112"/>
            <a:ext cx="19852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87206" y="896112"/>
            <a:ext cx="19852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وَعَادَ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5768" y="2834640"/>
            <a:ext cx="3552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5768" y="2834640"/>
            <a:ext cx="3552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تَابَ وَعَادَ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05695" y="896112"/>
            <a:ext cx="19004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05695" y="896112"/>
            <a:ext cx="19004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</a:t>
            </a:r>
            <a:endParaRPr lang="ar-SA" sz="4800" dirty="0"/>
          </a:p>
        </p:txBody>
      </p:sp>
      <p:sp>
        <p:nvSpPr>
          <p:cNvPr id="13" name="C2 W2 pill"/>
          <p:cNvSpPr/>
          <p:nvPr/>
        </p:nvSpPr>
        <p:spPr>
          <a:xfrm>
            <a:off x="2637869" y="896112"/>
            <a:ext cx="16477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1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37869" y="896112"/>
            <a:ext cx="16477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ثِيَابًا</a:t>
            </a:r>
            <a:endParaRPr lang="ar-SA" sz="48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16961" y="2834640"/>
            <a:ext cx="311007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16961" y="2834640"/>
            <a:ext cx="311007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 ثِيَابًا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02-ba-ta-tha</dc:title>
  <dc:subject>PptxGenJS Presentation</dc:subject>
  <dc:creator>PptxGenJS</dc:creator>
  <cp:lastModifiedBy>PptxGenJS</cp:lastModifiedBy>
  <cp:revision>1</cp:revision>
  <dcterms:created xsi:type="dcterms:W3CDTF">2026-10-21T19:55:55Z</dcterms:created>
  <dcterms:modified xsi:type="dcterms:W3CDTF">2026-10-21T19:55:55Z</dcterms:modified>
</cp:coreProperties>
</file>