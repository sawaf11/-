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24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بَاأَ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بَاتَ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9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بَاثَ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بَاجَ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تَبَاثَ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3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7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5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D5E"/>
          </a:solidFill>
          <a:ln w="12700">
            <a:solidFill>
              <a:srgbClr val="ED7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D147"/>
          </a:solidFill>
          <a:ln w="12700">
            <a:solidFill>
              <a:srgbClr val="B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بَتَاثَ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7ED"/>
          </a:solidFill>
          <a:ln w="12700">
            <a:solidFill>
              <a:srgbClr val="5E8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1"/>
          </a:solidFill>
          <a:ln w="12700">
            <a:solidFill>
              <a:srgbClr val="47D1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6"/>
          </a:solidFill>
          <a:ln w="12700">
            <a:solidFill>
              <a:srgbClr val="52E0A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64D8"/>
          </a:solidFill>
          <a:ln w="12700">
            <a:solidFill>
              <a:srgbClr val="C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بَثَاتَ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97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1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2686" y="896112"/>
            <a:ext cx="16598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2686" y="896112"/>
            <a:ext cx="16598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بَابٌ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11506" y="896112"/>
            <a:ext cx="1941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1506" y="896112"/>
            <a:ext cx="1941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38662" y="2834640"/>
            <a:ext cx="3266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38662" y="2834640"/>
            <a:ext cx="3266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بَابٌ وَاسِعٌ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2467" y="896112"/>
            <a:ext cx="18643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F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2467" y="896112"/>
            <a:ext cx="18643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487206" y="896112"/>
            <a:ext cx="19852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7206" y="896112"/>
            <a:ext cx="19852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وَعَادَ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5768" y="2834640"/>
            <a:ext cx="3552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5768" y="2834640"/>
            <a:ext cx="3552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 وَعَادَ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05695" y="896112"/>
            <a:ext cx="19004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05695" y="896112"/>
            <a:ext cx="19004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637869" y="896112"/>
            <a:ext cx="1647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1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37869" y="896112"/>
            <a:ext cx="1647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ثِيَابًا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16961" y="2834640"/>
            <a:ext cx="31100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16961" y="2834640"/>
            <a:ext cx="31100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ثِيَابًا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02-ba-ta-tha</dc:title>
  <dc:subject>PptxGenJS Presentation</dc:subject>
  <dc:creator>PptxGenJS</dc:creator>
  <cp:lastModifiedBy>PptxGenJS</cp:lastModifiedBy>
  <cp:revision>1</cp:revision>
  <dcterms:created xsi:type="dcterms:W3CDTF">2026-10-21T18:02:03Z</dcterms:created>
  <dcterms:modified xsi:type="dcterms:W3CDTF">2026-10-21T18:02:03Z</dcterms:modified>
</cp:coreProperties>
</file>