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259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754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8D8"/>
          </a:solidFill>
          <a:ln w="12700">
            <a:solidFill>
              <a:srgbClr val="64C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مَاأَ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9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مَاسَ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6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مَاشَ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4ED"/>
          </a:solidFill>
          <a:ln w="12700">
            <a:solidFill>
              <a:srgbClr val="5EE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8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أَمَابَ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66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بَمَاتَ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تَمَاثَ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ثَمَاجَ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92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جَمَاحَ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حَمَاخَ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30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خَمَادَ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D"/>
          </a:solidFill>
          <a:ln w="12700">
            <a:solidFill>
              <a:srgbClr val="D147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9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دَمَاذَ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ذَمَارَ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رَمَازَ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زَمَاسَ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سَمَاشَ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2"/>
          </a:solidFill>
          <a:ln w="12700">
            <a:solidFill>
              <a:srgbClr val="E052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شَمَاصَ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صَمَاضَ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8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ضَمَاطَ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9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طَمَاظَ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ظَمَاعَ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75EED"/>
          </a:solidFill>
          <a:ln w="12700">
            <a:solidFill>
              <a:srgbClr val="6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عَمَاغَ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0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غَمَافَ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فَمَاقَ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00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قَمَاكَ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69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كَمَالَ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لَمَاأَ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07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452E0"/>
          </a:solidFill>
          <a:ln w="12700">
            <a:solidFill>
              <a:srgbClr val="B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C47"/>
          </a:solidFill>
          <a:ln w="12700">
            <a:solidFill>
              <a:srgbClr val="D1A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2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0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1723" y="896112"/>
            <a:ext cx="14456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1723" y="896112"/>
            <a:ext cx="14456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46612" y="896112"/>
            <a:ext cx="18850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46612" y="896112"/>
            <a:ext cx="18850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مَازِنٌ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2670" y="2834640"/>
            <a:ext cx="30186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2670" y="2834640"/>
            <a:ext cx="30186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 مَازِنٌ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23732" y="896112"/>
            <a:ext cx="14756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3732" y="896112"/>
            <a:ext cx="14756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مَاءٌ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44631" y="896112"/>
            <a:ext cx="22590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44631" y="896112"/>
            <a:ext cx="22590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وَطَعَامٌ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67926" y="2834640"/>
            <a:ext cx="34081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67926" y="2834640"/>
            <a:ext cx="34081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مَاءٌ وَطَعَامٌ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AE0"/>
          </a:solidFill>
          <a:ln w="12700">
            <a:solidFill>
              <a:srgbClr val="525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26596" y="896112"/>
            <a:ext cx="16054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26596" y="896112"/>
            <a:ext cx="16054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مَالٌ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611973" y="896112"/>
            <a:ext cx="1994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9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11973" y="896112"/>
            <a:ext cx="1994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وَمَتَاعٌ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26730" y="2834640"/>
            <a:ext cx="32905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26730" y="2834640"/>
            <a:ext cx="32905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مَالٌ وَمَتَاعٌ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14-meem</dc:title>
  <dc:subject>PptxGenJS Presentation</dc:subject>
  <dc:creator>PptxGenJS</dc:creator>
  <cp:lastModifiedBy>PptxGenJS</cp:lastModifiedBy>
  <cp:revision>1</cp:revision>
  <dcterms:created xsi:type="dcterms:W3CDTF">2026-10-21T17:57:47Z</dcterms:created>
  <dcterms:modified xsi:type="dcterms:W3CDTF">2026-10-21T17:57:47Z</dcterms:modified>
</cp:coreProperties>
</file>