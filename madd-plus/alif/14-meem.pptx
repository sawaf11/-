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752"/>
          </a:solidFill>
          <a:ln w="12700">
            <a:solidFill>
              <a:srgbClr val="E0D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DDB"/>
          </a:solidFill>
          <a:ln w="12700">
            <a:solidFill>
              <a:srgbClr val="70A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707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4707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259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5754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8D8"/>
          </a:solidFill>
          <a:ln w="12700">
            <a:solidFill>
              <a:srgbClr val="64C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E"/>
          </a:solidFill>
          <a:ln w="12700">
            <a:solidFill>
              <a:srgbClr val="47D1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مَاأَ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84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99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57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57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2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D"/>
          </a:solidFill>
          <a:ln w="12700">
            <a:solidFill>
              <a:srgbClr val="ED5E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3"/>
          </a:solidFill>
          <a:ln w="12700">
            <a:solidFill>
              <a:srgbClr val="52E0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8"/>
          </a:solidFill>
          <a:ln w="12700">
            <a:solidFill>
              <a:srgbClr val="DB70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64D8"/>
          </a:solidFill>
          <a:ln w="12700">
            <a:solidFill>
              <a:srgbClr val="C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47D1"/>
          </a:solidFill>
          <a:ln w="12700">
            <a:solidFill>
              <a:srgbClr val="A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30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07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ED5E"/>
          </a:solidFill>
          <a:ln w="12700">
            <a:solidFill>
              <a:srgbClr val="C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052E0"/>
          </a:solidFill>
          <a:ln w="12700">
            <a:solidFill>
              <a:srgbClr val="9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470"/>
          </a:solidFill>
          <a:ln w="12700">
            <a:solidFill>
              <a:srgbClr val="DBD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94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مَاسَ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F64"/>
          </a:solidFill>
          <a:ln w="12700">
            <a:solidFill>
              <a:srgbClr val="D8A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947"/>
          </a:solidFill>
          <a:ln w="12700">
            <a:solidFill>
              <a:srgbClr val="D18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6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مَاشَ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27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27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30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مَاصَ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1"/>
          </a:solidFill>
          <a:ln w="12700">
            <a:solidFill>
              <a:srgbClr val="7934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60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مَاضَ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4ED"/>
          </a:solidFill>
          <a:ln w="12700">
            <a:solidFill>
              <a:srgbClr val="5EE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C52"/>
          </a:solidFill>
          <a:ln w="12700">
            <a:solidFill>
              <a:srgbClr val="E06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A"/>
          </a:solidFill>
          <a:ln w="12700">
            <a:solidFill>
              <a:srgbClr val="70DB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766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مَاعَ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2"/>
          </a:solidFill>
          <a:ln w="12700">
            <a:solidFill>
              <a:srgbClr val="64D8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7"/>
          </a:solidFill>
          <a:ln w="12700">
            <a:solidFill>
              <a:srgbClr val="47D1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5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5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4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مَافَ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97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مَاقَ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82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مَاكَ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25EED"/>
          </a:solidFill>
          <a:ln w="12700">
            <a:solidFill>
              <a:srgbClr val="D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87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E052"/>
          </a:solidFill>
          <a:ln w="12700">
            <a:solidFill>
              <a:srgbClr val="5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70DB"/>
          </a:solidFill>
          <a:ln w="12700">
            <a:solidFill>
              <a:srgbClr val="9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أَمَابَ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564D8"/>
          </a:solidFill>
          <a:ln w="12700">
            <a:solidFill>
              <a:srgbClr val="7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AD1"/>
          </a:solidFill>
          <a:ln w="12700">
            <a:solidFill>
              <a:srgbClr val="474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66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بَمَاتَ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010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تَمَاثَ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ثَمَاجَ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92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جَمَاحَ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F5E"/>
          </a:solidFill>
          <a:ln w="12700">
            <a:solidFill>
              <a:srgbClr val="EDA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حَمَاخَ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EE0"/>
          </a:solidFill>
          <a:ln w="12700">
            <a:solidFill>
              <a:srgbClr val="527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470"/>
          </a:solidFill>
          <a:ln w="12700">
            <a:solidFill>
              <a:srgbClr val="DB8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830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خَمَادَ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0"/>
          </a:solidFill>
          <a:ln w="12700">
            <a:solidFill>
              <a:srgbClr val="D864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D"/>
          </a:solidFill>
          <a:ln w="12700">
            <a:solidFill>
              <a:srgbClr val="D1476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94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دَمَاذَ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ذَمَارَ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2B64"/>
          </a:solidFill>
          <a:ln w="12700">
            <a:solidFill>
              <a:srgbClr val="4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5"/>
          </a:solidFill>
          <a:ln w="12700">
            <a:solidFill>
              <a:srgbClr val="7934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786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رَمَازَ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زَمَاسَ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B"/>
          </a:solidFill>
          <a:ln w="12700">
            <a:solidFill>
              <a:srgbClr val="5EED8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54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54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سَمَاشَ</a:t>
            </a:r>
            <a:endParaRPr lang="ar-SA" sz="5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2"/>
          </a:solidFill>
          <a:ln w="12700">
            <a:solidFill>
              <a:srgbClr val="E052A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7DB70"/>
          </a:solidFill>
          <a:ln w="12700">
            <a:solidFill>
              <a:srgbClr val="7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4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4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6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شَمَاصَ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D864"/>
          </a:solidFill>
          <a:ln w="12700">
            <a:solidFill>
              <a:srgbClr val="8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D147"/>
          </a:solidFill>
          <a:ln w="12700">
            <a:solidFill>
              <a:srgbClr val="8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75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صَمَاضَ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08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ضَمَاطَ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09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طَمَاظَ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78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78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ظَمَاعَ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75EED"/>
          </a:solidFill>
          <a:ln w="12700">
            <a:solidFill>
              <a:srgbClr val="6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520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520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عَمَاغَ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E052"/>
          </a:solidFill>
          <a:ln w="12700">
            <a:solidFill>
              <a:srgbClr val="C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2DB"/>
          </a:solidFill>
          <a:ln w="12700">
            <a:solidFill>
              <a:srgbClr val="709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20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20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20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غَمَافَ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AD8"/>
          </a:solidFill>
          <a:ln w="12700">
            <a:solidFill>
              <a:srgbClr val="64A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1D1"/>
          </a:solidFill>
          <a:ln w="12700">
            <a:solidFill>
              <a:srgbClr val="47B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78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78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14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فَمَاقَ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350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350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400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قَمَاكَ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69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كَمَالَ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238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لَمَاأَ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9"/>
          </a:solidFill>
          <a:ln w="12700">
            <a:solidFill>
              <a:srgbClr val="ED5E7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أَمَا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8"/>
          </a:solidFill>
          <a:ln w="12700">
            <a:solidFill>
              <a:srgbClr val="52E0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C"/>
          </a:solidFill>
          <a:ln w="12700">
            <a:solidFill>
              <a:srgbClr val="DB70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47D1"/>
          </a:solidFill>
          <a:ln w="12700">
            <a:solidFill>
              <a:srgbClr val="C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05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57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57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3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0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ED5E"/>
          </a:solidFill>
          <a:ln w="12700">
            <a:solidFill>
              <a:srgbClr val="9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07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452E0"/>
          </a:solidFill>
          <a:ln w="12700">
            <a:solidFill>
              <a:srgbClr val="B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0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C64"/>
          </a:solidFill>
          <a:ln w="12700">
            <a:solidFill>
              <a:srgbClr val="D8C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C47"/>
          </a:solidFill>
          <a:ln w="12700">
            <a:solidFill>
              <a:srgbClr val="D1A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07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زَمَا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0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0ED"/>
          </a:solidFill>
          <a:ln w="12700">
            <a:solidFill>
              <a:srgbClr val="5EC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52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152"/>
          </a:solidFill>
          <a:ln w="12700">
            <a:solidFill>
              <a:srgbClr val="E09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727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727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0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0"/>
          </a:solidFill>
          <a:ln w="12700">
            <a:solidFill>
              <a:srgbClr val="64D8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A"/>
          </a:solidFill>
          <a:ln w="12700">
            <a:solidFill>
              <a:srgbClr val="47D1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05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0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4"/>
          </a:solidFill>
          <a:ln w="12700">
            <a:solidFill>
              <a:srgbClr val="ED5EE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75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75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505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D"/>
          </a:solidFill>
          <a:ln w="12700">
            <a:solidFill>
              <a:srgbClr val="52E0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A70DB"/>
          </a:solidFill>
          <a:ln w="12700">
            <a:solidFill>
              <a:srgbClr val="B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64D8"/>
          </a:solidFill>
          <a:ln w="12700">
            <a:solidFill>
              <a:srgbClr val="9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47D1"/>
          </a:solidFill>
          <a:ln w="12700">
            <a:solidFill>
              <a:srgbClr val="6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22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51723" y="896112"/>
            <a:ext cx="14456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51723" y="896112"/>
            <a:ext cx="14456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746612" y="896112"/>
            <a:ext cx="188507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8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46612" y="896112"/>
            <a:ext cx="188507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مَازِنٌ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62670" y="2834640"/>
            <a:ext cx="30186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62670" y="2834640"/>
            <a:ext cx="30186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نَامَ مَازِنٌ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35E"/>
          </a:solidFill>
          <a:ln w="12700">
            <a:solidFill>
              <a:srgbClr val="EDD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123732" y="896112"/>
            <a:ext cx="14756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3732" y="896112"/>
            <a:ext cx="14756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مَاءٌ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44631" y="896112"/>
            <a:ext cx="22590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44631" y="896112"/>
            <a:ext cx="22590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وَطَعَامٌ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67926" y="2834640"/>
            <a:ext cx="34081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67926" y="2834640"/>
            <a:ext cx="34081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مَاءٌ وَطَعَامٌ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AE0"/>
          </a:solidFill>
          <a:ln w="12700">
            <a:solidFill>
              <a:srgbClr val="525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070"/>
          </a:solidFill>
          <a:ln w="12700">
            <a:solidFill>
              <a:srgbClr val="DBA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26596" y="896112"/>
            <a:ext cx="16054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9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26596" y="896112"/>
            <a:ext cx="16054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مَالٌ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611973" y="896112"/>
            <a:ext cx="1994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9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11973" y="896112"/>
            <a:ext cx="1994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وَمَتَاعٌ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26730" y="2834640"/>
            <a:ext cx="32905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26730" y="2834640"/>
            <a:ext cx="32905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مَالٌ وَمَتَاعٌ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14-meem</dc:title>
  <dc:subject>PptxGenJS Presentation</dc:subject>
  <dc:creator>PptxGenJS</dc:creator>
  <cp:lastModifiedBy>PptxGenJS</cp:lastModifiedBy>
  <cp:revision>1</cp:revision>
  <dcterms:created xsi:type="dcterms:W3CDTF">2026-10-21T18:02:04Z</dcterms:created>
  <dcterms:modified xsi:type="dcterms:W3CDTF">2026-10-21T18:02:04Z</dcterms:modified>
</cp:coreProperties>
</file>