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1723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1723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6612" y="896112"/>
            <a:ext cx="18850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6612" y="896112"/>
            <a:ext cx="18850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مَازِنٌ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2670" y="2834640"/>
            <a:ext cx="30186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2670" y="2834640"/>
            <a:ext cx="30186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مَازِنٌ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23732" y="896112"/>
            <a:ext cx="1475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3732" y="896112"/>
            <a:ext cx="1475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44631" y="896112"/>
            <a:ext cx="22590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44631" y="896112"/>
            <a:ext cx="22590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وَطَعَامٌ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7926" y="2834640"/>
            <a:ext cx="3408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7926" y="2834640"/>
            <a:ext cx="3408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 وَطَعَامٌ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6596" y="896112"/>
            <a:ext cx="16054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6596" y="896112"/>
            <a:ext cx="16054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973" y="896112"/>
            <a:ext cx="1994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973" y="896112"/>
            <a:ext cx="1994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وَمَتَاعٌ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26730" y="2834640"/>
            <a:ext cx="32905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26730" y="2834640"/>
            <a:ext cx="32905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 وَمَتَاعٌ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14-meem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