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0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25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134"/>
          </a:solidFill>
          <a:ln w="12700">
            <a:solidFill>
              <a:srgbClr val="794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B"/>
          </a:solidFill>
          <a:ln w="12700">
            <a:solidFill>
              <a:srgbClr val="47D1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2"/>
          </a:solidFill>
          <a:ln w="12700">
            <a:solidFill>
              <a:srgbClr val="ED5E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64D8"/>
          </a:solidFill>
          <a:ln w="12700">
            <a:solidFill>
              <a:srgbClr val="A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55E"/>
          </a:solidFill>
          <a:ln w="12700">
            <a:solidFill>
              <a:srgbClr val="EDE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464"/>
          </a:solidFill>
          <a:ln w="12700">
            <a:solidFill>
              <a:srgbClr val="D88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أَعَابَ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4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بَعَاتَ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تَعَاثَ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2"/>
          </a:solidFill>
          <a:ln w="12700">
            <a:solidFill>
              <a:srgbClr val="5EED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ثَعَاجَ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2"/>
          </a:solidFill>
          <a:ln w="12700">
            <a:solidFill>
              <a:srgbClr val="70DB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883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جَعَاحَ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7"/>
          </a:solidFill>
          <a:ln w="12700">
            <a:solidFill>
              <a:srgbClr val="64D8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حَعَاخَ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91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خَعَادَ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دَعَاذَ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ذَعَارَ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رَعَازَ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52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زَعَاسَ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ED8"/>
          </a:solidFill>
          <a:ln w="12700">
            <a:solidFill>
              <a:srgbClr val="647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DD1"/>
          </a:solidFill>
          <a:ln w="12700">
            <a:solidFill>
              <a:srgbClr val="477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سَعَاشَ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شَعَاصَ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صَعَاضَ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ضَعَاطَ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A5E"/>
          </a:solidFill>
          <a:ln w="12700">
            <a:solidFill>
              <a:srgbClr val="ED7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طَعَاظَ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3E0"/>
          </a:solidFill>
          <a:ln w="12700">
            <a:solidFill>
              <a:srgbClr val="52B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ظَعَاأَ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B"/>
          </a:solidFill>
          <a:ln w="12700">
            <a:solidFill>
              <a:srgbClr val="D864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D864"/>
          </a:solidFill>
          <a:ln w="12700">
            <a:solidFill>
              <a:srgbClr val="B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AED"/>
          </a:solidFill>
          <a:ln w="12700">
            <a:solidFill>
              <a:srgbClr val="5E8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752"/>
          </a:solidFill>
          <a:ln w="12700">
            <a:solidFill>
              <a:srgbClr val="E0C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9DB"/>
          </a:solidFill>
          <a:ln w="12700">
            <a:solidFill>
              <a:srgbClr val="70B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5D8"/>
          </a:solidFill>
          <a:ln w="12700">
            <a:solidFill>
              <a:srgbClr val="64D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E"/>
          </a:solidFill>
          <a:ln w="12700">
            <a:solidFill>
              <a:srgbClr val="47D1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2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8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1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6962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غَابَ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ED5E"/>
          </a:solidFill>
          <a:ln w="12700">
            <a:solidFill>
              <a:srgbClr val="D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870"/>
          </a:solidFill>
          <a:ln w="12700">
            <a:solidFill>
              <a:srgbClr val="DBC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غَاخَ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غَاذَ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غَارَ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غَازَ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C52"/>
          </a:solidFill>
          <a:ln w="12700">
            <a:solidFill>
              <a:srgbClr val="E05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7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غَاسَ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غَاشَ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غَاصَ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غَاضَ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غَاطَ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5EED"/>
          </a:solidFill>
          <a:ln w="12700">
            <a:solidFill>
              <a:srgbClr val="C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غَاظَ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AD1"/>
          </a:solidFill>
          <a:ln w="12700">
            <a:solidFill>
              <a:srgbClr val="475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أَغَابَ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3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بَغَاتَ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4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تَغَاثَ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ثَغَاجَ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جَغَاحَ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870"/>
          </a:solidFill>
          <a:ln w="12700">
            <a:solidFill>
              <a:srgbClr val="DB7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حَغَاخَ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80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خَغَادَ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دَغَاذَ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ذَغَارَ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0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رَغَازَ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B"/>
          </a:solidFill>
          <a:ln w="12700">
            <a:solidFill>
              <a:srgbClr val="5EED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4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زَغَاسَ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2"/>
          </a:solidFill>
          <a:ln w="12700">
            <a:solidFill>
              <a:srgbClr val="E052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DB70"/>
          </a:solidFill>
          <a:ln w="12700">
            <a:solidFill>
              <a:srgbClr val="8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سَغَاشَ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شَغَاصَ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79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صَغَاضَ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ضَغَاطَ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طَغَاظَ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ظَغَاعَ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عَغَاأَ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1D1"/>
          </a:solidFill>
          <a:ln w="12700">
            <a:solidFill>
              <a:srgbClr val="47C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1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9"/>
          </a:solidFill>
          <a:ln w="12700">
            <a:solidFill>
              <a:srgbClr val="ED5E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42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47D1"/>
          </a:solidFill>
          <a:ln w="12700">
            <a:solidFill>
              <a:srgbClr val="B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52E0"/>
          </a:solidFill>
          <a:ln w="12700">
            <a:solidFill>
              <a:srgbClr val="A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0ED"/>
          </a:solidFill>
          <a:ln w="12700">
            <a:solidFill>
              <a:srgbClr val="5ED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82603" y="896112"/>
            <a:ext cx="19572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82603" y="896112"/>
            <a:ext cx="19572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غَابَ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504125" y="896112"/>
            <a:ext cx="1858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04125" y="896112"/>
            <a:ext cx="1858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14935" y="2834640"/>
            <a:ext cx="35141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14935" y="2834640"/>
            <a:ext cx="35141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غَابَ قَمَرٌ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62883" y="896112"/>
            <a:ext cx="14928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4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62883" y="896112"/>
            <a:ext cx="14928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788305" y="896112"/>
            <a:ext cx="17545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88305" y="896112"/>
            <a:ext cx="17545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غَانِمٌ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36076" y="2834640"/>
            <a:ext cx="28718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36076" y="2834640"/>
            <a:ext cx="28718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 غَانِمٌ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4521" y="896112"/>
            <a:ext cx="19043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4521" y="896112"/>
            <a:ext cx="19043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85171" y="896112"/>
            <a:ext cx="21493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85171" y="896112"/>
            <a:ext cx="21493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عَامِرٌ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01661" y="2834640"/>
            <a:ext cx="37406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01661" y="2834640"/>
            <a:ext cx="37406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 عَامِرٌ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10-ain-ghain</dc:title>
  <dc:subject>PptxGenJS Presentation</dc:subject>
  <dc:creator>PptxGenJS</dc:creator>
  <cp:lastModifiedBy>PptxGenJS</cp:lastModifiedBy>
  <cp:revision>1</cp:revision>
  <dcterms:created xsi:type="dcterms:W3CDTF">2026-10-21T19:55:56Z</dcterms:created>
  <dcterms:modified xsi:type="dcterms:W3CDTF">2026-10-21T19:55:56Z</dcterms:modified>
</cp:coreProperties>
</file>