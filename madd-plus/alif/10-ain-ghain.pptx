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</p:sldIdLst>
  <p:notesMasterIdLst>
    <p:notesMasterId r:id="rId1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notesMaster" Target="notesMasters/notesMaster1.xml"/><Relationship Id="rId113" Type="http://schemas.openxmlformats.org/officeDocument/2006/relationships/presProps" Target="presProps.xml"/><Relationship Id="rId114" Type="http://schemas.openxmlformats.org/officeDocument/2006/relationships/viewProps" Target="viewProps.xml"/><Relationship Id="rId115" Type="http://schemas.openxmlformats.org/officeDocument/2006/relationships/theme" Target="theme/theme1.xml"/><Relationship Id="rId1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454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0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5454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225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58940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C"/>
          </a:solidFill>
          <a:ln w="12700">
            <a:solidFill>
              <a:srgbClr val="642B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134"/>
          </a:solidFill>
          <a:ln w="12700">
            <a:solidFill>
              <a:srgbClr val="794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EED"/>
          </a:solidFill>
          <a:ln w="12700">
            <a:solidFill>
              <a:srgbClr val="5EA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99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352"/>
          </a:solidFill>
          <a:ln w="12700">
            <a:solidFill>
              <a:srgbClr val="E0A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4DB"/>
          </a:solidFill>
          <a:ln w="12700">
            <a:solidFill>
              <a:srgbClr val="70D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4785"/>
          </a:solidFill>
          <a:ln w="12700">
            <a:solidFill>
              <a:srgbClr val="6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E"/>
          </a:solidFill>
          <a:ln w="12700">
            <a:solidFill>
              <a:srgbClr val="64D8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B"/>
          </a:solidFill>
          <a:ln w="12700">
            <a:solidFill>
              <a:srgbClr val="47D19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642B"/>
          </a:solidFill>
          <a:ln w="12700">
            <a:solidFill>
              <a:srgbClr val="4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7934"/>
          </a:solidFill>
          <a:ln w="12700">
            <a:solidFill>
              <a:srgbClr val="3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2"/>
          </a:solidFill>
          <a:ln w="12700">
            <a:solidFill>
              <a:srgbClr val="ED5ED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F"/>
          </a:solidFill>
          <a:ln w="12700">
            <a:solidFill>
              <a:srgbClr val="52E0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70DB"/>
          </a:solidFill>
          <a:ln w="12700">
            <a:solidFill>
              <a:srgbClr val="C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64D8"/>
          </a:solidFill>
          <a:ln w="12700">
            <a:solidFill>
              <a:srgbClr val="A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47D1"/>
          </a:solidFill>
          <a:ln w="12700">
            <a:solidFill>
              <a:srgbClr val="7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06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عَاسَ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964"/>
          </a:solidFill>
          <a:ln w="12700">
            <a:solidFill>
              <a:srgbClr val="2B5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عَاشَ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3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عَاصَ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55E"/>
          </a:solidFill>
          <a:ln w="12700">
            <a:solidFill>
              <a:srgbClr val="EDE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60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عَاضَ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D70"/>
          </a:solidFill>
          <a:ln w="12700">
            <a:solidFill>
              <a:srgbClr val="DBA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464"/>
          </a:solidFill>
          <a:ln w="12700">
            <a:solidFill>
              <a:srgbClr val="D88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747"/>
          </a:solidFill>
          <a:ln w="12700">
            <a:solidFill>
              <a:srgbClr val="D15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أَعَابَ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B"/>
          </a:solidFill>
          <a:ln w="12700">
            <a:solidFill>
              <a:srgbClr val="7934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43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بَعَاتَ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2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تَعَاثَ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2"/>
          </a:solidFill>
          <a:ln w="12700">
            <a:solidFill>
              <a:srgbClr val="5EEDC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ثَعَاجَ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B"/>
          </a:solidFill>
          <a:ln w="12700">
            <a:solidFill>
              <a:srgbClr val="E052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2"/>
          </a:solidFill>
          <a:ln w="12700">
            <a:solidFill>
              <a:srgbClr val="70DB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D85"/>
          </a:solidFill>
          <a:ln w="12700">
            <a:solidFill>
              <a:srgbClr val="475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883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جَعَاحَ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7"/>
          </a:solidFill>
          <a:ln w="12700">
            <a:solidFill>
              <a:srgbClr val="64D86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AD147"/>
          </a:solidFill>
          <a:ln w="12700">
            <a:solidFill>
              <a:srgbClr val="5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حَعَاخَ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891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خَعَادَ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7934"/>
          </a:solidFill>
          <a:ln w="12700">
            <a:solidFill>
              <a:srgbClr val="6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دَعَاذَ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ذَعَارَ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5EED"/>
          </a:solidFill>
          <a:ln w="12700">
            <a:solidFill>
              <a:srgbClr val="9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10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رَعَازَ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FE052"/>
          </a:solidFill>
          <a:ln w="12700">
            <a:solidFill>
              <a:srgbClr val="8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70DB"/>
          </a:solidFill>
          <a:ln w="12700">
            <a:solidFill>
              <a:srgbClr val="7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C"/>
          </a:solidFill>
          <a:ln w="12700">
            <a:solidFill>
              <a:srgbClr val="8547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52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زَعَاسَ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ED8"/>
          </a:solidFill>
          <a:ln w="12700">
            <a:solidFill>
              <a:srgbClr val="647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DD1"/>
          </a:solidFill>
          <a:ln w="12700">
            <a:solidFill>
              <a:srgbClr val="477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سَعَاشَ</a:t>
            </a:r>
            <a:endParaRPr lang="ar-SA" sz="5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شَعَاصَ</a:t>
            </a:r>
            <a:endParaRPr lang="ar-SA" sz="4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6"/>
          </a:solidFill>
          <a:ln w="12700">
            <a:solidFill>
              <a:srgbClr val="3479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69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صَعَاضَ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ضَعَاطَ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A5E"/>
          </a:solidFill>
          <a:ln w="12700">
            <a:solidFill>
              <a:srgbClr val="ED7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59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طَعَاظَ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3E0"/>
          </a:solidFill>
          <a:ln w="12700">
            <a:solidFill>
              <a:srgbClr val="52B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3"/>
          </a:solidFill>
          <a:ln w="12700">
            <a:solidFill>
              <a:srgbClr val="DB70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8547"/>
          </a:solidFill>
          <a:ln w="12700">
            <a:solidFill>
              <a:srgbClr val="7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ظَعَاأَ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B"/>
          </a:solidFill>
          <a:ln w="12700">
            <a:solidFill>
              <a:srgbClr val="D8649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F"/>
          </a:solidFill>
          <a:ln w="12700">
            <a:solidFill>
              <a:srgbClr val="D1479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2B64"/>
          </a:solidFill>
          <a:ln w="12700">
            <a:solidFill>
              <a:srgbClr val="3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3479"/>
          </a:solidFill>
          <a:ln w="12700">
            <a:solidFill>
              <a:srgbClr val="6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ED5E"/>
          </a:solidFill>
          <a:ln w="12700">
            <a:solidFill>
              <a:srgbClr val="6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6"/>
          </a:solidFill>
          <a:ln w="12700">
            <a:solidFill>
              <a:srgbClr val="E052D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DB70"/>
          </a:solidFill>
          <a:ln w="12700">
            <a:solidFill>
              <a:srgbClr val="9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F"/>
          </a:solidFill>
          <a:ln w="12700">
            <a:solidFill>
              <a:srgbClr val="4785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D864"/>
          </a:solidFill>
          <a:ln w="12700">
            <a:solidFill>
              <a:srgbClr val="B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D147"/>
          </a:solidFill>
          <a:ln w="12700">
            <a:solidFill>
              <a:srgbClr val="C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E"/>
          </a:solidFill>
          <a:ln w="12700">
            <a:solidFill>
              <a:srgbClr val="642B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334"/>
          </a:solidFill>
          <a:ln w="12700">
            <a:solidFill>
              <a:srgbClr val="795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AED"/>
          </a:solidFill>
          <a:ln w="12700">
            <a:solidFill>
              <a:srgbClr val="5E8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752"/>
          </a:solidFill>
          <a:ln w="12700">
            <a:solidFill>
              <a:srgbClr val="E0C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9DB"/>
          </a:solidFill>
          <a:ln w="12700">
            <a:solidFill>
              <a:srgbClr val="70B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5D8"/>
          </a:solidFill>
          <a:ln w="12700">
            <a:solidFill>
              <a:srgbClr val="64D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E"/>
          </a:solidFill>
          <a:ln w="12700">
            <a:solidFill>
              <a:srgbClr val="47D1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2"/>
          </a:solidFill>
          <a:ln w="12700">
            <a:solidFill>
              <a:srgbClr val="3479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D"/>
          </a:solidFill>
          <a:ln w="12700">
            <a:solidFill>
              <a:srgbClr val="ED5E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4"/>
          </a:solidFill>
          <a:ln w="12700">
            <a:solidFill>
              <a:srgbClr val="52E0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3"/>
          </a:solidFill>
          <a:ln w="12700">
            <a:solidFill>
              <a:srgbClr val="DB70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4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2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64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86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1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69627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64D8"/>
          </a:solidFill>
          <a:ln w="12700">
            <a:solidFill>
              <a:srgbClr val="B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C47D1"/>
          </a:solidFill>
          <a:ln w="12700">
            <a:solidFill>
              <a:srgbClr val="9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غَابَ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879"/>
          </a:solidFill>
          <a:ln w="12700">
            <a:solidFill>
              <a:srgbClr val="343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05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غَاتَ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05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غَاثَ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1ED5E"/>
          </a:solidFill>
          <a:ln w="12700">
            <a:solidFill>
              <a:srgbClr val="D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غَاجَ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052E0"/>
          </a:solidFill>
          <a:ln w="12700">
            <a:solidFill>
              <a:srgbClr val="8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870"/>
          </a:solidFill>
          <a:ln w="12700">
            <a:solidFill>
              <a:srgbClr val="DBC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غَاحَ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264"/>
          </a:solidFill>
          <a:ln w="12700">
            <a:solidFill>
              <a:srgbClr val="D8A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A47"/>
          </a:solidFill>
          <a:ln w="12700">
            <a:solidFill>
              <a:srgbClr val="D17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غَاخَ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62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غَادَ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9"/>
          </a:solidFill>
          <a:ln w="12700">
            <a:solidFill>
              <a:srgbClr val="642B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9"/>
          </a:solidFill>
          <a:ln w="12700">
            <a:solidFill>
              <a:srgbClr val="7934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غَاذَ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غَارَ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6"/>
          </a:solidFill>
          <a:ln w="12700">
            <a:solidFill>
              <a:srgbClr val="5EEDE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غَازَ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C52"/>
          </a:solidFill>
          <a:ln w="12700">
            <a:solidFill>
              <a:srgbClr val="E05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E"/>
          </a:solidFill>
          <a:ln w="12700">
            <a:solidFill>
              <a:srgbClr val="70DB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D85"/>
          </a:solidFill>
          <a:ln w="12700">
            <a:solidFill>
              <a:srgbClr val="474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7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غَاسَ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5"/>
          </a:solidFill>
          <a:ln w="12700">
            <a:solidFill>
              <a:srgbClr val="64D8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8"/>
          </a:solidFill>
          <a:ln w="12700">
            <a:solidFill>
              <a:srgbClr val="47D1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غَاشَ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78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غَاصَ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12B"/>
          </a:solidFill>
          <a:ln w="12700">
            <a:solidFill>
              <a:srgbClr val="646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7934"/>
          </a:solidFill>
          <a:ln w="12700">
            <a:solidFill>
              <a:srgbClr val="5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78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غَاضَ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غَاطَ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25EED"/>
          </a:solidFill>
          <a:ln w="12700">
            <a:solidFill>
              <a:srgbClr val="C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غَاظَ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AE052"/>
          </a:solidFill>
          <a:ln w="12700">
            <a:solidFill>
              <a:srgbClr val="6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370DB"/>
          </a:solidFill>
          <a:ln w="12700">
            <a:solidFill>
              <a:srgbClr val="9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غَاعَ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64D8"/>
          </a:solidFill>
          <a:ln w="12700">
            <a:solidFill>
              <a:srgbClr val="6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AD1"/>
          </a:solidFill>
          <a:ln w="12700">
            <a:solidFill>
              <a:srgbClr val="475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أَغَابَ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38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بَغَاتَ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3"/>
          </a:solidFill>
          <a:ln w="12700">
            <a:solidFill>
              <a:srgbClr val="2B64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042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تَغَاثَ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ثَغَاجَ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F5E"/>
          </a:solidFill>
          <a:ln w="12700">
            <a:solidFill>
              <a:srgbClr val="ED9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جَغَاحَ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EE0"/>
          </a:solidFill>
          <a:ln w="12700">
            <a:solidFill>
              <a:srgbClr val="528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870"/>
          </a:solidFill>
          <a:ln w="12700">
            <a:solidFill>
              <a:srgbClr val="DB7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حَغَاخَ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D"/>
          </a:solidFill>
          <a:ln w="12700">
            <a:solidFill>
              <a:srgbClr val="D864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C"/>
          </a:solidFill>
          <a:ln w="12700">
            <a:solidFill>
              <a:srgbClr val="D1477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80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خَغَادَ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دَغَاذَ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3479"/>
          </a:solidFill>
          <a:ln w="12700">
            <a:solidFill>
              <a:srgbClr val="7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ذَغَارَ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06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رَغَازَ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B"/>
          </a:solidFill>
          <a:ln w="12700">
            <a:solidFill>
              <a:srgbClr val="5EED7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4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زَغَاسَ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2"/>
          </a:solidFill>
          <a:ln w="12700">
            <a:solidFill>
              <a:srgbClr val="E052B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3DB70"/>
          </a:solidFill>
          <a:ln w="12700">
            <a:solidFill>
              <a:srgbClr val="8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سَغَاشَ</a:t>
            </a:r>
            <a:endParaRPr lang="ar-SA" sz="5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D864"/>
          </a:solidFill>
          <a:ln w="12700">
            <a:solidFill>
              <a:srgbClr val="9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D147"/>
          </a:solidFill>
          <a:ln w="12700">
            <a:solidFill>
              <a:srgbClr val="9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شَغَاصَ</a:t>
            </a:r>
            <a:endParaRPr lang="ar-SA" sz="4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79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صَغَاضَ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62B"/>
          </a:solidFill>
          <a:ln w="12700">
            <a:solidFill>
              <a:srgbClr val="643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534"/>
          </a:solidFill>
          <a:ln w="12700">
            <a:solidFill>
              <a:srgbClr val="796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ضَغَاطَ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59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طَغَاظَ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5ED"/>
          </a:solidFill>
          <a:ln w="12700">
            <a:solidFill>
              <a:srgbClr val="5E6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ظَغَاعَ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E052"/>
          </a:solidFill>
          <a:ln w="12700">
            <a:solidFill>
              <a:srgbClr val="D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DDB"/>
          </a:solidFill>
          <a:ln w="12700">
            <a:solidFill>
              <a:srgbClr val="709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4785"/>
          </a:solidFill>
          <a:ln w="12700">
            <a:solidFill>
              <a:srgbClr val="7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عَغَاأَ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7D8"/>
          </a:solidFill>
          <a:ln w="12700">
            <a:solidFill>
              <a:srgbClr val="64B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1D1"/>
          </a:solidFill>
          <a:ln w="12700">
            <a:solidFill>
              <a:srgbClr val="47C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15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3"/>
          </a:solidFill>
          <a:ln w="12700">
            <a:solidFill>
              <a:srgbClr val="3479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9"/>
          </a:solidFill>
          <a:ln w="12700">
            <a:solidFill>
              <a:srgbClr val="ED5E8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42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8"/>
          </a:solidFill>
          <a:ln w="12700">
            <a:solidFill>
              <a:srgbClr val="52E0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8"/>
          </a:solidFill>
          <a:ln w="12700">
            <a:solidFill>
              <a:srgbClr val="DB70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047"/>
          </a:solidFill>
          <a:ln w="12700">
            <a:solidFill>
              <a:srgbClr val="857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4"/>
          </a:solidFill>
          <a:ln w="12700">
            <a:solidFill>
              <a:srgbClr val="D864D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F47D1"/>
          </a:solidFill>
          <a:ln w="12700">
            <a:solidFill>
              <a:srgbClr val="B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62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3479"/>
          </a:solidFill>
          <a:ln w="12700">
            <a:solidFill>
              <a:srgbClr val="4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ED5E"/>
          </a:solidFill>
          <a:ln w="12700">
            <a:solidFill>
              <a:srgbClr val="A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52E0"/>
          </a:solidFill>
          <a:ln w="12700">
            <a:solidFill>
              <a:srgbClr val="A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3DB70"/>
          </a:solidFill>
          <a:ln w="12700">
            <a:solidFill>
              <a:srgbClr val="D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0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064"/>
          </a:solidFill>
          <a:ln w="12700">
            <a:solidFill>
              <a:srgbClr val="D8C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D47"/>
          </a:solidFill>
          <a:ln w="12700">
            <a:solidFill>
              <a:srgbClr val="D19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0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A"/>
          </a:solidFill>
          <a:ln w="12700">
            <a:solidFill>
              <a:srgbClr val="642B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7"/>
          </a:solidFill>
          <a:ln w="12700">
            <a:solidFill>
              <a:srgbClr val="7934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0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0ED"/>
          </a:solidFill>
          <a:ln w="12700">
            <a:solidFill>
              <a:srgbClr val="5ED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152"/>
          </a:solidFill>
          <a:ln w="12700">
            <a:solidFill>
              <a:srgbClr val="E08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9"/>
          </a:solidFill>
          <a:ln w="12700">
            <a:solidFill>
              <a:srgbClr val="70DB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4785"/>
          </a:solidFill>
          <a:ln w="12700">
            <a:solidFill>
              <a:srgbClr val="5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3"/>
          </a:solidFill>
          <a:ln w="12700">
            <a:solidFill>
              <a:srgbClr val="64D8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B"/>
          </a:solidFill>
          <a:ln w="12700">
            <a:solidFill>
              <a:srgbClr val="47D17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82603" y="896112"/>
            <a:ext cx="19572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E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82603" y="896112"/>
            <a:ext cx="19572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غَابَ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504125" y="896112"/>
            <a:ext cx="18584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E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04125" y="896112"/>
            <a:ext cx="18584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14935" y="2834640"/>
            <a:ext cx="351413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14935" y="2834640"/>
            <a:ext cx="351413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غَابَ قَمَرٌ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62883" y="896112"/>
            <a:ext cx="14928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4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62883" y="896112"/>
            <a:ext cx="14928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عَادَ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788305" y="896112"/>
            <a:ext cx="17545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4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88305" y="896112"/>
            <a:ext cx="17545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غَانِمٌ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36076" y="2834640"/>
            <a:ext cx="287184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36076" y="2834640"/>
            <a:ext cx="287184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عَادَ غَانِمٌ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642B"/>
          </a:solidFill>
          <a:ln w="12700">
            <a:solidFill>
              <a:srgbClr val="5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7934"/>
          </a:solidFill>
          <a:ln w="12700">
            <a:solidFill>
              <a:srgbClr val="48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54521" y="896112"/>
            <a:ext cx="190430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2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54521" y="896112"/>
            <a:ext cx="190430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سَارَ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385171" y="896112"/>
            <a:ext cx="214931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2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85171" y="896112"/>
            <a:ext cx="214931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عَامِرٌ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01661" y="2834640"/>
            <a:ext cx="374067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01661" y="2834640"/>
            <a:ext cx="374067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سَارَ عَامِرٌ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110</Slides>
  <Notes>110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110</vt:i4>
      </vt:variant>
    </vt:vector>
  </HeadingPairs>
  <TitlesOfParts>
    <vt:vector size="1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10-ain-ghain</dc:title>
  <dc:subject>PptxGenJS Presentation</dc:subject>
  <dc:creator>PptxGenJS</dc:creator>
  <cp:lastModifiedBy>PptxGenJS</cp:lastModifiedBy>
  <cp:revision>1</cp:revision>
  <dcterms:created xsi:type="dcterms:W3CDTF">2026-10-21T18:02:04Z</dcterms:created>
  <dcterms:modified xsi:type="dcterms:W3CDTF">2026-10-21T18:02:04Z</dcterms:modified>
</cp:coreProperties>
</file>