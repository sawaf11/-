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25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8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0ED"/>
          </a:solidFill>
          <a:ln w="12700">
            <a:solidFill>
              <a:srgbClr val="5ED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2603" y="896112"/>
            <a:ext cx="19572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2603" y="896112"/>
            <a:ext cx="19572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04125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04125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4935" y="2834640"/>
            <a:ext cx="35141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4935" y="2834640"/>
            <a:ext cx="35141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 قَمَرٌ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62883" y="896112"/>
            <a:ext cx="1492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4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62883" y="896112"/>
            <a:ext cx="1492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788305" y="896112"/>
            <a:ext cx="17545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88305" y="896112"/>
            <a:ext cx="17545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غَانِمٌ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36076" y="2834640"/>
            <a:ext cx="28718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36076" y="2834640"/>
            <a:ext cx="28718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غَانِمٌ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521" y="896112"/>
            <a:ext cx="1904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521" y="896112"/>
            <a:ext cx="1904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85171" y="896112"/>
            <a:ext cx="21493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85171" y="896112"/>
            <a:ext cx="21493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عَامِرٌ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1661" y="2834640"/>
            <a:ext cx="37406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1661" y="2834640"/>
            <a:ext cx="37406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عَامِرٌ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10-ain-ghain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