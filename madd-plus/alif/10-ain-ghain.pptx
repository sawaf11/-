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</p:sldIdLst>
  <p:notesMasterIdLst>
    <p:notesMasterId r:id="rId1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notesMaster" Target="notesMasters/notesMaster1.xml"/><Relationship Id="rId113" Type="http://schemas.openxmlformats.org/officeDocument/2006/relationships/presProps" Target="presProps.xml"/><Relationship Id="rId114" Type="http://schemas.openxmlformats.org/officeDocument/2006/relationships/viewProps" Target="viewProps.xml"/><Relationship Id="rId115" Type="http://schemas.openxmlformats.org/officeDocument/2006/relationships/theme" Target="theme/theme1.xml"/><Relationship Id="rId1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TrSnd" Type="http://schemas.openxmlformats.org/officeDocument/2006/relationships/audio" Target="../media/marimba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TrSnd" Type="http://schemas.openxmlformats.org/officeDocument/2006/relationships/audio" Target="../media/harp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TrSnd" Type="http://schemas.openxmlformats.org/officeDocument/2006/relationships/audio" Target="../media/chime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TrSnd" Type="http://schemas.openxmlformats.org/officeDocument/2006/relationships/audio" Target="../media/whoosh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TrSnd" Type="http://schemas.openxmlformats.org/officeDocument/2006/relationships/audio" Target="../media/bubbles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TrSnd" Type="http://schemas.openxmlformats.org/officeDocument/2006/relationships/audio" Target="../media/sparkle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TrSnd" Type="http://schemas.openxmlformats.org/officeDocument/2006/relationships/audio" Target="../media/marimba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TrSnd" Type="http://schemas.openxmlformats.org/officeDocument/2006/relationships/audio" Target="../media/harp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TrSnd" Type="http://schemas.openxmlformats.org/officeDocument/2006/relationships/audio" Target="../media/chime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TrSnd" Type="http://schemas.openxmlformats.org/officeDocument/2006/relationships/audio" Target="../media/whoosh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TrSnd" Type="http://schemas.openxmlformats.org/officeDocument/2006/relationships/audio" Target="../media/bubbles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TrSnd" Type="http://schemas.openxmlformats.org/officeDocument/2006/relationships/audio" Target="../media/sparkle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TrSnd" Type="http://schemas.openxmlformats.org/officeDocument/2006/relationships/audio" Target="../media/marimba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TrSnd" Type="http://schemas.openxmlformats.org/officeDocument/2006/relationships/audio" Target="../media/harp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TrSnd" Type="http://schemas.openxmlformats.org/officeDocument/2006/relationships/audio" Target="../media/chime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TrSnd" Type="http://schemas.openxmlformats.org/officeDocument/2006/relationships/audio" Target="../media/whoosh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TrSnd" Type="http://schemas.openxmlformats.org/officeDocument/2006/relationships/audio" Target="../media/bubbles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TrSnd" Type="http://schemas.openxmlformats.org/officeDocument/2006/relationships/audio" Target="../media/sparkle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TrSnd" Type="http://schemas.openxmlformats.org/officeDocument/2006/relationships/audio" Target="../media/marimba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TrSnd" Type="http://schemas.openxmlformats.org/officeDocument/2006/relationships/audio" Target="../media/harp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TrSnd" Type="http://schemas.openxmlformats.org/officeDocument/2006/relationships/audio" Target="../media/chime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TrSnd" Type="http://schemas.openxmlformats.org/officeDocument/2006/relationships/audio" Target="../media/whoosh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54540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000" dirty="0"/>
          </a:p>
        </p:txBody>
      </p:sp>
      <p:sp>
        <p:nvSpPr>
          <p:cNvPr id="15" name="C2 V1 vowel"/>
          <p:cNvSpPr txBox="1"/>
          <p:nvPr/>
        </p:nvSpPr>
        <p:spPr>
          <a:xfrm>
            <a:off x="6720840" y="154540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4343400" y="172250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100" dirty="0"/>
          </a:p>
        </p:txBody>
      </p:sp>
      <p:sp>
        <p:nvSpPr>
          <p:cNvPr id="18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R result"/>
          <p:cNvSpPr txBox="1"/>
          <p:nvPr/>
        </p:nvSpPr>
        <p:spPr>
          <a:xfrm>
            <a:off x="685800" y="158940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عَا</a:t>
            </a:r>
            <a:endParaRPr lang="ar-SA" sz="110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31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C"/>
          </a:solidFill>
          <a:ln w="12700">
            <a:solidFill>
              <a:srgbClr val="642B3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134"/>
          </a:solidFill>
          <a:ln w="12700">
            <a:solidFill>
              <a:srgbClr val="7941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203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8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203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8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8747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عَاأَ</a:t>
            </a:r>
            <a:endParaRPr lang="ar-SA" sz="8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057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8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057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8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584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عَابَ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5D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AEED"/>
          </a:solidFill>
          <a:ln w="12700">
            <a:solidFill>
              <a:srgbClr val="5EA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101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8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101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8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6992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عَاتَ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3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A352"/>
          </a:solidFill>
          <a:ln w="12700">
            <a:solidFill>
              <a:srgbClr val="E0A3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B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4DB"/>
          </a:solidFill>
          <a:ln w="12700">
            <a:solidFill>
              <a:srgbClr val="70D4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04785"/>
          </a:solidFill>
          <a:ln w="12700">
            <a:solidFill>
              <a:srgbClr val="60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43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8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43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8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3278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عَاثَ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5F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E"/>
          </a:solidFill>
          <a:ln w="12700">
            <a:solidFill>
              <a:srgbClr val="64D8B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B"/>
          </a:solidFill>
          <a:ln w="12700">
            <a:solidFill>
              <a:srgbClr val="47D19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8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8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688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عَاجَ</a:t>
            </a:r>
            <a:endParaRPr lang="ar-SA" sz="8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8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8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4688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عَاحَ</a:t>
            </a:r>
            <a:endParaRPr lang="ar-SA" sz="8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34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B642B"/>
          </a:solidFill>
          <a:ln w="12700">
            <a:solidFill>
              <a:srgbClr val="4B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87934"/>
          </a:solidFill>
          <a:ln w="12700">
            <a:solidFill>
              <a:srgbClr val="38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033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033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71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عَاخَ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5E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001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8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001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8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87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عَادَ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C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2"/>
          </a:solidFill>
          <a:ln w="12700">
            <a:solidFill>
              <a:srgbClr val="ED5ED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616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8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616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8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665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عَاذَ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F"/>
          </a:solidFill>
          <a:ln w="12700">
            <a:solidFill>
              <a:srgbClr val="52E07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870DB"/>
          </a:solidFill>
          <a:ln w="12700">
            <a:solidFill>
              <a:srgbClr val="C8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147"/>
          </a:solidFill>
          <a:ln w="12700">
            <a:solidFill>
              <a:srgbClr val="8551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97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8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97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8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37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عَارَ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164D8"/>
          </a:solidFill>
          <a:ln w="12700">
            <a:solidFill>
              <a:srgbClr val="A1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947D1"/>
          </a:solidFill>
          <a:ln w="12700">
            <a:solidFill>
              <a:srgbClr val="79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592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8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592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8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760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عَازَ</a:t>
            </a:r>
            <a:endParaRPr lang="ar-SA" sz="88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91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991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5060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عَاسَ</a:t>
            </a:r>
            <a:endParaRPr lang="ar-SA" sz="79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43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964"/>
          </a:solidFill>
          <a:ln w="12700">
            <a:solidFill>
              <a:srgbClr val="2B59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979"/>
          </a:solidFill>
          <a:ln w="12700">
            <a:solidFill>
              <a:srgbClr val="3449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1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11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28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عَاشَ</a:t>
            </a:r>
            <a:endParaRPr lang="ar-SA" sz="79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54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054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6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530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عَاصَ</a:t>
            </a:r>
            <a:endParaRPr lang="ar-SA" sz="77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55E"/>
          </a:solidFill>
          <a:ln w="12700">
            <a:solidFill>
              <a:srgbClr val="EDE5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1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11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960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عَاضَ</a:t>
            </a:r>
            <a:endParaRPr lang="ar-SA" sz="7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B52E0"/>
          </a:solidFill>
          <a:ln w="12700">
            <a:solidFill>
              <a:srgbClr val="5B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6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D70"/>
          </a:solidFill>
          <a:ln w="12700">
            <a:solidFill>
              <a:srgbClr val="DBAD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D8547"/>
          </a:solidFill>
          <a:ln w="12700">
            <a:solidFill>
              <a:srgbClr val="4D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613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8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613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8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6577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عَاطَ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C5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464"/>
          </a:solidFill>
          <a:ln w="12700">
            <a:solidFill>
              <a:srgbClr val="D884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747"/>
          </a:solidFill>
          <a:ln w="12700">
            <a:solidFill>
              <a:srgbClr val="D157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613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8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613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8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6577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عَاظَ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5F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766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20766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2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51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766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2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766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2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أَعَابَ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12B64"/>
          </a:solidFill>
          <a:ln w="12700">
            <a:solidFill>
              <a:srgbClr val="61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B"/>
          </a:solidFill>
          <a:ln w="12700">
            <a:solidFill>
              <a:srgbClr val="79345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766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2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766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2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2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2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51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68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2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68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2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8434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بَعَاتَ</a:t>
            </a:r>
            <a:endParaRPr lang="ar-SA" sz="69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E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8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68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5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2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5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51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5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9735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2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9735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2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0299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تَعَاثَ</a:t>
            </a:r>
            <a:endParaRPr lang="ar-SA" sz="68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2"/>
          </a:solidFill>
          <a:ln w="12700">
            <a:solidFill>
              <a:srgbClr val="5EEDC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9735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2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9735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2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2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2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51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469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2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469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2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ثَعَاجَ</a:t>
            </a:r>
            <a:endParaRPr lang="ar-SA" sz="61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4314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B"/>
          </a:solidFill>
          <a:ln w="12700">
            <a:solidFill>
              <a:srgbClr val="E0526B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D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2"/>
          </a:solidFill>
          <a:ln w="12700">
            <a:solidFill>
              <a:srgbClr val="70DB9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D85"/>
          </a:solidFill>
          <a:ln w="12700">
            <a:solidFill>
              <a:srgbClr val="475D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469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2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469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2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2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2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51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469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2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469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2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58838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جَعَاحَ</a:t>
            </a:r>
            <a:endParaRPr lang="ar-SA" sz="69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D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7"/>
          </a:solidFill>
          <a:ln w="12700">
            <a:solidFill>
              <a:srgbClr val="64D86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AD147"/>
          </a:solidFill>
          <a:ln w="12700">
            <a:solidFill>
              <a:srgbClr val="5A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53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753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39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حَعَاخَ</a:t>
            </a:r>
            <a:endParaRPr lang="ar-SA" sz="65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5C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C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753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9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753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C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39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C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8918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خَعَادَ</a:t>
            </a:r>
            <a:endParaRPr lang="ar-SA" sz="77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431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32B"/>
          </a:solidFill>
          <a:ln w="12700">
            <a:solidFill>
              <a:srgbClr val="6453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C7934"/>
          </a:solidFill>
          <a:ln w="12700">
            <a:solidFill>
              <a:srgbClr val="6C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592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2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592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2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B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2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2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B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51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B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20130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2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20130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2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84454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دَعَاذَ</a:t>
            </a:r>
            <a:endParaRPr lang="ar-SA" sz="8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5F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30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130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2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51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6960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2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6960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2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28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ذَعَارَ</a:t>
            </a:r>
            <a:endParaRPr lang="ar-SA" sz="7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E5EED"/>
          </a:solidFill>
          <a:ln w="12700">
            <a:solidFill>
              <a:srgbClr val="9E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6960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2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6960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2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2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2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51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234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2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234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2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8100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رَعَازَ</a:t>
            </a:r>
            <a:endParaRPr lang="ar-SA" sz="7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4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FE052"/>
          </a:solidFill>
          <a:ln w="12700">
            <a:solidFill>
              <a:srgbClr val="8F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870DB"/>
          </a:solidFill>
          <a:ln w="12700">
            <a:solidFill>
              <a:srgbClr val="78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C"/>
          </a:solidFill>
          <a:ln w="12700">
            <a:solidFill>
              <a:srgbClr val="85476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711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1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711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1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4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9529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زَعَاسَ</a:t>
            </a:r>
            <a:endParaRPr lang="ar-SA" sz="53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5E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ED8"/>
          </a:solidFill>
          <a:ln w="12700">
            <a:solidFill>
              <a:srgbClr val="647E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DD1"/>
          </a:solidFill>
          <a:ln w="12700">
            <a:solidFill>
              <a:srgbClr val="477D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6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816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816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6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2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6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2634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سَعَاشَ</a:t>
            </a:r>
            <a:endParaRPr lang="ar-SA" sz="51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C5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816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6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816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2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6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6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8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2678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شَعَاصَ</a:t>
            </a:r>
            <a:endParaRPr lang="ar-SA" sz="49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4"/>
          </a:solidFill>
          <a:ln w="12700">
            <a:solidFill>
              <a:srgbClr val="2B644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6"/>
          </a:solidFill>
          <a:ln w="12700">
            <a:solidFill>
              <a:srgbClr val="34797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5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5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83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5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83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5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069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صَعَاضَ</a:t>
            </a:r>
            <a:endParaRPr lang="ar-SA" sz="47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D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83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5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83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5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5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1327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ضَعَاطَ</a:t>
            </a:r>
            <a:endParaRPr lang="ar-SA" sz="57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D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A5E"/>
          </a:solidFill>
          <a:ln w="12700">
            <a:solidFill>
              <a:srgbClr val="ED7A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2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2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7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2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2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7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51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7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2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2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81593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طَعَاظَ</a:t>
            </a:r>
            <a:endParaRPr lang="ar-SA" sz="59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4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3E0"/>
          </a:solidFill>
          <a:ln w="12700">
            <a:solidFill>
              <a:srgbClr val="52B3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E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3"/>
          </a:solidFill>
          <a:ln w="12700">
            <a:solidFill>
              <a:srgbClr val="DB708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B8547"/>
          </a:solidFill>
          <a:ln w="12700">
            <a:solidFill>
              <a:srgbClr val="7B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2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2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2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2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51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20766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2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20766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2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7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9382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ظَعَاأَ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C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B"/>
          </a:solidFill>
          <a:ln w="12700">
            <a:solidFill>
              <a:srgbClr val="D8649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F"/>
          </a:solidFill>
          <a:ln w="12700">
            <a:solidFill>
              <a:srgbClr val="D1479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3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203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8747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أَعَا</a:t>
            </a:r>
            <a:endParaRPr lang="ar-SA" sz="8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057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057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6991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بَعَا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42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62B64"/>
          </a:solidFill>
          <a:ln w="12700">
            <a:solidFill>
              <a:srgbClr val="36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43479"/>
          </a:solidFill>
          <a:ln w="12700">
            <a:solidFill>
              <a:srgbClr val="64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101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8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101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419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تَعَا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C5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3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43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8047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ثَعَا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5F7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6ED5E"/>
          </a:solidFill>
          <a:ln w="12700">
            <a:solidFill>
              <a:srgbClr val="66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8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7276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جَعَا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2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6"/>
          </a:solidFill>
          <a:ln w="12700">
            <a:solidFill>
              <a:srgbClr val="E052D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8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EDB70"/>
          </a:solidFill>
          <a:ln w="12700">
            <a:solidFill>
              <a:srgbClr val="9E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F"/>
          </a:solidFill>
          <a:ln w="12700">
            <a:solidFill>
              <a:srgbClr val="47857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8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744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حَعَا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8D864"/>
          </a:solidFill>
          <a:ln w="12700">
            <a:solidFill>
              <a:srgbClr val="B8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1D147"/>
          </a:solidFill>
          <a:ln w="12700">
            <a:solidFill>
              <a:srgbClr val="C1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033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5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033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71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1221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خَعَا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5E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001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001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687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دَعَا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43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E"/>
          </a:solidFill>
          <a:ln w="12700">
            <a:solidFill>
              <a:srgbClr val="642B2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334"/>
          </a:solidFill>
          <a:ln w="12700">
            <a:solidFill>
              <a:srgbClr val="7953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616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8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616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665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ذَعَا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D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7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7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37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رَعَا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AED"/>
          </a:solidFill>
          <a:ln w="12700">
            <a:solidFill>
              <a:srgbClr val="5E8A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592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8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592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760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زَعَا</a:t>
            </a:r>
            <a:endParaRPr lang="ar-SA" sz="8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432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752"/>
          </a:solidFill>
          <a:ln w="12700">
            <a:solidFill>
              <a:srgbClr val="E0C7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1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9DB"/>
          </a:solidFill>
          <a:ln w="12700">
            <a:solidFill>
              <a:srgbClr val="70B9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04785"/>
          </a:solidFill>
          <a:ln w="12700">
            <a:solidFill>
              <a:srgbClr val="70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991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7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991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2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687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سَعَا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5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5D8"/>
          </a:solidFill>
          <a:ln w="12700">
            <a:solidFill>
              <a:srgbClr val="64D5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E"/>
          </a:solidFill>
          <a:ln w="12700">
            <a:solidFill>
              <a:srgbClr val="47D1B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1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11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5793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شَعَا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054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054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6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687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صَعَا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3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C642B"/>
          </a:solidFill>
          <a:ln w="12700">
            <a:solidFill>
              <a:srgbClr val="3C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2"/>
          </a:solidFill>
          <a:ln w="12700">
            <a:solidFill>
              <a:srgbClr val="34794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11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1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11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162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ضَعَا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5D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13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13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7149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طَعَا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C5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D"/>
          </a:solidFill>
          <a:ln w="12700">
            <a:solidFill>
              <a:srgbClr val="ED5EA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613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8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613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7149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ظَعَا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44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4"/>
          </a:solidFill>
          <a:ln w="12700">
            <a:solidFill>
              <a:srgbClr val="52E0A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B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3"/>
          </a:solidFill>
          <a:ln w="12700">
            <a:solidFill>
              <a:srgbClr val="DB70D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047"/>
          </a:solidFill>
          <a:ln w="12700">
            <a:solidFill>
              <a:srgbClr val="8560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4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200" dirty="0"/>
          </a:p>
        </p:txBody>
      </p:sp>
      <p:sp>
        <p:nvSpPr>
          <p:cNvPr id="19" name="C2 V1 vowel"/>
          <p:cNvSpPr txBox="1"/>
          <p:nvPr/>
        </p:nvSpPr>
        <p:spPr>
          <a:xfrm>
            <a:off x="6720840" y="164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2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M2 madd"/>
          <p:cNvSpPr txBox="1"/>
          <p:nvPr/>
        </p:nvSpPr>
        <p:spPr>
          <a:xfrm>
            <a:off x="4343400" y="17186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100" dirty="0"/>
          </a:p>
        </p:txBody>
      </p:sp>
      <p:sp>
        <p:nvSpPr>
          <p:cNvPr id="22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6 R result"/>
          <p:cNvSpPr txBox="1"/>
          <p:nvPr/>
        </p:nvSpPr>
        <p:spPr>
          <a:xfrm>
            <a:off x="685800" y="169627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غَا</a:t>
            </a:r>
            <a:endParaRPr lang="ar-SA" sz="11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D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F64D8"/>
          </a:solidFill>
          <a:ln w="12700">
            <a:solidFill>
              <a:srgbClr val="BF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C47D1"/>
          </a:solidFill>
          <a:ln w="12700">
            <a:solidFill>
              <a:srgbClr val="9C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60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2020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3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2020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3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8747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غَاأَ</a:t>
            </a:r>
            <a:endParaRPr lang="ar-SA" sz="82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E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60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152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3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152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3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غَابَ</a:t>
            </a:r>
            <a:endParaRPr lang="ar-SA" sz="8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443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A64"/>
          </a:solidFill>
          <a:ln w="12700">
            <a:solidFill>
              <a:srgbClr val="2B4A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879"/>
          </a:solidFill>
          <a:ln w="12700">
            <a:solidFill>
              <a:srgbClr val="3438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60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088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3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088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3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5050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غَاتَ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C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60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388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3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388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3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5050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غَاثَ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D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1ED5E"/>
          </a:solidFill>
          <a:ln w="12700">
            <a:solidFill>
              <a:srgbClr val="D1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60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848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3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848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3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5804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غَاجَ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41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052E0"/>
          </a:solidFill>
          <a:ln w="12700">
            <a:solidFill>
              <a:srgbClr val="80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0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870"/>
          </a:solidFill>
          <a:ln w="12700">
            <a:solidFill>
              <a:srgbClr val="DBC8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1"/>
          </a:solidFill>
          <a:ln w="12700">
            <a:solidFill>
              <a:srgbClr val="47855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60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848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3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848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3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5804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غَاحَ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C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264"/>
          </a:solidFill>
          <a:ln w="12700">
            <a:solidFill>
              <a:srgbClr val="D8A2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A47"/>
          </a:solidFill>
          <a:ln w="12700">
            <a:solidFill>
              <a:srgbClr val="D17A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60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40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3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40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3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5804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غَاخَ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C5F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60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998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3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998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3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562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غَادَ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3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9"/>
          </a:solidFill>
          <a:ln w="12700">
            <a:solidFill>
              <a:srgbClr val="642B59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9"/>
          </a:solidFill>
          <a:ln w="12700">
            <a:solidFill>
              <a:srgbClr val="79344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60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549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3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549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3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665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غَاذَ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F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60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080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3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080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3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26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غَارَ</a:t>
            </a:r>
            <a:endParaRPr lang="ar-SA" sz="82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C5E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6"/>
          </a:solidFill>
          <a:ln w="12700">
            <a:solidFill>
              <a:srgbClr val="5EEDE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60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63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3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63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3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26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غَازَ</a:t>
            </a:r>
            <a:endParaRPr lang="ar-SA" sz="8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43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C52"/>
          </a:solidFill>
          <a:ln w="12700">
            <a:solidFill>
              <a:srgbClr val="E05C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7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E"/>
          </a:solidFill>
          <a:ln w="12700">
            <a:solidFill>
              <a:srgbClr val="70DBA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D85"/>
          </a:solidFill>
          <a:ln w="12700">
            <a:solidFill>
              <a:srgbClr val="474D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60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029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3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029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3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273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غَاسَ</a:t>
            </a:r>
            <a:endParaRPr lang="ar-SA" sz="79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C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5"/>
          </a:solidFill>
          <a:ln w="12700">
            <a:solidFill>
              <a:srgbClr val="64D88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8"/>
          </a:solidFill>
          <a:ln w="12700">
            <a:solidFill>
              <a:srgbClr val="47D15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43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643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28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غَاشَ</a:t>
            </a:r>
            <a:endParaRPr lang="ar-SA" sz="7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C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60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1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3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1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3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278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غَاصَ</a:t>
            </a:r>
            <a:endParaRPr lang="ar-SA" sz="77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432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612B"/>
          </a:solidFill>
          <a:ln w="12700">
            <a:solidFill>
              <a:srgbClr val="6461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A7934"/>
          </a:solidFill>
          <a:ln w="12700">
            <a:solidFill>
              <a:srgbClr val="5A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643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643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278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غَاضَ</a:t>
            </a:r>
            <a:endParaRPr lang="ar-SA" sz="7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C5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60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546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3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546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3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6577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غَاطَ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7C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25EED"/>
          </a:solidFill>
          <a:ln w="12700">
            <a:solidFill>
              <a:srgbClr val="C2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60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546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3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546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3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6577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غَاظَ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3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AE052"/>
          </a:solidFill>
          <a:ln w="12700">
            <a:solidFill>
              <a:srgbClr val="6A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370DB"/>
          </a:solidFill>
          <a:ln w="12700">
            <a:solidFill>
              <a:srgbClr val="93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C"/>
          </a:solidFill>
          <a:ln w="12700">
            <a:solidFill>
              <a:srgbClr val="85475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60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075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3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075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3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5804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غَاعَ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C5D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864D8"/>
          </a:solidFill>
          <a:ln w="12700">
            <a:solidFill>
              <a:srgbClr val="68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AD1"/>
          </a:solidFill>
          <a:ln w="12700">
            <a:solidFill>
              <a:srgbClr val="475A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624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624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9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9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31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9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861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7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861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7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أَغَابَ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7C5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861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861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31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666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7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666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7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338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بَغَاتَ</a:t>
            </a:r>
            <a:endParaRPr lang="ar-SA" sz="69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1443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3"/>
          </a:solidFill>
          <a:ln w="12700">
            <a:solidFill>
              <a:srgbClr val="2B645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B79"/>
          </a:solidFill>
          <a:ln w="12700">
            <a:solidFill>
              <a:srgbClr val="346B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666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7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666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7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31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925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7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925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7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80428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تَغَاثَ</a:t>
            </a:r>
            <a:endParaRPr lang="ar-SA" sz="68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D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25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925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31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60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7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60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7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ثَغَاجَ</a:t>
            </a:r>
            <a:endParaRPr lang="ar-SA" sz="61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7E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9F5E"/>
          </a:solidFill>
          <a:ln w="12700">
            <a:solidFill>
              <a:srgbClr val="ED9F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60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7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60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7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4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4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31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4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60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7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60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7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4861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جَغَاحَ</a:t>
            </a:r>
            <a:endParaRPr lang="ar-SA" sz="6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144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EE0"/>
          </a:solidFill>
          <a:ln w="12700">
            <a:solidFill>
              <a:srgbClr val="528E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4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870"/>
          </a:solidFill>
          <a:ln w="12700">
            <a:solidFill>
              <a:srgbClr val="DB78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B8547"/>
          </a:solidFill>
          <a:ln w="12700">
            <a:solidFill>
              <a:srgbClr val="6B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60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7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60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7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3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3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31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3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07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7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07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7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حَغَاخَ</a:t>
            </a:r>
            <a:endParaRPr lang="ar-SA" sz="65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7C5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D"/>
          </a:solidFill>
          <a:ln w="12700">
            <a:solidFill>
              <a:srgbClr val="D8647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C"/>
          </a:solidFill>
          <a:ln w="12700">
            <a:solidFill>
              <a:srgbClr val="D1477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07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07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31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589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7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589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7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1803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خَغَادَ</a:t>
            </a:r>
            <a:endParaRPr lang="ar-SA" sz="7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D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589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589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31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20063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7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20063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37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84454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دَغَاذَ</a:t>
            </a:r>
            <a:endParaRPr lang="ar-SA" sz="8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141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52B64"/>
          </a:solidFill>
          <a:ln w="12700">
            <a:solidFill>
              <a:srgbClr val="45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63479"/>
          </a:solidFill>
          <a:ln w="12700">
            <a:solidFill>
              <a:srgbClr val="76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063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7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20063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37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D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D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31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D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799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7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799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37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28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ذَغَارَ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7D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99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799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A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A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31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A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274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7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274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37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206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رَغَازَ</a:t>
            </a:r>
            <a:endParaRPr lang="ar-SA" sz="71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C5F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7B"/>
          </a:solidFill>
          <a:ln w="12700">
            <a:solidFill>
              <a:srgbClr val="5EED7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274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7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274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37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31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755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7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755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7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2443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زَغَاسَ</a:t>
            </a:r>
            <a:endParaRPr lang="ar-SA" sz="55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3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B2"/>
          </a:solidFill>
          <a:ln w="12700">
            <a:solidFill>
              <a:srgbClr val="E052B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3DB70"/>
          </a:solidFill>
          <a:ln w="12700">
            <a:solidFill>
              <a:srgbClr val="83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B85"/>
          </a:solidFill>
          <a:ln w="12700">
            <a:solidFill>
              <a:srgbClr val="477B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6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27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6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27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2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2634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سَغَاشَ</a:t>
            </a:r>
            <a:endParaRPr lang="ar-SA" sz="51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AD864"/>
          </a:solidFill>
          <a:ln w="12700">
            <a:solidFill>
              <a:srgbClr val="9A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ED147"/>
          </a:solidFill>
          <a:ln w="12700">
            <a:solidFill>
              <a:srgbClr val="9E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27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27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2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2678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شَغَاصَ</a:t>
            </a:r>
            <a:endParaRPr lang="ar-SA" sz="49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C5E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7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285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5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285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7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7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179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صَغَاضَ</a:t>
            </a:r>
            <a:endParaRPr lang="ar-SA" sz="47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43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62B"/>
          </a:solidFill>
          <a:ln w="12700">
            <a:solidFill>
              <a:srgbClr val="6436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534"/>
          </a:solidFill>
          <a:ln w="12700">
            <a:solidFill>
              <a:srgbClr val="7965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285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5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285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5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5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5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8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81327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ضَغَاطَ</a:t>
            </a:r>
            <a:endParaRPr lang="ar-SA" sz="5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C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060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060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31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060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7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060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37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1593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طَغَاظَ</a:t>
            </a:r>
            <a:endParaRPr lang="ar-SA" sz="59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D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65ED"/>
          </a:solidFill>
          <a:ln w="12700">
            <a:solidFill>
              <a:srgbClr val="5E65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060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7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20060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37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31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7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7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681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ظَغَاعَ</a:t>
            </a:r>
            <a:endParaRPr lang="ar-SA" sz="6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432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5E052"/>
          </a:solidFill>
          <a:ln w="12700">
            <a:solidFill>
              <a:srgbClr val="D5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7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DDB"/>
          </a:solidFill>
          <a:ln w="12700">
            <a:solidFill>
              <a:srgbClr val="709D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F4785"/>
          </a:solidFill>
          <a:ln w="12700">
            <a:solidFill>
              <a:srgbClr val="7F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7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7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7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7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31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7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20624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7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20624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7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9382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عَغَاأَ</a:t>
            </a:r>
            <a:endParaRPr lang="ar-SA" sz="72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C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7D8"/>
          </a:solidFill>
          <a:ln w="12700">
            <a:solidFill>
              <a:srgbClr val="64B7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C1D1"/>
          </a:solidFill>
          <a:ln w="12700">
            <a:solidFill>
              <a:srgbClr val="47C1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20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2020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60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8747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أَغَا</a:t>
            </a:r>
            <a:endParaRPr lang="ar-SA" sz="82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7C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52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152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60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4150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بَغَا</a:t>
            </a:r>
            <a:endParaRPr lang="ar-SA" sz="87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2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D642B"/>
          </a:solidFill>
          <a:ln w="12700">
            <a:solidFill>
              <a:srgbClr val="2D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3"/>
          </a:solidFill>
          <a:ln w="12700">
            <a:solidFill>
              <a:srgbClr val="34795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88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088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60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459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تَغَا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C5D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88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388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60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8047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ثَغَا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7C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89"/>
          </a:solidFill>
          <a:ln w="12700">
            <a:solidFill>
              <a:srgbClr val="ED5E8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848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3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848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60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442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جَغَا</a:t>
            </a:r>
            <a:endParaRPr lang="ar-SA" sz="88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144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C8"/>
          </a:solidFill>
          <a:ln w="12700">
            <a:solidFill>
              <a:srgbClr val="52E0C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1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8"/>
          </a:solidFill>
          <a:ln w="12700">
            <a:solidFill>
              <a:srgbClr val="DB70B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047"/>
          </a:solidFill>
          <a:ln w="12700">
            <a:solidFill>
              <a:srgbClr val="8570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848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3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848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60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459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حَغَا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E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D4"/>
          </a:solidFill>
          <a:ln w="12700">
            <a:solidFill>
              <a:srgbClr val="D864D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F47D1"/>
          </a:solidFill>
          <a:ln w="12700">
            <a:solidFill>
              <a:srgbClr val="BF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0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40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60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459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خَغَا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7F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98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998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60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562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دَغَا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143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C64"/>
          </a:solidFill>
          <a:ln w="12700">
            <a:solidFill>
              <a:srgbClr val="2B3C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23479"/>
          </a:solidFill>
          <a:ln w="12700">
            <a:solidFill>
              <a:srgbClr val="42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549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549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60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665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ذَغَا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7C5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80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080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60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26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رَغَا</a:t>
            </a:r>
            <a:endParaRPr lang="ar-SA" sz="8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D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CED5E"/>
          </a:solidFill>
          <a:ln w="12700">
            <a:solidFill>
              <a:srgbClr val="AC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63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3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63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60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26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زَغَا</a:t>
            </a:r>
            <a:endParaRPr lang="ar-SA" sz="8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1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452E0"/>
          </a:solidFill>
          <a:ln w="12700">
            <a:solidFill>
              <a:srgbClr val="A4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3DB70"/>
          </a:solidFill>
          <a:ln w="12700">
            <a:solidFill>
              <a:srgbClr val="D3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1"/>
          </a:solidFill>
          <a:ln w="12700">
            <a:solidFill>
              <a:srgbClr val="47856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029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3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029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60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4021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سَغَا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7D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064"/>
          </a:solidFill>
          <a:ln w="12700">
            <a:solidFill>
              <a:srgbClr val="D8C0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9D47"/>
          </a:solidFill>
          <a:ln w="12700">
            <a:solidFill>
              <a:srgbClr val="D19D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643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643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5793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شَغَا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C5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1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60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4021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صَغَا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4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A"/>
          </a:solidFill>
          <a:ln w="12700">
            <a:solidFill>
              <a:srgbClr val="642B4A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7"/>
          </a:solidFill>
          <a:ln w="12700">
            <a:solidFill>
              <a:srgbClr val="79343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643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1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643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4021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ضَغَا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E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46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546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60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7149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طَغَا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C5D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D0ED"/>
          </a:solidFill>
          <a:ln w="12700">
            <a:solidFill>
              <a:srgbClr val="5ED0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546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3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546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60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7149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ظَغَا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43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8152"/>
          </a:solidFill>
          <a:ln w="12700">
            <a:solidFill>
              <a:srgbClr val="E081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1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9"/>
          </a:solidFill>
          <a:ln w="12700">
            <a:solidFill>
              <a:srgbClr val="70DBC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14785"/>
          </a:solidFill>
          <a:ln w="12700">
            <a:solidFill>
              <a:srgbClr val="51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075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3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075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60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459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عَغَا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C5F7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3"/>
          </a:solidFill>
          <a:ln w="12700">
            <a:solidFill>
              <a:srgbClr val="64D8A3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7B"/>
          </a:solidFill>
          <a:ln w="12700">
            <a:solidFill>
              <a:srgbClr val="47D17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682603" y="896112"/>
            <a:ext cx="195727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BE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682603" y="896112"/>
            <a:ext cx="195727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غَابَ</a:t>
            </a:r>
            <a:endParaRPr lang="ar-SA" sz="5400" dirty="0"/>
          </a:p>
        </p:txBody>
      </p:sp>
      <p:sp>
        <p:nvSpPr>
          <p:cNvPr id="12" name="C2 W2 pill"/>
          <p:cNvSpPr/>
          <p:nvPr/>
        </p:nvSpPr>
        <p:spPr>
          <a:xfrm>
            <a:off x="2504125" y="896112"/>
            <a:ext cx="185843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E36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504125" y="896112"/>
            <a:ext cx="185843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قَمَرٌ</a:t>
            </a:r>
            <a:endParaRPr lang="ar-SA" sz="54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814935" y="2834640"/>
            <a:ext cx="351413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814935" y="2834640"/>
            <a:ext cx="351413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غَابَ قَمَرٌ</a:t>
            </a:r>
            <a:endParaRPr lang="ar-SA" sz="5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D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862883" y="896112"/>
            <a:ext cx="149281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D4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862883" y="896112"/>
            <a:ext cx="149281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عَادَ</a:t>
            </a:r>
            <a:endParaRPr lang="ar-SA" sz="4600" dirty="0"/>
          </a:p>
        </p:txBody>
      </p:sp>
      <p:sp>
        <p:nvSpPr>
          <p:cNvPr id="13" name="C2 W2 pill"/>
          <p:cNvSpPr/>
          <p:nvPr/>
        </p:nvSpPr>
        <p:spPr>
          <a:xfrm>
            <a:off x="2788305" y="896112"/>
            <a:ext cx="175453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4E236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788305" y="896112"/>
            <a:ext cx="175453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غَانِمٌ</a:t>
            </a:r>
            <a:endParaRPr lang="ar-SA" sz="46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3136076" y="2834640"/>
            <a:ext cx="287184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3136076" y="2834640"/>
            <a:ext cx="287184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عَادَ غَانِمٌ</a:t>
            </a:r>
            <a:endParaRPr lang="ar-SA" sz="47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433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8642B"/>
          </a:solidFill>
          <a:ln w="12700">
            <a:solidFill>
              <a:srgbClr val="58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87934"/>
          </a:solidFill>
          <a:ln w="12700">
            <a:solidFill>
              <a:srgbClr val="487934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854521" y="896112"/>
            <a:ext cx="190430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A2E236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854521" y="896112"/>
            <a:ext cx="190430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سَارَ</a:t>
            </a:r>
            <a:endParaRPr lang="ar-SA" sz="5600" dirty="0"/>
          </a:p>
        </p:txBody>
      </p:sp>
      <p:sp>
        <p:nvSpPr>
          <p:cNvPr id="14" name="C2 W2 pill"/>
          <p:cNvSpPr/>
          <p:nvPr/>
        </p:nvSpPr>
        <p:spPr>
          <a:xfrm>
            <a:off x="2385171" y="896112"/>
            <a:ext cx="214931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A2E2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385171" y="896112"/>
            <a:ext cx="214931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عَامِرٌ</a:t>
            </a:r>
            <a:endParaRPr lang="ar-SA" sz="56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6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701661" y="2834640"/>
            <a:ext cx="374067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701661" y="2834640"/>
            <a:ext cx="374067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سَارَ عَامِرٌ</a:t>
            </a:r>
            <a:endParaRPr lang="ar-SA" sz="57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110</Slides>
  <Notes>110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110</vt:i4>
      </vt:variant>
    </vt:vector>
  </HeadingPairs>
  <TitlesOfParts>
    <vt:vector size="1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with alif 10-ain-ghain</dc:title>
  <dc:subject>PptxGenJS Presentation</dc:subject>
  <dc:creator>PptxGenJS</dc:creator>
  <cp:lastModifiedBy>PptxGenJS</cp:lastModifiedBy>
  <cp:revision>1</cp:revision>
  <dcterms:created xsi:type="dcterms:W3CDTF">2026-10-21T17:57:47Z</dcterms:created>
  <dcterms:modified xsi:type="dcterms:W3CDTF">2026-10-21T17:57:47Z</dcterms:modified>
</cp:coreProperties>
</file>