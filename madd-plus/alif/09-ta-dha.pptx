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notesMasterIdLst>
    <p:notesMasterId r:id="rId10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6"/>
          </a:solidFill>
          <a:ln w="12700">
            <a:solidFill>
              <a:srgbClr val="64D8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C"/>
          </a:solidFill>
          <a:ln w="12700">
            <a:solidFill>
              <a:srgbClr val="47D16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47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4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طَاجَ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64D8"/>
          </a:solidFill>
          <a:ln w="12700">
            <a:solidFill>
              <a:srgbClr val="7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طَاحَ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طَاخَ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45E"/>
          </a:solidFill>
          <a:ln w="12700">
            <a:solidFill>
              <a:srgbClr val="EDB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طَارَ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9E0"/>
          </a:solidFill>
          <a:ln w="12700">
            <a:solidFill>
              <a:srgbClr val="527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870"/>
          </a:solidFill>
          <a:ln w="12700">
            <a:solidFill>
              <a:srgbClr val="DB8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طَازَ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C"/>
          </a:solidFill>
          <a:ln w="12700">
            <a:solidFill>
              <a:srgbClr val="D864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طَاسَ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طَاشَ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74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أَطَابَ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DB70"/>
          </a:solidFill>
          <a:ln w="12700">
            <a:solidFill>
              <a:srgbClr val="7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بَطَاتَ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D864"/>
          </a:solidFill>
          <a:ln w="12700">
            <a:solidFill>
              <a:srgbClr val="8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D147"/>
          </a:solidFill>
          <a:ln w="12700">
            <a:solidFill>
              <a:srgbClr val="8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2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تَطَاثَ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ثَطَاجَ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جَطَاحَ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حَطَاخَ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5EED"/>
          </a:solidFill>
          <a:ln w="12700">
            <a:solidFill>
              <a:srgbClr val="6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خَطَادَ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0E052"/>
          </a:solidFill>
          <a:ln w="12700">
            <a:solidFill>
              <a:srgbClr val="C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6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دَطَاذَ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5D8"/>
          </a:solidFill>
          <a:ln w="12700">
            <a:solidFill>
              <a:srgbClr val="64A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3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ذَطَارَ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رَطَازَ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9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زَطَاسَ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سَطَاشَ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شَطَاصَ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D"/>
          </a:solidFill>
          <a:ln w="12700">
            <a:solidFill>
              <a:srgbClr val="52E0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8"/>
          </a:solidFill>
          <a:ln w="12700">
            <a:solidFill>
              <a:srgbClr val="DB70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صَطَاضَ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064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ضَطَاأَ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بَطَا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ED5E"/>
          </a:solidFill>
          <a:ln w="12700">
            <a:solidFill>
              <a:srgbClr val="9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DB70"/>
          </a:solidFill>
          <a:ln w="12700">
            <a:solidFill>
              <a:srgbClr val="C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جَطَا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164"/>
          </a:solidFill>
          <a:ln w="12700">
            <a:solidFill>
              <a:srgbClr val="D8D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B34"/>
          </a:solidFill>
          <a:ln w="12700">
            <a:solidFill>
              <a:srgbClr val="793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رَطَا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652"/>
          </a:solidFill>
          <a:ln w="12700">
            <a:solidFill>
              <a:srgbClr val="E09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9"/>
          </a:solidFill>
          <a:ln w="12700">
            <a:solidFill>
              <a:srgbClr val="70DB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F"/>
          </a:solidFill>
          <a:ln w="12700">
            <a:solidFill>
              <a:srgbClr val="47D1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صَطَا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ضَطَا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E"/>
          </a:solidFill>
          <a:ln w="12700">
            <a:solidFill>
              <a:srgbClr val="ED5E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247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ظَاأَ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ظَابَ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ظَاتَ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ظَاثَ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ظَاجَ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ظَاحَ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ظَاخَ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ظَاذَ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ظَارَ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ظَازَ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ظَاسَ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8"/>
          </a:solidFill>
          <a:ln w="12700">
            <a:solidFill>
              <a:srgbClr val="E052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ظَاشَ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ظَاصَ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ظَاضَ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ظَاطَ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74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أَظَابَ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بَظَاتَ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2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تَظَاثَ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9D1"/>
          </a:solidFill>
          <a:ln w="12700">
            <a:solidFill>
              <a:srgbClr val="478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ثَظَاجَ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جَظَاحَ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حَظَاخَ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خَظَادَ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6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دَظَاذَ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D"/>
          </a:solidFill>
          <a:ln w="12700">
            <a:solidFill>
              <a:srgbClr val="DB70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3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ذَظَارَ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5"/>
          </a:solidFill>
          <a:ln w="12700">
            <a:solidFill>
              <a:srgbClr val="D864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رَظَازَ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09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زَظَاسَ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سَظَاشَ</a:t>
            </a:r>
            <a:endParaRPr lang="ar-SA" sz="4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شَظَاصَ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صَظَاضَ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52E0"/>
          </a:solidFill>
          <a:ln w="12700">
            <a:solidFill>
              <a:srgbClr val="D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5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ضَظَاطَ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D864"/>
          </a:solidFill>
          <a:ln w="12700">
            <a:solidFill>
              <a:srgbClr val="C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131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طَظَاأَ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جَظَا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3"/>
          </a:solidFill>
          <a:ln w="12700">
            <a:solidFill>
              <a:srgbClr val="47D1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9"/>
          </a:solidFill>
          <a:ln w="12700">
            <a:solidFill>
              <a:srgbClr val="ED5E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7"/>
          </a:solidFill>
          <a:ln w="12700">
            <a:solidFill>
              <a:srgbClr val="52E0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64D8"/>
          </a:solidFill>
          <a:ln w="12700">
            <a:solidFill>
              <a:srgbClr val="B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47D1"/>
          </a:solidFill>
          <a:ln w="12700">
            <a:solidFill>
              <a:srgbClr val="9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صَظَا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ED5E"/>
          </a:solidFill>
          <a:ln w="12700">
            <a:solidFill>
              <a:srgbClr val="D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87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F70"/>
          </a:solidFill>
          <a:ln w="12700">
            <a:solidFill>
              <a:srgbClr val="DBB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11051" y="896112"/>
            <a:ext cx="1882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C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11051" y="896112"/>
            <a:ext cx="1882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طَارَ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449978" y="896112"/>
            <a:ext cx="204103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C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49978" y="896112"/>
            <a:ext cx="204103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نَسْرٌ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09016" y="2834640"/>
            <a:ext cx="35259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09016" y="2834640"/>
            <a:ext cx="35259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طَارَ نَسْرٌ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E47"/>
          </a:solidFill>
          <a:ln w="12700">
            <a:solidFill>
              <a:srgbClr val="D16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8802" y="896112"/>
            <a:ext cx="1887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8802" y="896112"/>
            <a:ext cx="1887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طَابَ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77720" y="896112"/>
            <a:ext cx="19810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77720" y="896112"/>
            <a:ext cx="19810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طَعَامٌ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0842" y="2834640"/>
            <a:ext cx="35623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0842" y="2834640"/>
            <a:ext cx="35623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طَابَ طَعَامٌ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06041" y="896112"/>
            <a:ext cx="1512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0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06041" y="896112"/>
            <a:ext cx="1512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قَامَ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625693" y="896112"/>
            <a:ext cx="20603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0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25693" y="896112"/>
            <a:ext cx="20603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حَافِظٌ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1355" y="2834640"/>
            <a:ext cx="32612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1355" y="2834640"/>
            <a:ext cx="32612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قَامَ حَافِظٌ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09-ta-dha</dc:title>
  <dc:subject>PptxGenJS Presentation</dc:subject>
  <dc:creator>PptxGenJS</dc:creator>
  <cp:lastModifiedBy>PptxGenJS</cp:lastModifiedBy>
  <cp:revision>1</cp:revision>
  <dcterms:created xsi:type="dcterms:W3CDTF">2026-10-21T17:57:47Z</dcterms:created>
  <dcterms:modified xsi:type="dcterms:W3CDTF">2026-10-21T17:57:47Z</dcterms:modified>
</cp:coreProperties>
</file>