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notesMaster" Target="notesMasters/notesMaster1.xml"/><Relationship Id="rId101" Type="http://schemas.openxmlformats.org/officeDocument/2006/relationships/presProps" Target="presProps.xml"/><Relationship Id="rId102" Type="http://schemas.openxmlformats.org/officeDocument/2006/relationships/viewProps" Target="viewProps.xml"/><Relationship Id="rId103" Type="http://schemas.openxmlformats.org/officeDocument/2006/relationships/theme" Target="theme/theme1.xml"/><Relationship Id="rId10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TrSnd" Type="http://schemas.openxmlformats.org/officeDocument/2006/relationships/audio" Target="../media/sparkle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TrSnd" Type="http://schemas.openxmlformats.org/officeDocument/2006/relationships/audio" Target="../media/marimba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TrSnd" Type="http://schemas.openxmlformats.org/officeDocument/2006/relationships/audio" Target="../media/harp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TrSnd" Type="http://schemas.openxmlformats.org/officeDocument/2006/relationships/audio" Target="../media/chime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TrSnd" Type="http://schemas.openxmlformats.org/officeDocument/2006/relationships/audio" Target="../media/whoosh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TrSnd" Type="http://schemas.openxmlformats.org/officeDocument/2006/relationships/audio" Target="../media/bubbles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TrSnd" Type="http://schemas.openxmlformats.org/officeDocument/2006/relationships/audio" Target="../media/sparkle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TrSnd" Type="http://schemas.openxmlformats.org/officeDocument/2006/relationships/audio" Target="../media/marimba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TrSnd" Type="http://schemas.openxmlformats.org/officeDocument/2006/relationships/audio" Target="../media/harp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TrSnd" Type="http://schemas.openxmlformats.org/officeDocument/2006/relationships/audio" Target="../media/chime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TrSnd" Type="http://schemas.openxmlformats.org/officeDocument/2006/relationships/audio" Target="../media/whoosh.wav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TrSnd" Type="http://schemas.openxmlformats.org/officeDocument/2006/relationships/audio" Target="../media/bubbles.wav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TrSnd" Type="http://schemas.openxmlformats.org/officeDocument/2006/relationships/audio" Target="../media/sparkle.wav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TrSnd" Type="http://schemas.openxmlformats.org/officeDocument/2006/relationships/audio" Target="../media/marimba.wav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TrSnd" Type="http://schemas.openxmlformats.org/officeDocument/2006/relationships/audio" Target="../media/harp.wav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TrSnd" Type="http://schemas.openxmlformats.org/officeDocument/2006/relationships/audio" Target="../media/chime.wav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TrSnd" Type="http://schemas.openxmlformats.org/officeDocument/2006/relationships/audio" Target="../media/whoosh.wav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TrSnd" Type="http://schemas.openxmlformats.org/officeDocument/2006/relationships/audio" Target="../media/bubbles.wav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Relationship Id="rIdTrSnd" Type="http://schemas.openxmlformats.org/officeDocument/2006/relationships/audio" Target="../media/sparkle.wav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Relationship Id="rIdTrSnd" Type="http://schemas.openxmlformats.org/officeDocument/2006/relationships/audio" Target="../media/marimba.wav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Relationship Id="rIdTrSnd" Type="http://schemas.openxmlformats.org/officeDocument/2006/relationships/audio" Target="../media/harp.wav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Relationship Id="rIdTrSnd" Type="http://schemas.openxmlformats.org/officeDocument/2006/relationships/audio" Target="../media/chime.wav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Relationship Id="rIdTrSnd" Type="http://schemas.openxmlformats.org/officeDocument/2006/relationships/audio" Target="../media/whoosh.wav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Relationship Id="rIdTrSnd" Type="http://schemas.openxmlformats.org/officeDocument/2006/relationships/audio" Target="../media/bubbles.wav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Relationship Id="rIdTrSnd" Type="http://schemas.openxmlformats.org/officeDocument/2006/relationships/audio" Target="../media/sparkle.wav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Relationship Id="rIdTrSnd" Type="http://schemas.openxmlformats.org/officeDocument/2006/relationships/audio" Target="../media/marimba.wav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Relationship Id="rIdTrSnd" Type="http://schemas.openxmlformats.org/officeDocument/2006/relationships/audio" Target="../media/harp.wav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Relationship Id="rIdTrSnd" Type="http://schemas.openxmlformats.org/officeDocument/2006/relationships/audio" Target="../media/chime.wav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Relationship Id="rIdTrSnd" Type="http://schemas.openxmlformats.org/officeDocument/2006/relationships/audio" Target="../media/whoosh.wav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Relationship Id="rIdTrSnd" Type="http://schemas.openxmlformats.org/officeDocument/2006/relationships/audio" Target="../media/bubbles.wav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Relationship Id="rIdTrSnd" Type="http://schemas.openxmlformats.org/officeDocument/2006/relationships/audio" Target="../media/sparkle.wav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Relationship Id="rIdTrSnd" Type="http://schemas.openxmlformats.org/officeDocument/2006/relationships/audio" Target="../media/marimba.wav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Relationship Id="rIdTrSnd" Type="http://schemas.openxmlformats.org/officeDocument/2006/relationships/audio" Target="../media/harp.wav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Relationship Id="rIdTrSnd" Type="http://schemas.openxmlformats.org/officeDocument/2006/relationships/audio" Target="../media/chime.wav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Relationship Id="rIdTrSnd" Type="http://schemas.openxmlformats.org/officeDocument/2006/relationships/audio" Target="../media/whoosh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C5F7C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96"/>
          </a:solidFill>
          <a:ln w="12700">
            <a:solidFill>
              <a:srgbClr val="64D896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6C"/>
          </a:solidFill>
          <a:ln w="12700">
            <a:solidFill>
              <a:srgbClr val="47D16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79285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7600" dirty="0"/>
          </a:p>
        </p:txBody>
      </p:sp>
      <p:sp>
        <p:nvSpPr>
          <p:cNvPr id="14" name="C2 V1 vowel"/>
          <p:cNvSpPr txBox="1"/>
          <p:nvPr/>
        </p:nvSpPr>
        <p:spPr>
          <a:xfrm>
            <a:off x="6720840" y="179285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7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M2 madd"/>
          <p:cNvSpPr txBox="1"/>
          <p:nvPr/>
        </p:nvSpPr>
        <p:spPr>
          <a:xfrm>
            <a:off x="4343400" y="172478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8700" dirty="0"/>
          </a:p>
        </p:txBody>
      </p:sp>
      <p:sp>
        <p:nvSpPr>
          <p:cNvPr id="17" name="C4 S2 stretch"/>
          <p:cNvSpPr/>
          <p:nvPr/>
        </p:nvSpPr>
        <p:spPr>
          <a:xfrm>
            <a:off x="4919472" y="136245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5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6 R result"/>
          <p:cNvSpPr txBox="1"/>
          <p:nvPr/>
        </p:nvSpPr>
        <p:spPr>
          <a:xfrm>
            <a:off x="685800" y="1707959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طَا</a:t>
            </a:r>
            <a:endParaRPr lang="ar-SA" sz="110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D4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2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2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9202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0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20457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2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20457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2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87474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طَاأَ</a:t>
            </a:r>
            <a:endParaRPr lang="ar-SA" sz="82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330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E642B"/>
          </a:solidFill>
          <a:ln w="12700">
            <a:solidFill>
              <a:srgbClr val="5E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07934"/>
          </a:solidFill>
          <a:ln w="12700">
            <a:solidFill>
              <a:srgbClr val="50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2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2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6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9202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0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6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7981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2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7981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2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65463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طَابَ</a:t>
            </a:r>
            <a:endParaRPr lang="ar-SA" sz="82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C5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2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202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0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911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2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911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2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7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4991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طَاتَ</a:t>
            </a:r>
            <a:endParaRPr lang="ar-SA" sz="82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C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D85EED"/>
          </a:solidFill>
          <a:ln w="12700">
            <a:solidFill>
              <a:srgbClr val="D8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639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0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9639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9190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7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0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0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A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74991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طَاثَ</a:t>
            </a:r>
            <a:endParaRPr lang="ar-SA" sz="82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D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5E052"/>
          </a:solidFill>
          <a:ln w="12700">
            <a:solidFill>
              <a:srgbClr val="55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BD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A370DB"/>
          </a:solidFill>
          <a:ln w="12700">
            <a:solidFill>
              <a:srgbClr val="A3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53"/>
          </a:solidFill>
          <a:ln w="12700">
            <a:solidFill>
              <a:srgbClr val="854753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6530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1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96530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1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91985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9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1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1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A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56699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طَاجَ</a:t>
            </a:r>
            <a:endParaRPr lang="ar-SA" sz="73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C5D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7964D8"/>
          </a:solidFill>
          <a:ln w="12700">
            <a:solidFill>
              <a:srgbClr val="79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A47D1"/>
          </a:solidFill>
          <a:ln w="12700">
            <a:solidFill>
              <a:srgbClr val="4A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6530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6530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A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1985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9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A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1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1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6699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طَاحَ</a:t>
            </a:r>
            <a:endParaRPr lang="ar-SA" sz="73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C8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573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5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9573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45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C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9171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2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C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5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56699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طَاخَ</a:t>
            </a:r>
            <a:endParaRPr lang="ar-SA" sz="73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43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5B"/>
          </a:solidFill>
          <a:ln w="12700">
            <a:solidFill>
              <a:srgbClr val="2B645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6179"/>
          </a:solidFill>
          <a:ln w="12700">
            <a:solidFill>
              <a:srgbClr val="3461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2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2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9202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0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9003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2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9003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2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3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76577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طَادَ</a:t>
            </a:r>
            <a:endParaRPr lang="ar-SA" sz="90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5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2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202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0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9670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2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9670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2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5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665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طَاذَ</a:t>
            </a:r>
            <a:endParaRPr lang="ar-SA" sz="90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3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B45E"/>
          </a:solidFill>
          <a:ln w="12700">
            <a:solidFill>
              <a:srgbClr val="EDB4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2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2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3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9202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0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3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7894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2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7894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2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63549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طَارَ</a:t>
            </a:r>
            <a:endParaRPr lang="ar-SA" sz="81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38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79E0"/>
          </a:solidFill>
          <a:ln w="12700">
            <a:solidFill>
              <a:srgbClr val="5279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A3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8870"/>
          </a:solidFill>
          <a:ln w="12700">
            <a:solidFill>
              <a:srgbClr val="DB88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28547"/>
          </a:solidFill>
          <a:ln w="12700">
            <a:solidFill>
              <a:srgbClr val="62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2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2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4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9202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0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4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8561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2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8561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2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A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63549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طَازَ</a:t>
            </a:r>
            <a:endParaRPr lang="ar-SA" sz="81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C5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6C"/>
          </a:solidFill>
          <a:ln w="12700">
            <a:solidFill>
              <a:srgbClr val="D8646C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67"/>
          </a:solidFill>
          <a:ln w="12700">
            <a:solidFill>
              <a:srgbClr val="D1476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599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7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599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47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8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17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8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7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7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9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3665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طَاسَ</a:t>
            </a:r>
            <a:endParaRPr lang="ar-SA" sz="72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CE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519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1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9519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41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9152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7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1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1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7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63665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طَاشَ</a:t>
            </a:r>
            <a:endParaRPr lang="ar-SA" sz="72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8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D2B64"/>
          </a:solidFill>
          <a:ln w="12700">
            <a:solidFill>
              <a:srgbClr val="4D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72"/>
          </a:solidFill>
          <a:ln w="12700">
            <a:solidFill>
              <a:srgbClr val="79347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5597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4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95597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44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9168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1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4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44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63678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طَاصَ</a:t>
            </a:r>
            <a:endParaRPr lang="ar-SA" sz="71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D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519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519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4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9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152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7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9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1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41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3678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طَاضَ</a:t>
            </a:r>
            <a:endParaRPr lang="ar-SA" sz="71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C5F7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91"/>
          </a:solidFill>
          <a:ln w="12700">
            <a:solidFill>
              <a:srgbClr val="5EED91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2088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6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2088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6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20180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6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20180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46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9770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3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868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6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868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6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5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82744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أَطَابَ</a:t>
            </a:r>
            <a:endParaRPr lang="ar-SA" sz="60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42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9C"/>
          </a:solidFill>
          <a:ln w="12700">
            <a:solidFill>
              <a:srgbClr val="E0529C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8F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3DB70"/>
          </a:solidFill>
          <a:ln w="12700">
            <a:solidFill>
              <a:srgbClr val="73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7285"/>
          </a:solidFill>
          <a:ln w="12700">
            <a:solidFill>
              <a:srgbClr val="4772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68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6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868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6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20180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6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20180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46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9770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3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9690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6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9690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6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8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75112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بَطَاتَ</a:t>
            </a:r>
            <a:endParaRPr lang="ar-SA" sz="59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9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89D864"/>
          </a:solidFill>
          <a:ln w="12700">
            <a:solidFill>
              <a:srgbClr val="89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8AD147"/>
          </a:solidFill>
          <a:ln w="12700">
            <a:solidFill>
              <a:srgbClr val="8A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685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4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685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4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5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20154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4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20154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44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5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762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1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5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4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4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A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81218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تَطَاثَ</a:t>
            </a:r>
            <a:endParaRPr lang="ar-SA" sz="59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C5D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4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4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8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20154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4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20154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44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8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9762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1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8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4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4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9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69397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ثَطَاجَ</a:t>
            </a:r>
            <a:endParaRPr lang="ar-SA" sz="61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4314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3F2B"/>
          </a:solidFill>
          <a:ln w="12700">
            <a:solidFill>
              <a:srgbClr val="643F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6F34"/>
          </a:solidFill>
          <a:ln w="12700">
            <a:solidFill>
              <a:srgbClr val="796F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4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4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B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20154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4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20154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44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B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9762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1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B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4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4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7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67032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جَطَاحَ</a:t>
            </a:r>
            <a:endParaRPr lang="ar-SA" sz="62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C5F7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9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B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200875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9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200875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B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739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5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B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4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67032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حَطَاخَ</a:t>
            </a:r>
            <a:endParaRPr lang="ar-SA" sz="62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DB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6D5EED"/>
          </a:solidFill>
          <a:ln w="12700">
            <a:solidFill>
              <a:srgbClr val="6D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8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200875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9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200875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39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8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9739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5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8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9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39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82658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خَطَادَ</a:t>
            </a:r>
            <a:endParaRPr lang="ar-SA" sz="67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433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C0E052"/>
          </a:solidFill>
          <a:ln w="12700">
            <a:solidFill>
              <a:srgbClr val="C0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A8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8DDB"/>
          </a:solidFill>
          <a:ln w="12700">
            <a:solidFill>
              <a:srgbClr val="708D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81"/>
          </a:solidFill>
          <a:ln w="12700">
            <a:solidFill>
              <a:srgbClr val="854781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594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6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9594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6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5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20180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6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20180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46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5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9770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3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5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20184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6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20184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6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6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83650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دَطَاذَ</a:t>
            </a:r>
            <a:endParaRPr lang="ar-SA" sz="74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C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A5D8"/>
          </a:solidFill>
          <a:ln w="12700">
            <a:solidFill>
              <a:srgbClr val="64A5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ACD1"/>
          </a:solidFill>
          <a:ln w="12700">
            <a:solidFill>
              <a:srgbClr val="47AC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20184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6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20184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6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20180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6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20180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46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770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3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8612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6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8612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6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8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2939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ذَطَارَ</a:t>
            </a:r>
            <a:endParaRPr lang="ar-SA" sz="66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C5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8612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6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8612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6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20180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6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20180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46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9770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3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920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6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920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6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72899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رَطَازَ</a:t>
            </a:r>
            <a:endParaRPr lang="ar-SA" sz="65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26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31"/>
          </a:solidFill>
          <a:ln w="12700">
            <a:solidFill>
              <a:srgbClr val="2B6431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5E"/>
          </a:solidFill>
          <a:ln w="12700">
            <a:solidFill>
              <a:srgbClr val="34795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242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1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9242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1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9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201141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1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201141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41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9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9747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7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9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8667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1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8667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1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9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73092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زَطَاسَ</a:t>
            </a:r>
            <a:endParaRPr lang="ar-SA" sz="50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C5C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777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6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8777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36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C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20047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6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20047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36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C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724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1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C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6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36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6A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3143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سَطَاشَ</a:t>
            </a:r>
            <a:endParaRPr lang="ar-SA" sz="46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CE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73"/>
          </a:solidFill>
          <a:ln w="12700">
            <a:solidFill>
              <a:srgbClr val="ED5E73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6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36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B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20047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6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20047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36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B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9724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1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B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8873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6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8873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6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4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73143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شَطَاصَ</a:t>
            </a:r>
            <a:endParaRPr lang="ar-SA" sz="46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44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DD"/>
          </a:solidFill>
          <a:ln w="12700">
            <a:solidFill>
              <a:srgbClr val="52E0DD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C1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A8"/>
          </a:solidFill>
          <a:ln w="12700">
            <a:solidFill>
              <a:srgbClr val="DB70A8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7947"/>
          </a:solidFill>
          <a:ln w="12700">
            <a:solidFill>
              <a:srgbClr val="8579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892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5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8892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5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8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20034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5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20034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35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8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9720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8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5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5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4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73169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صَطَاضَ</a:t>
            </a:r>
            <a:endParaRPr lang="ar-SA" sz="44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EB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C2"/>
          </a:solidFill>
          <a:ln w="12700">
            <a:solidFill>
              <a:srgbClr val="D864C2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CE"/>
          </a:solidFill>
          <a:ln w="12700">
            <a:solidFill>
              <a:srgbClr val="D147CE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5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5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4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20034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5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20034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35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4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720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4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20567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5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20567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35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90643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ضَطَاأَ</a:t>
            </a:r>
            <a:endParaRPr lang="ar-SA" sz="62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4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20457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2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20457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2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2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2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9202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0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87474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أَطَا</a:t>
            </a:r>
            <a:endParaRPr lang="ar-SA" sz="82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432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3364"/>
          </a:solidFill>
          <a:ln w="12700">
            <a:solidFill>
              <a:srgbClr val="2B33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D3479"/>
          </a:solidFill>
          <a:ln w="12700">
            <a:solidFill>
              <a:srgbClr val="4D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981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2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7981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2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6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2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2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6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9202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0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66551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بَطَا</a:t>
            </a:r>
            <a:endParaRPr lang="ar-SA" sz="84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7C5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11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2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11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2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2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202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0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8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7149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تَطَا</a:t>
            </a:r>
            <a:endParaRPr lang="ar-SA" sz="90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C8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97ED5E"/>
          </a:solidFill>
          <a:ln w="12700">
            <a:solidFill>
              <a:srgbClr val="97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0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639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0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9639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9190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7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80479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ثَطَا</a:t>
            </a:r>
            <a:endParaRPr lang="ar-SA" sz="90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E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BA52E0"/>
          </a:solidFill>
          <a:ln w="12700">
            <a:solidFill>
              <a:srgbClr val="BA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DB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C3DB70"/>
          </a:solidFill>
          <a:ln w="12700">
            <a:solidFill>
              <a:srgbClr val="C3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6A"/>
          </a:solidFill>
          <a:ln w="12700">
            <a:solidFill>
              <a:srgbClr val="47856A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1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1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6530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1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96530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1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91985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9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66844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جَطَا</a:t>
            </a:r>
            <a:endParaRPr lang="ar-SA" sz="85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7DF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D164"/>
          </a:solidFill>
          <a:ln w="12700">
            <a:solidFill>
              <a:srgbClr val="D8D1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B247"/>
          </a:solidFill>
          <a:ln w="12700">
            <a:solidFill>
              <a:srgbClr val="D1B2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7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6530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1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96530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1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7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1985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9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8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7149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حَطَا</a:t>
            </a:r>
            <a:endParaRPr lang="ar-SA" sz="90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C5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4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573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5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9573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45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4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9171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2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7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77149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خَطَا</a:t>
            </a:r>
            <a:endParaRPr lang="ar-SA" sz="9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4314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41"/>
          </a:solidFill>
          <a:ln w="12700">
            <a:solidFill>
              <a:srgbClr val="642B41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B34"/>
          </a:solidFill>
          <a:ln w="12700">
            <a:solidFill>
              <a:srgbClr val="793B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003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2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9003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2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3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2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2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3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9202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0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9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76577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دَطَا</a:t>
            </a:r>
            <a:endParaRPr lang="ar-SA" sz="90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E3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670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2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670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2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2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202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0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A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665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ذَطَا</a:t>
            </a:r>
            <a:endParaRPr lang="ar-SA" sz="90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C5D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BAED"/>
          </a:solidFill>
          <a:ln w="12700">
            <a:solidFill>
              <a:srgbClr val="5EBA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894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2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7894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2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A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2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2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A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9202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0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63549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رَطَا</a:t>
            </a:r>
            <a:endParaRPr lang="ar-SA" sz="81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43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9652"/>
          </a:solidFill>
          <a:ln w="12700">
            <a:solidFill>
              <a:srgbClr val="E096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F0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D9"/>
          </a:solidFill>
          <a:ln w="12700">
            <a:solidFill>
              <a:srgbClr val="70DBD9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B4785"/>
          </a:solidFill>
          <a:ln w="12700">
            <a:solidFill>
              <a:srgbClr val="5B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561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2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8561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2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D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2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2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D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9202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0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5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63549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زَطَا</a:t>
            </a:r>
            <a:endParaRPr lang="ar-SA" sz="81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C5F7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B4"/>
          </a:solidFill>
          <a:ln w="12700">
            <a:solidFill>
              <a:srgbClr val="64D8B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8F"/>
          </a:solidFill>
          <a:ln w="12700">
            <a:solidFill>
              <a:srgbClr val="47D18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7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7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599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7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9599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47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17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6311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سَطَا</a:t>
            </a:r>
            <a:endParaRPr lang="ar-SA" sz="88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E1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1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1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519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1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9519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41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9152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7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76311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شَطَا</a:t>
            </a:r>
            <a:endParaRPr lang="ar-SA" sz="88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433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0642B"/>
          </a:solidFill>
          <a:ln w="12700">
            <a:solidFill>
              <a:srgbClr val="50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E7934"/>
          </a:solidFill>
          <a:ln w="12700">
            <a:solidFill>
              <a:srgbClr val="3E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4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44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4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5597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4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95597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44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4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9168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1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76045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صَطَا</a:t>
            </a:r>
            <a:endParaRPr lang="ar-SA" sz="86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C5EF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4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4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519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1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9519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41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4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152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7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6045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ضَطَا</a:t>
            </a:r>
            <a:endParaRPr lang="ar-SA" sz="86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7C5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DE"/>
          </a:solidFill>
          <a:ln w="12700">
            <a:solidFill>
              <a:srgbClr val="ED5ED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79285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7600" dirty="0"/>
          </a:p>
        </p:txBody>
      </p:sp>
      <p:sp>
        <p:nvSpPr>
          <p:cNvPr id="22" name="C2 V1 vowel"/>
          <p:cNvSpPr txBox="1"/>
          <p:nvPr/>
        </p:nvSpPr>
        <p:spPr>
          <a:xfrm>
            <a:off x="6720840" y="179285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7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7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M2 madd"/>
          <p:cNvSpPr txBox="1"/>
          <p:nvPr/>
        </p:nvSpPr>
        <p:spPr>
          <a:xfrm>
            <a:off x="4343400" y="172478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8700" dirty="0"/>
          </a:p>
        </p:txBody>
      </p:sp>
      <p:sp>
        <p:nvSpPr>
          <p:cNvPr id="25" name="C4 S2 stretch"/>
          <p:cNvSpPr/>
          <p:nvPr/>
        </p:nvSpPr>
        <p:spPr>
          <a:xfrm>
            <a:off x="4919472" y="136245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5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A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6 R result"/>
          <p:cNvSpPr txBox="1"/>
          <p:nvPr/>
        </p:nvSpPr>
        <p:spPr>
          <a:xfrm>
            <a:off x="685800" y="1707959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ظَا</a:t>
            </a:r>
            <a:endParaRPr lang="ar-SA" sz="110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20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73"/>
          </a:solidFill>
          <a:ln w="12700">
            <a:solidFill>
              <a:srgbClr val="52E073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D7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BF70DB"/>
          </a:solidFill>
          <a:ln w="12700">
            <a:solidFill>
              <a:srgbClr val="BF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B47"/>
          </a:solidFill>
          <a:ln w="12700">
            <a:solidFill>
              <a:srgbClr val="854B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2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2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9202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0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20457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2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20457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2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87474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ظَاأَ</a:t>
            </a:r>
            <a:endParaRPr lang="ar-SA" sz="82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C6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9764D8"/>
          </a:solidFill>
          <a:ln w="12700">
            <a:solidFill>
              <a:srgbClr val="97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6D47D1"/>
          </a:solidFill>
          <a:ln w="12700">
            <a:solidFill>
              <a:srgbClr val="6D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2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202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0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7981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2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7981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2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5463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ظَابَ</a:t>
            </a:r>
            <a:endParaRPr lang="ar-SA" sz="82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7D5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2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2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A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9202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0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A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911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2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911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2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74991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ظَاتَ</a:t>
            </a:r>
            <a:endParaRPr lang="ar-SA" sz="82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1443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5E64"/>
          </a:solidFill>
          <a:ln w="12700">
            <a:solidFill>
              <a:srgbClr val="2B5E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4F79"/>
          </a:solidFill>
          <a:ln w="12700">
            <a:solidFill>
              <a:srgbClr val="344F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639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0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9639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6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9190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7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6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0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0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5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74991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ظَاثَ</a:t>
            </a:r>
            <a:endParaRPr lang="ar-SA" sz="82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2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6530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6530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1985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9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1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1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7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6699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ظَاجَ</a:t>
            </a:r>
            <a:endParaRPr lang="ar-SA" sz="73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ED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D95E"/>
          </a:solidFill>
          <a:ln w="12700">
            <a:solidFill>
              <a:srgbClr val="EDD9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6530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1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96530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1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91985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9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1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1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56699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ظَاحَ</a:t>
            </a:r>
            <a:endParaRPr lang="ar-SA" sz="73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142C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54E0"/>
          </a:solidFill>
          <a:ln w="12700">
            <a:solidFill>
              <a:srgbClr val="5254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BD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A470"/>
          </a:solidFill>
          <a:ln w="12700">
            <a:solidFill>
              <a:srgbClr val="DBA4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38547"/>
          </a:solidFill>
          <a:ln w="12700">
            <a:solidFill>
              <a:srgbClr val="53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573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5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9573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5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7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9171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2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7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56699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ظَاخَ</a:t>
            </a:r>
            <a:endParaRPr lang="ar-SA" sz="73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7C5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7A64"/>
          </a:solidFill>
          <a:ln w="12700">
            <a:solidFill>
              <a:srgbClr val="D87A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B47"/>
          </a:solidFill>
          <a:ln w="12700">
            <a:solidFill>
              <a:srgbClr val="D14B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2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202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0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9003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2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9003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2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7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6577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ظَادَ</a:t>
            </a:r>
            <a:endParaRPr lang="ar-SA" sz="90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C5F7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2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2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C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9202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0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C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9670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2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9670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2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5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7665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ظَاذَ</a:t>
            </a:r>
            <a:endParaRPr lang="ar-SA" sz="9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25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C2B64"/>
          </a:solidFill>
          <a:ln w="12700">
            <a:solidFill>
              <a:srgbClr val="5C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61"/>
          </a:solidFill>
          <a:ln w="12700">
            <a:solidFill>
              <a:srgbClr val="79346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2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2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9202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0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7894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2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7894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2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63549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ظَارَ</a:t>
            </a:r>
            <a:endParaRPr lang="ar-SA" sz="81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7E5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2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6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202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0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6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8561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2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8561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2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3549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ظَازَ</a:t>
            </a:r>
            <a:endParaRPr lang="ar-SA" sz="81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C5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B5"/>
          </a:solidFill>
          <a:ln w="12700">
            <a:solidFill>
              <a:srgbClr val="5EEDB5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599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7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9599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7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917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7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7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8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63665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ظَاسَ</a:t>
            </a:r>
            <a:endParaRPr lang="ar-SA" sz="72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4314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78"/>
          </a:solidFill>
          <a:ln w="12700">
            <a:solidFill>
              <a:srgbClr val="E05278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A4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89"/>
          </a:solidFill>
          <a:ln w="12700">
            <a:solidFill>
              <a:srgbClr val="70DB89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6285"/>
          </a:solidFill>
          <a:ln w="12700">
            <a:solidFill>
              <a:srgbClr val="4762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519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1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9519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1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9152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7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1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1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A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63665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ظَاشَ</a:t>
            </a:r>
            <a:endParaRPr lang="ar-SA" sz="72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DD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BD864"/>
          </a:solidFill>
          <a:ln w="12700">
            <a:solidFill>
              <a:srgbClr val="6B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66D147"/>
          </a:solidFill>
          <a:ln w="12700">
            <a:solidFill>
              <a:srgbClr val="66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5597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4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5597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168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1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4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44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3678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ظَاصَ</a:t>
            </a:r>
            <a:endParaRPr lang="ar-SA" sz="71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C5C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519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1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9519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1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B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9152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7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B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1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41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63678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ظَاضَ</a:t>
            </a:r>
            <a:endParaRPr lang="ar-SA" sz="71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4319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4E2B"/>
          </a:solidFill>
          <a:ln w="12700">
            <a:solidFill>
              <a:srgbClr val="644E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27934"/>
          </a:solidFill>
          <a:ln w="12700">
            <a:solidFill>
              <a:srgbClr val="72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2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2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C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9202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0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C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2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2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4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75778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ظَاطَ</a:t>
            </a:r>
            <a:endParaRPr lang="ar-SA" sz="84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C5F7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2088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6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2088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6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20180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6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20180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6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770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3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868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6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868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6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3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82744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أَظَابَ</a:t>
            </a:r>
            <a:endParaRPr lang="ar-SA" sz="60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E7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925EED"/>
          </a:solidFill>
          <a:ln w="12700">
            <a:solidFill>
              <a:srgbClr val="92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68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6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868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6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5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20180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6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20180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6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5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9770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3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5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9690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6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9690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6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75112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بَظَاتَ</a:t>
            </a:r>
            <a:endParaRPr lang="ar-SA" sz="59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4342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9BE052"/>
          </a:solidFill>
          <a:ln w="12700">
            <a:solidFill>
              <a:srgbClr val="9B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E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72DB"/>
          </a:solidFill>
          <a:ln w="12700">
            <a:solidFill>
              <a:srgbClr val="7072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71"/>
          </a:solidFill>
          <a:ln w="12700">
            <a:solidFill>
              <a:srgbClr val="854771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685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4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9685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4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2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20154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4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20154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4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2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9762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1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2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4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4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8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81218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تَظَاثَ</a:t>
            </a:r>
            <a:endParaRPr lang="ar-SA" sz="59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C5E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88D8"/>
          </a:solidFill>
          <a:ln w="12700">
            <a:solidFill>
              <a:srgbClr val="6488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89D1"/>
          </a:solidFill>
          <a:ln w="12700">
            <a:solidFill>
              <a:srgbClr val="4789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4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4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5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20154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4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20154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4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5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762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1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5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4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4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B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69397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ثَظَاجَ</a:t>
            </a:r>
            <a:endParaRPr lang="ar-SA" sz="61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7C5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4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4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20154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4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201541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4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9762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1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4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4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9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67032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جَظَاحَ</a:t>
            </a:r>
            <a:endParaRPr lang="ar-SA" sz="62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1A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3F"/>
          </a:solidFill>
          <a:ln w="12700">
            <a:solidFill>
              <a:srgbClr val="2B643F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70"/>
          </a:solidFill>
          <a:ln w="12700">
            <a:solidFill>
              <a:srgbClr val="34797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9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39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C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200875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39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200875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39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C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9739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5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C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6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67032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حَظَاخَ</a:t>
            </a:r>
            <a:endParaRPr lang="ar-SA" sz="62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CC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B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200875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39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200875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B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739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5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B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9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39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4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82658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خَظَادَ</a:t>
            </a:r>
            <a:endParaRPr lang="ar-SA" sz="67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7DB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6E5E"/>
          </a:solidFill>
          <a:ln w="12700">
            <a:solidFill>
              <a:srgbClr val="ED6E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594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6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9594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6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8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20180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6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20180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6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8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9770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3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8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20184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6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20184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6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3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83650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دَظَاذَ</a:t>
            </a:r>
            <a:endParaRPr lang="ar-SA" sz="74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1443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BFE0"/>
          </a:solidFill>
          <a:ln w="12700">
            <a:solidFill>
              <a:srgbClr val="52BF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A7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8D"/>
          </a:solidFill>
          <a:ln w="12700">
            <a:solidFill>
              <a:srgbClr val="DB708D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08547"/>
          </a:solidFill>
          <a:ln w="12700">
            <a:solidFill>
              <a:srgbClr val="80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20184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6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20184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6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20180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6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20180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6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9770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3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8612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6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8612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6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6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72939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ذَظَارَ</a:t>
            </a:r>
            <a:endParaRPr lang="ar-SA" sz="66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7C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A5"/>
          </a:solidFill>
          <a:ln w="12700">
            <a:solidFill>
              <a:srgbClr val="D864A5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AB"/>
          </a:solidFill>
          <a:ln w="12700">
            <a:solidFill>
              <a:srgbClr val="D147AB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612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6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8612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6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20180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6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20180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6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770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3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20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6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20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6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8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2899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رَظَازَ</a:t>
            </a:r>
            <a:endParaRPr lang="ar-SA" sz="65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E7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242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1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9242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1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5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201141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1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201141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1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5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9747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7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5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8667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1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8667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1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73092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زَظَاسَ</a:t>
            </a:r>
            <a:endParaRPr lang="ar-SA" sz="50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1426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12B64"/>
          </a:solidFill>
          <a:ln w="12700">
            <a:solidFill>
              <a:srgbClr val="31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E3479"/>
          </a:solidFill>
          <a:ln w="12700">
            <a:solidFill>
              <a:srgbClr val="5E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777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6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8777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36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9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20047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36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20047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36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9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9724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1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9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6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36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9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73143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سَظَاشَ</a:t>
            </a:r>
            <a:endParaRPr lang="ar-SA" sz="46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7C5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6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36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C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20047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36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20047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36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C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724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1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C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8873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6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8873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6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6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3143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شَظَاصَ</a:t>
            </a:r>
            <a:endParaRPr lang="ar-SA" sz="46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C5F7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72ED5E"/>
          </a:solidFill>
          <a:ln w="12700">
            <a:solidFill>
              <a:srgbClr val="72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892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5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8892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5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20034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35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20034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35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9720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5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5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73169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صَظَاضَ</a:t>
            </a:r>
            <a:endParaRPr lang="ar-SA" sz="44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2B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DE52E0"/>
          </a:solidFill>
          <a:ln w="12700">
            <a:solidFill>
              <a:srgbClr val="DE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C1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A7DB70"/>
          </a:solidFill>
          <a:ln w="12700">
            <a:solidFill>
              <a:srgbClr val="A7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79"/>
          </a:solidFill>
          <a:ln w="12700">
            <a:solidFill>
              <a:srgbClr val="478579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5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5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8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20034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35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20034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35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8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9720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8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20034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5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20034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35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80528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ضَظَاطَ</a:t>
            </a:r>
            <a:endParaRPr lang="ar-SA" sz="51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7EC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C2D864"/>
          </a:solidFill>
          <a:ln w="12700">
            <a:solidFill>
              <a:srgbClr val="C2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CDD147"/>
          </a:solidFill>
          <a:ln w="12700">
            <a:solidFill>
              <a:srgbClr val="CD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20180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6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20180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46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4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20180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6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20180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6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4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770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3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4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2088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6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2088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6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6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91316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طَظَاأَ</a:t>
            </a:r>
            <a:endParaRPr lang="ar-SA" sz="63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C5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20457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2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20457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2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3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2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2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3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9202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0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87474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أَظَا</a:t>
            </a:r>
            <a:endParaRPr lang="ar-SA" sz="82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4314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33"/>
          </a:solidFill>
          <a:ln w="12700">
            <a:solidFill>
              <a:srgbClr val="642B33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4D34"/>
          </a:solidFill>
          <a:ln w="12700">
            <a:solidFill>
              <a:srgbClr val="794D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981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2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7981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2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2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2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9202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0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66551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بَظَا</a:t>
            </a:r>
            <a:endParaRPr lang="ar-SA" sz="84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D6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11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2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11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2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2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202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0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7149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تَظَا</a:t>
            </a:r>
            <a:endParaRPr lang="ar-SA" sz="90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C5C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96ED"/>
          </a:solidFill>
          <a:ln w="12700">
            <a:solidFill>
              <a:srgbClr val="5E96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0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C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639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0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9639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C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9190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7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80479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ثَظَا</a:t>
            </a:r>
            <a:endParaRPr lang="ar-SA" sz="90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431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BB52"/>
          </a:solidFill>
          <a:ln w="12700">
            <a:solidFill>
              <a:srgbClr val="E0BB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DA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C2DB"/>
          </a:solidFill>
          <a:ln w="12700">
            <a:solidFill>
              <a:srgbClr val="70C2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A4785"/>
          </a:solidFill>
          <a:ln w="12700">
            <a:solidFill>
              <a:srgbClr val="6A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1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1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A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6530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1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96530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1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A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91985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9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66844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جَظَا</a:t>
            </a:r>
            <a:endParaRPr lang="ar-SA" sz="85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C5F7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D2"/>
          </a:solidFill>
          <a:ln w="12700">
            <a:solidFill>
              <a:srgbClr val="64D8D2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B3"/>
          </a:solidFill>
          <a:ln w="12700">
            <a:solidFill>
              <a:srgbClr val="47D1B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6530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1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96530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1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1985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9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4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7149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حَظَا</a:t>
            </a:r>
            <a:endParaRPr lang="ar-SA" sz="90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EE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573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5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9573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5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9171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2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77149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خَظَا</a:t>
            </a:r>
            <a:endParaRPr lang="ar-SA" sz="9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3E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1642B"/>
          </a:solidFill>
          <a:ln w="12700">
            <a:solidFill>
              <a:srgbClr val="41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3C"/>
          </a:solidFill>
          <a:ln w="12700">
            <a:solidFill>
              <a:srgbClr val="34793C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003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2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9003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2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2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2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9202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0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76577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دَظَا</a:t>
            </a:r>
            <a:endParaRPr lang="ar-SA" sz="90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C5E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670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2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670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6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2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2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6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202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0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665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ذَظَا</a:t>
            </a:r>
            <a:endParaRPr lang="ar-SA" sz="9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7C5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B9"/>
          </a:solidFill>
          <a:ln w="12700">
            <a:solidFill>
              <a:srgbClr val="ED5EB9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894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2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7894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2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A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2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2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A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9202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0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8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63549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رَظَا</a:t>
            </a:r>
            <a:endParaRPr lang="ar-SA" sz="81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14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97"/>
          </a:solidFill>
          <a:ln w="12700">
            <a:solidFill>
              <a:srgbClr val="52E097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F1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A70DB"/>
          </a:solidFill>
          <a:ln w="12700">
            <a:solidFill>
              <a:srgbClr val="DA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5B47"/>
          </a:solidFill>
          <a:ln w="12700">
            <a:solidFill>
              <a:srgbClr val="855B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561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2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8561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2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2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2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9202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0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63549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زَظَا</a:t>
            </a:r>
            <a:endParaRPr lang="ar-SA" sz="81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D3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B564D8"/>
          </a:solidFill>
          <a:ln w="12700">
            <a:solidFill>
              <a:srgbClr val="B5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9047D1"/>
          </a:solidFill>
          <a:ln w="12700">
            <a:solidFill>
              <a:srgbClr val="90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7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7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599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7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9599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7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17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6311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سَظَا</a:t>
            </a:r>
            <a:endParaRPr lang="ar-SA" sz="88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F7E1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1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1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7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519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1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9519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1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7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9152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7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76311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شَظَا</a:t>
            </a:r>
            <a:endParaRPr lang="ar-SA" sz="88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1443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4F64"/>
          </a:solidFill>
          <a:ln w="12700">
            <a:solidFill>
              <a:srgbClr val="2B4F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3E79"/>
          </a:solidFill>
          <a:ln w="12700">
            <a:solidFill>
              <a:srgbClr val="343E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4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44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5597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4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95597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4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9168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1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7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76045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صَظَا</a:t>
            </a:r>
            <a:endParaRPr lang="ar-SA" sz="86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F7C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4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519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1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9519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1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152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7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9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6045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ضَظَا</a:t>
            </a:r>
            <a:endParaRPr lang="ar-SA" sz="86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E1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DDED5E"/>
          </a:solidFill>
          <a:ln w="12700">
            <a:solidFill>
              <a:srgbClr val="DD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2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2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2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2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9202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0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76870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طَظَا</a:t>
            </a:r>
            <a:endParaRPr lang="ar-SA" sz="88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1420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7452E0"/>
          </a:solidFill>
          <a:ln w="12700">
            <a:solidFill>
              <a:srgbClr val="74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D7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BF70"/>
          </a:solidFill>
          <a:ln w="12700">
            <a:solidFill>
              <a:srgbClr val="DBBF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4C"/>
          </a:solidFill>
          <a:ln w="12700">
            <a:solidFill>
              <a:srgbClr val="47854C"/>
            </a:solidFill>
            <a:prstDash val="solid"/>
          </a:ln>
        </p:spPr>
      </p:sp>
      <p:sp>
        <p:nvSpPr>
          <p:cNvPr id="15" name="C1 W1 pill"/>
          <p:cNvSpPr/>
          <p:nvPr/>
        </p:nvSpPr>
        <p:spPr>
          <a:xfrm>
            <a:off x="5024445" y="896112"/>
            <a:ext cx="188297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7C36E2"/>
            </a:solidFill>
            <a:prstDash val="solid"/>
          </a:ln>
        </p:spPr>
      </p:sp>
      <p:sp>
        <p:nvSpPr>
          <p:cNvPr id="16" name="C1 W1 word"/>
          <p:cNvSpPr txBox="1"/>
          <p:nvPr/>
        </p:nvSpPr>
        <p:spPr>
          <a:xfrm>
            <a:off x="5024445" y="896112"/>
            <a:ext cx="188297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طَارَ</a:t>
            </a:r>
            <a:endParaRPr lang="ar-SA" sz="5600" dirty="0"/>
          </a:p>
        </p:txBody>
      </p:sp>
      <p:sp>
        <p:nvSpPr>
          <p:cNvPr id="17" name="C2 W2 pill"/>
          <p:cNvSpPr/>
          <p:nvPr/>
        </p:nvSpPr>
        <p:spPr>
          <a:xfrm>
            <a:off x="2236583" y="896112"/>
            <a:ext cx="246782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7C36"/>
            </a:solidFill>
            <a:prstDash val="solid"/>
          </a:ln>
        </p:spPr>
      </p:sp>
      <p:sp>
        <p:nvSpPr>
          <p:cNvPr id="18" name="C2 W2 word"/>
          <p:cNvSpPr txBox="1"/>
          <p:nvPr/>
        </p:nvSpPr>
        <p:spPr>
          <a:xfrm>
            <a:off x="2236583" y="896112"/>
            <a:ext cx="246782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نَسۡرٌ</a:t>
            </a:r>
            <a:endParaRPr lang="ar-SA" sz="5600" dirty="0"/>
          </a:p>
        </p:txBody>
      </p:sp>
      <p:sp>
        <p:nvSpPr>
          <p:cNvPr id="19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8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3 S panel"/>
          <p:cNvSpPr/>
          <p:nvPr/>
        </p:nvSpPr>
        <p:spPr>
          <a:xfrm>
            <a:off x="2591811" y="2834640"/>
            <a:ext cx="3960379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3 S sentence"/>
          <p:cNvSpPr txBox="1"/>
          <p:nvPr/>
        </p:nvSpPr>
        <p:spPr>
          <a:xfrm>
            <a:off x="2591811" y="2834640"/>
            <a:ext cx="3960379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طَارَ نَسۡرٌ</a:t>
            </a:r>
            <a:endParaRPr lang="ar-SA" sz="57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F7C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9864"/>
          </a:solidFill>
          <a:ln w="12700">
            <a:solidFill>
              <a:srgbClr val="D89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6E47"/>
          </a:solidFill>
          <a:ln w="12700">
            <a:solidFill>
              <a:srgbClr val="D16E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4778802" y="896112"/>
            <a:ext cx="1887478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AE36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4778802" y="896112"/>
            <a:ext cx="188747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طَابَ</a:t>
            </a:r>
            <a:endParaRPr lang="ar-SA" sz="4600" dirty="0"/>
          </a:p>
        </p:txBody>
      </p:sp>
      <p:sp>
        <p:nvSpPr>
          <p:cNvPr id="12" name="C2 W2 pill"/>
          <p:cNvSpPr/>
          <p:nvPr/>
        </p:nvSpPr>
        <p:spPr>
          <a:xfrm>
            <a:off x="2477720" y="896112"/>
            <a:ext cx="198104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AE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477720" y="896112"/>
            <a:ext cx="198104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طَعَامٌ</a:t>
            </a:r>
            <a:endParaRPr lang="ar-SA" sz="46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58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2790842" y="2834640"/>
            <a:ext cx="3562316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2790842" y="2834640"/>
            <a:ext cx="3562316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طَابَ طَعَامٌ</a:t>
            </a:r>
            <a:endParaRPr lang="ar-SA" sz="47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C5F7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1 W1 pill"/>
          <p:cNvSpPr/>
          <p:nvPr/>
        </p:nvSpPr>
        <p:spPr>
          <a:xfrm>
            <a:off x="5006041" y="896112"/>
            <a:ext cx="1512266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E0"/>
            </a:solidFill>
            <a:prstDash val="solid"/>
          </a:ln>
        </p:spPr>
      </p:sp>
      <p:sp>
        <p:nvSpPr>
          <p:cNvPr id="12" name="C1 W1 word"/>
          <p:cNvSpPr txBox="1"/>
          <p:nvPr/>
        </p:nvSpPr>
        <p:spPr>
          <a:xfrm>
            <a:off x="5006041" y="896112"/>
            <a:ext cx="1512266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قَامَ</a:t>
            </a:r>
            <a:endParaRPr lang="ar-SA" sz="4600" dirty="0"/>
          </a:p>
        </p:txBody>
      </p:sp>
      <p:sp>
        <p:nvSpPr>
          <p:cNvPr id="13" name="C2 W2 pill"/>
          <p:cNvSpPr/>
          <p:nvPr/>
        </p:nvSpPr>
        <p:spPr>
          <a:xfrm>
            <a:off x="2625693" y="896112"/>
            <a:ext cx="2060308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036E2"/>
            </a:solidFill>
            <a:prstDash val="solid"/>
          </a:ln>
        </p:spPr>
      </p:sp>
      <p:sp>
        <p:nvSpPr>
          <p:cNvPr id="14" name="C2 W2 word"/>
          <p:cNvSpPr txBox="1"/>
          <p:nvPr/>
        </p:nvSpPr>
        <p:spPr>
          <a:xfrm>
            <a:off x="2625693" y="896112"/>
            <a:ext cx="206030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حَافِظٌ</a:t>
            </a:r>
            <a:endParaRPr lang="ar-SA" sz="4600" dirty="0"/>
          </a:p>
        </p:txBody>
      </p:sp>
      <p:sp>
        <p:nvSpPr>
          <p:cNvPr id="15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2E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3 S panel"/>
          <p:cNvSpPr/>
          <p:nvPr/>
        </p:nvSpPr>
        <p:spPr>
          <a:xfrm>
            <a:off x="2941355" y="2834640"/>
            <a:ext cx="3261290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3 S sentence"/>
          <p:cNvSpPr txBox="1"/>
          <p:nvPr/>
        </p:nvSpPr>
        <p:spPr>
          <a:xfrm>
            <a:off x="2941355" y="2834640"/>
            <a:ext cx="3261290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قَامَ حَافِظٌ</a:t>
            </a:r>
            <a:endParaRPr lang="ar-SA" sz="47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98</Slides>
  <Notes>98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98</vt:i4>
      </vt:variant>
    </vt:vector>
  </HeadingPairs>
  <TitlesOfParts>
    <vt:vector size="10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Madd with alif 09-ta-dha</dc:title>
  <dc:subject>PptxGenJS Presentation</dc:subject>
  <dc:creator>PptxGenJS</dc:creator>
  <cp:lastModifiedBy>PptxGenJS</cp:lastModifiedBy>
  <cp:revision>1</cp:revision>
  <dcterms:created xsi:type="dcterms:W3CDTF">2026-10-21T19:55:55Z</dcterms:created>
  <dcterms:modified xsi:type="dcterms:W3CDTF">2026-10-21T19:55:55Z</dcterms:modified>
</cp:coreProperties>
</file>