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6"/>
          </a:solidFill>
          <a:ln w="12700">
            <a:solidFill>
              <a:srgbClr val="64D8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C"/>
          </a:solidFill>
          <a:ln w="12700">
            <a:solidFill>
              <a:srgbClr val="47D1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4445" y="896112"/>
            <a:ext cx="1882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4445" y="896112"/>
            <a:ext cx="1882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36583" y="896112"/>
            <a:ext cx="2467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C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36583" y="896112"/>
            <a:ext cx="2467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نَسۡرٌ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91811" y="2834640"/>
            <a:ext cx="396037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91811" y="2834640"/>
            <a:ext cx="396037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طَارَ نَسۡرٌ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802" y="896112"/>
            <a:ext cx="1887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802" y="896112"/>
            <a:ext cx="1887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7720" y="896112"/>
            <a:ext cx="19810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7720" y="896112"/>
            <a:ext cx="19810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842" y="2834640"/>
            <a:ext cx="35623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842" y="2834640"/>
            <a:ext cx="35623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 طَعَامٌ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06041" y="896112"/>
            <a:ext cx="1512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06041" y="896112"/>
            <a:ext cx="1512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25693" y="896112"/>
            <a:ext cx="2060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0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5693" y="896112"/>
            <a:ext cx="2060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حَافِظٌ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1355" y="2834640"/>
            <a:ext cx="32612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1355" y="2834640"/>
            <a:ext cx="32612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 حَافِظٌ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09-ta-dha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