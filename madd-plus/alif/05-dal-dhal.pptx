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32B64"/>
          </a:solidFill>
          <a:ln w="12700">
            <a:solidFill>
              <a:srgbClr val="6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8"/>
          </a:solidFill>
          <a:ln w="12700">
            <a:solidFill>
              <a:srgbClr val="79345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712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600" dirty="0"/>
          </a:p>
        </p:txBody>
      </p:sp>
      <p:sp>
        <p:nvSpPr>
          <p:cNvPr id="16" name="C2 V1 vowel"/>
          <p:cNvSpPr txBox="1"/>
          <p:nvPr/>
        </p:nvSpPr>
        <p:spPr>
          <a:xfrm>
            <a:off x="6720840" y="169712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4343400" y="173164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0500" dirty="0"/>
          </a:p>
        </p:txBody>
      </p:sp>
      <p:sp>
        <p:nvSpPr>
          <p:cNvPr id="19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R result"/>
          <p:cNvSpPr txBox="1"/>
          <p:nvPr/>
        </p:nvSpPr>
        <p:spPr>
          <a:xfrm>
            <a:off x="685800" y="15824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دَا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دَاأَ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7"/>
          </a:solidFill>
          <a:ln w="12700">
            <a:solidFill>
              <a:srgbClr val="5EEDC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584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دَابَ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6"/>
          </a:solidFill>
          <a:ln w="12700">
            <a:solidFill>
              <a:srgbClr val="E0526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7"/>
          </a:solidFill>
          <a:ln w="12700">
            <a:solidFill>
              <a:srgbClr val="70DB9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A85"/>
          </a:solidFill>
          <a:ln w="12700">
            <a:solidFill>
              <a:srgbClr val="475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99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دَاتَ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C"/>
          </a:solidFill>
          <a:ln w="12700">
            <a:solidFill>
              <a:srgbClr val="64D86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5D147"/>
          </a:solidFill>
          <a:ln w="12700">
            <a:solidFill>
              <a:srgbClr val="5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2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دَاثَ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دَاجَ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52B"/>
          </a:solidFill>
          <a:ln w="12700">
            <a:solidFill>
              <a:srgbClr val="645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97934"/>
          </a:solidFill>
          <a:ln w="12700">
            <a:solidFill>
              <a:srgbClr val="6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دَاحَ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دَاخَ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45EED"/>
          </a:solidFill>
          <a:ln w="12700">
            <a:solidFill>
              <a:srgbClr val="A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أَدَابَ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9E052"/>
          </a:solidFill>
          <a:ln w="12700">
            <a:solidFill>
              <a:srgbClr val="8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C70DB"/>
          </a:solidFill>
          <a:ln w="12700">
            <a:solidFill>
              <a:srgbClr val="7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9"/>
          </a:solidFill>
          <a:ln w="12700">
            <a:solidFill>
              <a:srgbClr val="85476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8511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بَدَاتَ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9D8"/>
          </a:solidFill>
          <a:ln w="12700">
            <a:solidFill>
              <a:srgbClr val="647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7D1"/>
          </a:solidFill>
          <a:ln w="12700">
            <a:solidFill>
              <a:srgbClr val="477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0299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تَدَاثَ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ثَدَاجَ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7"/>
          </a:solidFill>
          <a:ln w="12700">
            <a:solidFill>
              <a:srgbClr val="2B644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8"/>
          </a:solidFill>
          <a:ln w="12700">
            <a:solidFill>
              <a:srgbClr val="34797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5840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جَدَاحَ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حَدَاخَ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05E"/>
          </a:solidFill>
          <a:ln w="12700">
            <a:solidFill>
              <a:srgbClr val="ED8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9309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خَدَاأَ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DE0"/>
          </a:solidFill>
          <a:ln w="12700">
            <a:solidFill>
              <a:srgbClr val="52A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F"/>
          </a:solidFill>
          <a:ln w="12700">
            <a:solidFill>
              <a:srgbClr val="DB707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98547"/>
          </a:solidFill>
          <a:ln w="12700">
            <a:solidFill>
              <a:srgbClr val="7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أَدَا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6"/>
          </a:solidFill>
          <a:ln w="12700">
            <a:solidFill>
              <a:srgbClr val="D8649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A"/>
          </a:solidFill>
          <a:ln w="12700">
            <a:solidFill>
              <a:srgbClr val="D1479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99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362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تَدَا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82B64"/>
          </a:solidFill>
          <a:ln w="12700">
            <a:solidFill>
              <a:srgbClr val="3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73479"/>
          </a:solidFill>
          <a:ln w="12700">
            <a:solidFill>
              <a:srgbClr val="6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99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ثَدَا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27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جَدَا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0ED5E"/>
          </a:solidFill>
          <a:ln w="12700">
            <a:solidFill>
              <a:srgbClr val="6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87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1"/>
          </a:solidFill>
          <a:ln w="12700">
            <a:solidFill>
              <a:srgbClr val="E052D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ADB70"/>
          </a:solidFill>
          <a:ln w="12700">
            <a:solidFill>
              <a:srgbClr val="9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1"/>
          </a:solidFill>
          <a:ln w="12700">
            <a:solidFill>
              <a:srgbClr val="47858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064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3D864"/>
          </a:solidFill>
          <a:ln w="12700">
            <a:solidFill>
              <a:srgbClr val="B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CD147"/>
          </a:solidFill>
          <a:ln w="12700">
            <a:solidFill>
              <a:srgbClr val="B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80686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6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80686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7293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9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70186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</a:t>
            </a:r>
            <a:endParaRPr lang="ar-SA" sz="11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8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8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ذَاأَ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3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C"/>
          </a:solidFill>
          <a:ln w="12700">
            <a:solidFill>
              <a:srgbClr val="642B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634"/>
          </a:solidFill>
          <a:ln w="12700">
            <a:solidFill>
              <a:srgbClr val="795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8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8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54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ذَابَ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07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ذَاتَ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4ED"/>
          </a:solidFill>
          <a:ln w="12700">
            <a:solidFill>
              <a:srgbClr val="5E8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607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ذَاثَ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D52"/>
          </a:solidFill>
          <a:ln w="12700">
            <a:solidFill>
              <a:srgbClr val="E0C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5DB"/>
          </a:solidFill>
          <a:ln w="12700">
            <a:solidFill>
              <a:srgbClr val="70B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24785"/>
          </a:solidFill>
          <a:ln w="12700">
            <a:solidFill>
              <a:srgbClr val="7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675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ذَاجَ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0D8"/>
          </a:solidFill>
          <a:ln w="12700">
            <a:solidFill>
              <a:srgbClr val="64D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4"/>
          </a:solidFill>
          <a:ln w="12700">
            <a:solidFill>
              <a:srgbClr val="47D1C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75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ذَاحَ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675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ذَاخَ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3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A642B"/>
          </a:solidFill>
          <a:ln w="12700">
            <a:solidFill>
              <a:srgbClr val="3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4"/>
          </a:solidFill>
          <a:ln w="12700">
            <a:solidFill>
              <a:srgbClr val="34794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23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008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008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ذَادَ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أَذَابَ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8"/>
          </a:solidFill>
          <a:ln w="12700">
            <a:solidFill>
              <a:srgbClr val="ED5EA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537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بَذَاتَ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4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9"/>
          </a:solidFill>
          <a:ln w="12700">
            <a:solidFill>
              <a:srgbClr val="52E0A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F"/>
          </a:solidFill>
          <a:ln w="12700">
            <a:solidFill>
              <a:srgbClr val="DB70C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347"/>
          </a:solidFill>
          <a:ln w="12700">
            <a:solidFill>
              <a:srgbClr val="856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241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تَذَاثَ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364D8"/>
          </a:solidFill>
          <a:ln w="12700">
            <a:solidFill>
              <a:srgbClr val="C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247D1"/>
          </a:solidFill>
          <a:ln w="12700">
            <a:solidFill>
              <a:srgbClr val="A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ثَذَاجَ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697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جَذَاحَ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864"/>
          </a:solidFill>
          <a:ln w="12700">
            <a:solidFill>
              <a:srgbClr val="2B4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579"/>
          </a:solidFill>
          <a:ln w="12700">
            <a:solidFill>
              <a:srgbClr val="343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697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حَذَاخَ</a:t>
            </a:r>
            <a:endParaRPr lang="ar-SA" sz="6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432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خَذَادَ</a:t>
            </a:r>
            <a:endParaRPr lang="ar-SA" sz="7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BED5E"/>
          </a:solidFill>
          <a:ln w="12700">
            <a:solidFill>
              <a:srgbClr val="C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9309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دَذَاأَ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1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652E0"/>
          </a:solidFill>
          <a:ln w="12700">
            <a:solidFill>
              <a:srgbClr val="8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D70"/>
          </a:solidFill>
          <a:ln w="12700">
            <a:solidFill>
              <a:srgbClr val="DBC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3"/>
          </a:solidFill>
          <a:ln w="12700">
            <a:solidFill>
              <a:srgbClr val="47855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68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68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أَذَا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664"/>
          </a:solidFill>
          <a:ln w="12700">
            <a:solidFill>
              <a:srgbClr val="D8A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F47"/>
          </a:solidFill>
          <a:ln w="12700">
            <a:solidFill>
              <a:srgbClr val="D17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8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8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61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بَذَا</a:t>
            </a:r>
            <a:endParaRPr lang="ar-SA" sz="8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6"/>
          </a:solidFill>
          <a:ln w="12700">
            <a:solidFill>
              <a:srgbClr val="642B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6"/>
          </a:solidFill>
          <a:ln w="12700">
            <a:solidFill>
              <a:srgbClr val="79344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6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6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99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91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جَذَا</a:t>
            </a:r>
            <a:endParaRPr lang="ar-SA" sz="8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C"/>
          </a:solidFill>
          <a:ln w="12700">
            <a:solidFill>
              <a:srgbClr val="5EEDE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43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252"/>
          </a:solidFill>
          <a:ln w="12700">
            <a:solidFill>
              <a:srgbClr val="E06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2"/>
          </a:solidFill>
          <a:ln w="12700">
            <a:solidFill>
              <a:srgbClr val="70DBB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B85"/>
          </a:solidFill>
          <a:ln w="12700">
            <a:solidFill>
              <a:srgbClr val="474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خَذَا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9"/>
          </a:solidFill>
          <a:ln w="12700">
            <a:solidFill>
              <a:srgbClr val="64D88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D"/>
          </a:solidFill>
          <a:ln w="12700">
            <a:solidFill>
              <a:srgbClr val="47D15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8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8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3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716455" y="896112"/>
            <a:ext cx="16030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B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716455" y="896112"/>
            <a:ext cx="16030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عَادَ</a:t>
            </a:r>
            <a:endParaRPr lang="ar-SA" sz="5300" dirty="0"/>
          </a:p>
        </p:txBody>
      </p:sp>
      <p:sp>
        <p:nvSpPr>
          <p:cNvPr id="13" name="C2 W2 pill"/>
          <p:cNvSpPr/>
          <p:nvPr/>
        </p:nvSpPr>
        <p:spPr>
          <a:xfrm>
            <a:off x="2824451" y="896112"/>
            <a:ext cx="15719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B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824451" y="896112"/>
            <a:ext cx="15719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وَلَدٌ</a:t>
            </a:r>
            <a:endParaRPr lang="ar-SA" sz="53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142658" y="2834640"/>
            <a:ext cx="285868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142658" y="2834640"/>
            <a:ext cx="285868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عَادَ وَلَدٌ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32B"/>
          </a:solidFill>
          <a:ln w="12700">
            <a:solidFill>
              <a:srgbClr val="646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77934"/>
          </a:solidFill>
          <a:ln w="12700">
            <a:solidFill>
              <a:srgbClr val="577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891310" y="896112"/>
            <a:ext cx="161688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7E2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891310" y="896112"/>
            <a:ext cx="161688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ذَاقَ</a:t>
            </a:r>
            <a:endParaRPr lang="ar-SA" sz="4700" dirty="0"/>
          </a:p>
        </p:txBody>
      </p:sp>
      <p:sp>
        <p:nvSpPr>
          <p:cNvPr id="14" name="C2 W2 pill"/>
          <p:cNvSpPr/>
          <p:nvPr/>
        </p:nvSpPr>
        <p:spPr>
          <a:xfrm>
            <a:off x="2635803" y="896112"/>
            <a:ext cx="193546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7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635803" y="896112"/>
            <a:ext cx="193546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عَسَلًا</a:t>
            </a:r>
            <a:endParaRPr lang="ar-SA" sz="47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978592" y="2834640"/>
            <a:ext cx="318681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978592" y="2834640"/>
            <a:ext cx="318681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ذَاقَ عَسَلًا</a:t>
            </a:r>
            <a:endParaRPr lang="ar-SA" sz="4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095933" y="896112"/>
            <a:ext cx="14543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5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095933" y="896112"/>
            <a:ext cx="14543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دَارٌ</a:t>
            </a:r>
            <a:endParaRPr lang="ar-SA" sz="4500" dirty="0"/>
          </a:p>
        </p:txBody>
      </p:sp>
      <p:sp>
        <p:nvSpPr>
          <p:cNvPr id="12" name="C2 W2 pill"/>
          <p:cNvSpPr/>
          <p:nvPr/>
        </p:nvSpPr>
        <p:spPr>
          <a:xfrm>
            <a:off x="2593747" y="896112"/>
            <a:ext cx="218214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5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93747" y="896112"/>
            <a:ext cx="218214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وَاسِعَةٌ</a:t>
            </a:r>
            <a:endParaRPr lang="ar-SA" sz="45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941785" y="2834640"/>
            <a:ext cx="326043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941785" y="2834640"/>
            <a:ext cx="326043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دَارٌ وَاسِعَةٌ</a:t>
            </a:r>
            <a:endParaRPr lang="ar-SA" sz="4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alif 05-dal-dhal</dc:title>
  <dc:subject>PptxGenJS Presentation</dc:subject>
  <dc:creator>PptxGenJS</dc:creator>
  <cp:lastModifiedBy>PptxGenJS</cp:lastModifiedBy>
  <cp:revision>1</cp:revision>
  <dcterms:created xsi:type="dcterms:W3CDTF">2026-10-21T18:02:03Z</dcterms:created>
  <dcterms:modified xsi:type="dcterms:W3CDTF">2026-10-21T18:02:03Z</dcterms:modified>
</cp:coreProperties>
</file>