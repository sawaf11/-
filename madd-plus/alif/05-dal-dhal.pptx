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316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45EED"/>
          </a:solidFill>
          <a:ln w="12700">
            <a:solidFill>
              <a:srgbClr val="A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أَدَابَ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5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بَدَاتَ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تَدَاثَ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ثَدَاجَ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جَدَاحَ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حَدَاخَ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خَدَاأَ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93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018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4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ذَابَ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ذَاجَ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ذَاحَ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ذَاخَ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أَذَابَ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بَذَاتَ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41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تَذَاثَ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47D1"/>
          </a:solidFill>
          <a:ln w="12700">
            <a:solidFill>
              <a:srgbClr val="A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ثَذَاجَ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جَذَاحَ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حَذَاخَ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3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خَذَادَ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دَذَاأَ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52E0"/>
          </a:solidFill>
          <a:ln w="12700">
            <a:solidFill>
              <a:srgbClr val="8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1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6455" y="896112"/>
            <a:ext cx="16030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B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6455" y="896112"/>
            <a:ext cx="16030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824451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B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24451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42658" y="2834640"/>
            <a:ext cx="285868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42658" y="2834640"/>
            <a:ext cx="285868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 وَلَدٌ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1310" y="896112"/>
            <a:ext cx="161688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7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1310" y="896112"/>
            <a:ext cx="161688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ذَاقَ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635803" y="896112"/>
            <a:ext cx="1935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5803" y="896112"/>
            <a:ext cx="1935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عَسَلًا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78592" y="2834640"/>
            <a:ext cx="31868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78592" y="2834640"/>
            <a:ext cx="31868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ذَاقَ عَسَلًا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95933" y="896112"/>
            <a:ext cx="14543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5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95933" y="896112"/>
            <a:ext cx="14543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دَارٌ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593747" y="896112"/>
            <a:ext cx="21821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3747" y="896112"/>
            <a:ext cx="21821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وَاسِعَةٌ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1785" y="2834640"/>
            <a:ext cx="3260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1785" y="2834640"/>
            <a:ext cx="3260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دَارٌ وَاسِعَةٌ</a:t>
            </a:r>
            <a:endParaRPr lang="ar-SA" sz="4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05-dal-dhal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