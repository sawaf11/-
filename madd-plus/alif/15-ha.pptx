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316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48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48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11388" y="896112"/>
            <a:ext cx="18826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11388" y="896112"/>
            <a:ext cx="18826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749928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49928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58772" y="2834640"/>
            <a:ext cx="28264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58772" y="2834640"/>
            <a:ext cx="28264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 أَبٌ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01896" y="896112"/>
            <a:ext cx="20257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01896" y="896112"/>
            <a:ext cx="20257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16341" y="896112"/>
            <a:ext cx="1765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16341" y="896112"/>
            <a:ext cx="1765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هِلَالًا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5928" y="2834640"/>
            <a:ext cx="33721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5928" y="2834640"/>
            <a:ext cx="33721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 هِلَالًا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417" y="896112"/>
            <a:ext cx="16830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417" y="896112"/>
            <a:ext cx="16830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700" dirty="0"/>
          </a:p>
        </p:txBody>
      </p:sp>
      <p:sp>
        <p:nvSpPr>
          <p:cNvPr id="12" name="C2 W2 pill"/>
          <p:cNvSpPr/>
          <p:nvPr/>
        </p:nvSpPr>
        <p:spPr>
          <a:xfrm>
            <a:off x="2524572" y="896112"/>
            <a:ext cx="209180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4572" y="896112"/>
            <a:ext cx="209180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هَانِئٌ</a:t>
            </a:r>
            <a:endParaRPr lang="ar-SA" sz="5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38339" y="2834640"/>
            <a:ext cx="34673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38339" y="2834640"/>
            <a:ext cx="34673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هَانِئٌ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15-ha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