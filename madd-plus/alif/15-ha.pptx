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0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1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910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316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05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5684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هَاأَ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04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هَابَ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8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هَاتَ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252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هَاثَ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هَاحَ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48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73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50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C"/>
          </a:solidFill>
          <a:ln w="12700">
            <a:solidFill>
              <a:srgbClr val="ED5E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60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هَاسَ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هَاشَ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3479"/>
          </a:solidFill>
          <a:ln w="12700">
            <a:solidFill>
              <a:srgbClr val="5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5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هَاصَ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73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هَاضَ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ED5E"/>
          </a:solidFill>
          <a:ln w="12700">
            <a:solidFill>
              <a:srgbClr val="9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543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152E0"/>
          </a:solidFill>
          <a:ln w="12700">
            <a:solidFill>
              <a:srgbClr val="C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D"/>
          </a:solidFill>
          <a:ln w="12700">
            <a:solidFill>
              <a:srgbClr val="4785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43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764"/>
          </a:solidFill>
          <a:ln w="12700">
            <a:solidFill>
              <a:srgbClr val="D8D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847"/>
          </a:solidFill>
          <a:ln w="12700">
            <a:solidFill>
              <a:srgbClr val="D1B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هَاعَ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F34"/>
          </a:solidFill>
          <a:ln w="12700">
            <a:solidFill>
              <a:srgbClr val="793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16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هَافَ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هَاقَ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4ED"/>
          </a:solidFill>
          <a:ln w="12700">
            <a:solidFill>
              <a:srgbClr val="5EB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24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D52"/>
          </a:solidFill>
          <a:ln w="12700">
            <a:solidFill>
              <a:srgbClr val="E09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8DB"/>
          </a:solidFill>
          <a:ln w="12700">
            <a:solidFill>
              <a:srgbClr val="70D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7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A"/>
          </a:solidFill>
          <a:ln w="12700">
            <a:solidFill>
              <a:srgbClr val="64D8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6"/>
          </a:solidFill>
          <a:ln w="12700">
            <a:solidFill>
              <a:srgbClr val="47D1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هَامَ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3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هَانَ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أَهَابَ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93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بَهَاتَ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7"/>
          </a:solidFill>
          <a:ln w="12700">
            <a:solidFill>
              <a:srgbClr val="ED5E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تَهَاثَ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9"/>
          </a:solidFill>
          <a:ln w="12700">
            <a:solidFill>
              <a:srgbClr val="52E0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70DB"/>
          </a:solidFill>
          <a:ln w="12700">
            <a:solidFill>
              <a:srgbClr val="C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ثَهَاجَ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D64D8"/>
          </a:solidFill>
          <a:ln w="12700">
            <a:solidFill>
              <a:srgbClr val="9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47D1"/>
          </a:solidFill>
          <a:ln w="12700">
            <a:solidFill>
              <a:srgbClr val="7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62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جَهَاحَ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حَهَاخَ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B64"/>
          </a:solidFill>
          <a:ln w="12700">
            <a:solidFill>
              <a:srgbClr val="2B5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7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خَهَادَ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343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دَهَاذَ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05E"/>
          </a:solidFill>
          <a:ln w="12700">
            <a:solidFill>
              <a:srgbClr val="EDE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4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96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ذَهَارَ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86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رَهَازَ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147"/>
          </a:solidFill>
          <a:ln w="12700">
            <a:solidFill>
              <a:srgbClr val="D15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زَهَاسَ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3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سَهَاشَ</a:t>
            </a:r>
            <a:endParaRPr lang="ar-SA" sz="5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شَهَاصَ</a:t>
            </a:r>
            <a:endParaRPr lang="ar-SA" sz="4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69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صَهَاضَ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00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ضَهَاطَ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1"/>
          </a:solidFill>
          <a:ln w="12700">
            <a:solidFill>
              <a:srgbClr val="E052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7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طَهَاظَ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D147"/>
          </a:solidFill>
          <a:ln w="12700">
            <a:solidFill>
              <a:srgbClr val="6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ظَهَاعَ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عَهَاغَ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70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غَهَافَ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فَهَاقَ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5EED"/>
          </a:solidFill>
          <a:ln w="12700">
            <a:solidFill>
              <a:srgbClr val="9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565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قَهَاكَ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E052"/>
          </a:solidFill>
          <a:ln w="12700">
            <a:solidFill>
              <a:srgbClr val="9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كَهَالَ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56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لَهَامَ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46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مَهَانَ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نَهَاأَ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9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أَهَا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تَهَا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ثَهَا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6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خَهَا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CED5E"/>
          </a:solidFill>
          <a:ln w="12700">
            <a:solidFill>
              <a:srgbClr val="6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00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6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48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73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C"/>
          </a:solidFill>
          <a:ln w="12700">
            <a:solidFill>
              <a:srgbClr val="E052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550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69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3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زَهَا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شَهَا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ضَهَا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طَهَا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3"/>
          </a:solidFill>
          <a:ln w="12700">
            <a:solidFill>
              <a:srgbClr val="ED5E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970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فَهَا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970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قَهَا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كَهَا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97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لَهَا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97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نَهَا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11388" y="896112"/>
            <a:ext cx="18826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11388" y="896112"/>
            <a:ext cx="18826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هَاجَرَ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2749928" y="896112"/>
            <a:ext cx="14414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2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749928" y="896112"/>
            <a:ext cx="14414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أَبٌ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58772" y="2834640"/>
            <a:ext cx="28264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58772" y="2834640"/>
            <a:ext cx="28264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هَاجَرَ أَبٌ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52E0"/>
          </a:solidFill>
          <a:ln w="12700">
            <a:solidFill>
              <a:srgbClr val="7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601896" y="896112"/>
            <a:ext cx="20257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4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601896" y="896112"/>
            <a:ext cx="20257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شَاهَدَ</a:t>
            </a:r>
            <a:endParaRPr lang="ar-SA" sz="4700" dirty="0"/>
          </a:p>
        </p:txBody>
      </p:sp>
      <p:sp>
        <p:nvSpPr>
          <p:cNvPr id="17" name="C2 W2 pill"/>
          <p:cNvSpPr/>
          <p:nvPr/>
        </p:nvSpPr>
        <p:spPr>
          <a:xfrm>
            <a:off x="2516341" y="896112"/>
            <a:ext cx="17655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4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16341" y="896112"/>
            <a:ext cx="17655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هِلَالًا</a:t>
            </a:r>
            <a:endParaRPr lang="ar-SA" sz="47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5928" y="2834640"/>
            <a:ext cx="337214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5928" y="2834640"/>
            <a:ext cx="337214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شَاهَدَ هِلَالًا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D64"/>
          </a:solidFill>
          <a:ln w="12700">
            <a:solidFill>
              <a:srgbClr val="D89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447"/>
          </a:solidFill>
          <a:ln w="12700">
            <a:solidFill>
              <a:srgbClr val="D17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6417" y="896112"/>
            <a:ext cx="168301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6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6417" y="896112"/>
            <a:ext cx="168301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</a:t>
            </a:r>
            <a:endParaRPr lang="ar-SA" sz="5700" dirty="0"/>
          </a:p>
        </p:txBody>
      </p:sp>
      <p:sp>
        <p:nvSpPr>
          <p:cNvPr id="12" name="C2 W2 pill"/>
          <p:cNvSpPr/>
          <p:nvPr/>
        </p:nvSpPr>
        <p:spPr>
          <a:xfrm>
            <a:off x="2524572" y="896112"/>
            <a:ext cx="209180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4572" y="896112"/>
            <a:ext cx="209180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هَانِئٌ</a:t>
            </a:r>
            <a:endParaRPr lang="ar-SA" sz="5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38339" y="2834640"/>
            <a:ext cx="34673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38339" y="2834640"/>
            <a:ext cx="34673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جَاءَ هَانِئٌ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15-ha</dc:title>
  <dc:subject>PptxGenJS Presentation</dc:subject>
  <dc:creator>PptxGenJS</dc:creator>
  <cp:lastModifiedBy>PptxGenJS</cp:lastModifiedBy>
  <cp:revision>1</cp:revision>
  <dcterms:created xsi:type="dcterms:W3CDTF">2026-10-21T17:57:48Z</dcterms:created>
  <dcterms:modified xsi:type="dcterms:W3CDTF">2026-10-21T17:57:48Z</dcterms:modified>
</cp:coreProperties>
</file>