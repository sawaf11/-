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0065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3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50065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7236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46507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12B"/>
          </a:solidFill>
          <a:ln w="12700">
            <a:solidFill>
              <a:srgbClr val="644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234"/>
          </a:solidFill>
          <a:ln w="12700">
            <a:solidFill>
              <a:srgbClr val="797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71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جَاأَ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13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جَابَ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35EED"/>
          </a:solidFill>
          <a:ln w="12700">
            <a:solidFill>
              <a:srgbClr val="7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818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جَاتَ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AE052"/>
          </a:solidFill>
          <a:ln w="12700">
            <a:solidFill>
              <a:srgbClr val="B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9DB"/>
          </a:solidFill>
          <a:ln w="12700">
            <a:solidFill>
              <a:srgbClr val="708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E"/>
          </a:solidFill>
          <a:ln w="12700">
            <a:solidFill>
              <a:srgbClr val="8547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426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جَاثَ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1D8"/>
          </a:solidFill>
          <a:ln w="12700">
            <a:solidFill>
              <a:srgbClr val="64A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7D1"/>
          </a:solidFill>
          <a:ln w="12700">
            <a:solidFill>
              <a:srgbClr val="47A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جَاحَ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جَاخَ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3"/>
          </a:solidFill>
          <a:ln w="12700">
            <a:solidFill>
              <a:srgbClr val="2B64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1"/>
          </a:solidFill>
          <a:ln w="12700">
            <a:solidFill>
              <a:srgbClr val="3479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727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جَادَ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أَجَابَ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E"/>
          </a:solidFill>
          <a:ln w="12700">
            <a:solidFill>
              <a:srgbClr val="ED5E6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889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بَجَاتَ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EE0"/>
          </a:solidFill>
          <a:ln w="12700">
            <a:solidFill>
              <a:srgbClr val="52D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4"/>
          </a:solidFill>
          <a:ln w="12700">
            <a:solidFill>
              <a:srgbClr val="DB70A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C47"/>
          </a:solidFill>
          <a:ln w="12700">
            <a:solidFill>
              <a:srgbClr val="857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349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تَجَاثَ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E"/>
          </a:solidFill>
          <a:ln w="12700">
            <a:solidFill>
              <a:srgbClr val="D864B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9"/>
          </a:solidFill>
          <a:ln w="12700">
            <a:solidFill>
              <a:srgbClr val="D147C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ثَجَاحَ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حَجَاخَ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164"/>
          </a:solidFill>
          <a:ln w="12700">
            <a:solidFill>
              <a:srgbClr val="2B3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F3479"/>
          </a:solidFill>
          <a:ln w="12700">
            <a:solidFill>
              <a:srgbClr val="4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090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خَجَادَ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419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دَجَاأَ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1ED5E"/>
          </a:solidFill>
          <a:ln w="12700">
            <a:solidFill>
              <a:srgbClr val="9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671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أَجَا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F52E0"/>
          </a:solidFill>
          <a:ln w="12700">
            <a:solidFill>
              <a:srgbClr val="B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FDB70"/>
          </a:solidFill>
          <a:ln w="12700">
            <a:solidFill>
              <a:srgbClr val="B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C"/>
          </a:solidFill>
          <a:ln w="12700">
            <a:solidFill>
              <a:srgbClr val="4785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664"/>
          </a:solidFill>
          <a:ln w="12700">
            <a:solidFill>
              <a:srgbClr val="D8D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747"/>
          </a:solidFill>
          <a:ln w="12700">
            <a:solidFill>
              <a:srgbClr val="D1B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0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تَجَا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0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973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ثَجَا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F"/>
          </a:solidFill>
          <a:ln w="12700">
            <a:solidFill>
              <a:srgbClr val="642B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E34"/>
          </a:solidFill>
          <a:ln w="12700">
            <a:solidFill>
              <a:srgbClr val="793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727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04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5ED"/>
          </a:solidFill>
          <a:ln w="12700">
            <a:solidFill>
              <a:srgbClr val="5EB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27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C52"/>
          </a:solidFill>
          <a:ln w="12700">
            <a:solidFill>
              <a:srgbClr val="E09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9DB"/>
          </a:solidFill>
          <a:ln w="12700">
            <a:solidFill>
              <a:srgbClr val="70D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D4785"/>
          </a:solidFill>
          <a:ln w="12700">
            <a:solidFill>
              <a:srgbClr val="5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0065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3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50065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3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7236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58940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</a:t>
            </a:r>
            <a:endParaRPr lang="ar-SA" sz="11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9"/>
          </a:solidFill>
          <a:ln w="12700">
            <a:solidFill>
              <a:srgbClr val="64D8B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5"/>
          </a:solidFill>
          <a:ln w="12700">
            <a:solidFill>
              <a:srgbClr val="47D19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حَاأَ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613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حَابَ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642B"/>
          </a:solidFill>
          <a:ln w="12700">
            <a:solidFill>
              <a:srgbClr val="4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B7934"/>
          </a:solidFill>
          <a:ln w="12700">
            <a:solidFill>
              <a:srgbClr val="3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91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حَاتَ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298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حَاثَ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8"/>
          </a:solidFill>
          <a:ln w="12700">
            <a:solidFill>
              <a:srgbClr val="ED5ED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حَاجَ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8"/>
          </a:solidFill>
          <a:ln w="12700">
            <a:solidFill>
              <a:srgbClr val="52E07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370DB"/>
          </a:solidFill>
          <a:ln w="12700">
            <a:solidFill>
              <a:srgbClr val="C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E47"/>
          </a:solidFill>
          <a:ln w="12700">
            <a:solidFill>
              <a:srgbClr val="854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حَاخَ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C64D8"/>
          </a:solidFill>
          <a:ln w="12700">
            <a:solidFill>
              <a:srgbClr val="9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247D1"/>
          </a:solidFill>
          <a:ln w="12700">
            <a:solidFill>
              <a:srgbClr val="7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8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حَادَ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أَحَابَ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C64"/>
          </a:solidFill>
          <a:ln w="12700">
            <a:solidFill>
              <a:srgbClr val="2B5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D79"/>
          </a:solidFill>
          <a:ln w="12700">
            <a:solidFill>
              <a:srgbClr val="344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889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بَحَاتَ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981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تَحَاثَ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E5E"/>
          </a:solidFill>
          <a:ln w="12700">
            <a:solidFill>
              <a:srgbClr val="EDD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ثَحَاجَ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552E0"/>
          </a:solidFill>
          <a:ln w="12700">
            <a:solidFill>
              <a:srgbClr val="5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870"/>
          </a:solidFill>
          <a:ln w="12700">
            <a:solidFill>
              <a:srgbClr val="DBA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8547"/>
          </a:solidFill>
          <a:ln w="12700">
            <a:solidFill>
              <a:srgbClr val="5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جَحَاخَ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F64"/>
          </a:solidFill>
          <a:ln w="12700">
            <a:solidFill>
              <a:srgbClr val="D87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047"/>
          </a:solidFill>
          <a:ln w="12700">
            <a:solidFill>
              <a:srgbClr val="D15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858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خَحَادَ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9309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دَحَاأَ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2B64"/>
          </a:solidFill>
          <a:ln w="12700">
            <a:solidFill>
              <a:srgbClr val="5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E"/>
          </a:solidFill>
          <a:ln w="12700">
            <a:solidFill>
              <a:srgbClr val="79345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أَحَا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B"/>
          </a:solidFill>
          <a:ln w="12700">
            <a:solidFill>
              <a:srgbClr val="5EEDB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19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2"/>
          </a:solidFill>
          <a:ln w="12700">
            <a:solidFill>
              <a:srgbClr val="E0527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D"/>
          </a:solidFill>
          <a:ln w="12700">
            <a:solidFill>
              <a:srgbClr val="70DB8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085"/>
          </a:solidFill>
          <a:ln w="12700">
            <a:solidFill>
              <a:srgbClr val="476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6D864"/>
          </a:solidFill>
          <a:ln w="12700">
            <a:solidFill>
              <a:srgbClr val="6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1D147"/>
          </a:solidFill>
          <a:ln w="12700">
            <a:solidFill>
              <a:srgbClr val="6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27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22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02B"/>
          </a:solidFill>
          <a:ln w="12700">
            <a:solidFill>
              <a:srgbClr val="645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F7934"/>
          </a:solidFill>
          <a:ln w="12700">
            <a:solidFill>
              <a:srgbClr val="6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8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0496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5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60496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72021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5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63550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</a:t>
            </a:r>
            <a:endParaRPr lang="ar-SA" sz="11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75EED"/>
          </a:solidFill>
          <a:ln w="12700">
            <a:solidFill>
              <a:srgbClr val="9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خَاأَ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6E052"/>
          </a:solidFill>
          <a:ln w="12700">
            <a:solidFill>
              <a:srgbClr val="9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370DB"/>
          </a:solidFill>
          <a:ln w="12700">
            <a:solidFill>
              <a:srgbClr val="7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F"/>
          </a:solidFill>
          <a:ln w="12700">
            <a:solidFill>
              <a:srgbClr val="85476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978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خَابَ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3D8"/>
          </a:solidFill>
          <a:ln w="12700">
            <a:solidFill>
              <a:srgbClr val="648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3D1"/>
          </a:solidFill>
          <a:ln w="12700">
            <a:solidFill>
              <a:srgbClr val="478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89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خَاتَ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298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خَاثَ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2"/>
          </a:solidFill>
          <a:ln w="12700">
            <a:solidFill>
              <a:srgbClr val="2B64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2"/>
          </a:solidFill>
          <a:ln w="12700">
            <a:solidFill>
              <a:srgbClr val="3479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10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خَاجَ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10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خَاحَ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45E"/>
          </a:solidFill>
          <a:ln w="12700">
            <a:solidFill>
              <a:srgbClr val="ED7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064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خَادَ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9E0"/>
          </a:solidFill>
          <a:ln w="12700">
            <a:solidFill>
              <a:srgbClr val="52B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8"/>
          </a:solidFill>
          <a:ln w="12700">
            <a:solidFill>
              <a:srgbClr val="DB708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8547"/>
          </a:solidFill>
          <a:ln w="12700">
            <a:solidFill>
              <a:srgbClr val="7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أَخَابَ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0"/>
          </a:solidFill>
          <a:ln w="12700">
            <a:solidFill>
              <a:srgbClr val="D864A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6"/>
          </a:solidFill>
          <a:ln w="12700">
            <a:solidFill>
              <a:srgbClr val="D147A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1055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بَخَاتَ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981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تَخَاثَ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2B64"/>
          </a:solidFill>
          <a:ln w="12700">
            <a:solidFill>
              <a:srgbClr val="3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13479"/>
          </a:solidFill>
          <a:ln w="12700">
            <a:solidFill>
              <a:srgbClr val="6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ثَخَاجَ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225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جَخَاحَ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DED5E"/>
          </a:solidFill>
          <a:ln w="12700">
            <a:solidFill>
              <a:srgbClr val="6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858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حَخَادَ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D"/>
          </a:solidFill>
          <a:ln w="12700">
            <a:solidFill>
              <a:srgbClr val="E052D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3DB70"/>
          </a:solidFill>
          <a:ln w="12700">
            <a:solidFill>
              <a:srgbClr val="A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C"/>
          </a:solidFill>
          <a:ln w="12700">
            <a:solidFill>
              <a:srgbClr val="4785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9309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دَخَاأَ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DD864"/>
          </a:solidFill>
          <a:ln w="12700">
            <a:solidFill>
              <a:srgbClr val="B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8D147"/>
          </a:solidFill>
          <a:ln w="12700">
            <a:solidFill>
              <a:srgbClr val="C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076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1"/>
          </a:solidFill>
          <a:ln w="12700">
            <a:solidFill>
              <a:srgbClr val="642B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034"/>
          </a:solidFill>
          <a:ln w="12700">
            <a:solidFill>
              <a:srgbClr val="795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419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0ED"/>
          </a:solidFill>
          <a:ln w="12700">
            <a:solidFill>
              <a:srgbClr val="5E9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104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052"/>
          </a:solidFill>
          <a:ln w="12700">
            <a:solidFill>
              <a:srgbClr val="E0C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EDB"/>
          </a:solidFill>
          <a:ln w="12700">
            <a:solidFill>
              <a:srgbClr val="70B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4785"/>
          </a:solidFill>
          <a:ln w="12700">
            <a:solidFill>
              <a:srgbClr val="6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22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6"/>
          </a:solidFill>
          <a:ln w="12700">
            <a:solidFill>
              <a:srgbClr val="64D8D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8"/>
          </a:solidFill>
          <a:ln w="12700">
            <a:solidFill>
              <a:srgbClr val="47D1B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64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08599" y="896112"/>
            <a:ext cx="161880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8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08599" y="896112"/>
            <a:ext cx="161880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جَاءَ</a:t>
            </a:r>
            <a:endParaRPr lang="ar-SA" sz="5300" dirty="0"/>
          </a:p>
        </p:txBody>
      </p:sp>
      <p:sp>
        <p:nvSpPr>
          <p:cNvPr id="13" name="C2 W2 pill"/>
          <p:cNvSpPr/>
          <p:nvPr/>
        </p:nvSpPr>
        <p:spPr>
          <a:xfrm>
            <a:off x="2816595" y="896112"/>
            <a:ext cx="15719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8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816595" y="896112"/>
            <a:ext cx="15719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وَلَدٌ</a:t>
            </a:r>
            <a:endParaRPr lang="ar-SA" sz="53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116974" y="2834640"/>
            <a:ext cx="291005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116974" y="2834640"/>
            <a:ext cx="291005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جَاءَ وَلَدٌ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642B"/>
          </a:solidFill>
          <a:ln w="12700">
            <a:solidFill>
              <a:srgbClr val="3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E"/>
          </a:solidFill>
          <a:ln w="12700">
            <a:solidFill>
              <a:srgbClr val="34793E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16911" y="896112"/>
            <a:ext cx="202400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6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16911" y="896112"/>
            <a:ext cx="202400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خَافَ</a:t>
            </a:r>
            <a:endParaRPr lang="ar-SA" sz="5400" dirty="0"/>
          </a:p>
        </p:txBody>
      </p:sp>
      <p:sp>
        <p:nvSpPr>
          <p:cNvPr id="14" name="C2 W2 pill"/>
          <p:cNvSpPr/>
          <p:nvPr/>
        </p:nvSpPr>
        <p:spPr>
          <a:xfrm>
            <a:off x="2203081" y="896112"/>
            <a:ext cx="23937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203081" y="896112"/>
            <a:ext cx="23937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وَهَرَبَ</a:t>
            </a:r>
            <a:endParaRPr lang="ar-SA" sz="5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489880" y="2834640"/>
            <a:ext cx="416423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489880" y="2834640"/>
            <a:ext cx="416423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خَافَ وَهَرَبَ</a:t>
            </a:r>
            <a:endParaRPr lang="ar-SA" sz="5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41836" y="896112"/>
            <a:ext cx="18079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9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41836" y="896112"/>
            <a:ext cx="18079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صَاحَ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394193" y="896112"/>
            <a:ext cx="222760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9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94193" y="896112"/>
            <a:ext cx="222760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حَارِسٌ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37593" y="2834640"/>
            <a:ext cx="366881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37593" y="2834640"/>
            <a:ext cx="366881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صَاحَ حَارِسٌ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alif 04-jeem-ha-kha</dc:title>
  <dc:subject>PptxGenJS Presentation</dc:subject>
  <dc:creator>PptxGenJS</dc:creator>
  <cp:lastModifiedBy>PptxGenJS</cp:lastModifiedBy>
  <cp:revision>1</cp:revision>
  <dcterms:created xsi:type="dcterms:W3CDTF">2026-10-21T17:57:47Z</dcterms:created>
  <dcterms:modified xsi:type="dcterms:W3CDTF">2026-10-21T17:57:47Z</dcterms:modified>
</cp:coreProperties>
</file>