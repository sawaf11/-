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2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8599" y="896112"/>
            <a:ext cx="16188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8599" y="896112"/>
            <a:ext cx="16188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16595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16595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6974" y="2834640"/>
            <a:ext cx="29100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6974" y="2834640"/>
            <a:ext cx="29100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وَلَدٌ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6911" y="896112"/>
            <a:ext cx="2024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6911" y="896112"/>
            <a:ext cx="2024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03081" y="896112"/>
            <a:ext cx="2393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03081" y="896112"/>
            <a:ext cx="2393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وَهَرَبَ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89880" y="2834640"/>
            <a:ext cx="41642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89880" y="2834640"/>
            <a:ext cx="41642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 وَهَرَبَ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04-jeem-ha-kha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