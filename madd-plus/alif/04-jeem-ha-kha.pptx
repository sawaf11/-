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650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1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C47"/>
          </a:solidFill>
          <a:ln w="12700">
            <a:solidFill>
              <a:srgbClr val="857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4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0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خَجَادَ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364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حَاجَ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خَحَادَ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021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5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635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7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خَابَ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8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خَاجَ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خَاحَ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05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25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08599" y="896112"/>
            <a:ext cx="161880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08599" y="896112"/>
            <a:ext cx="161880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816595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16595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16974" y="2834640"/>
            <a:ext cx="291005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16974" y="2834640"/>
            <a:ext cx="291005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جَاءَ وَلَدٌ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16911" y="896112"/>
            <a:ext cx="202400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16911" y="896112"/>
            <a:ext cx="202400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خَافَ</a:t>
            </a:r>
            <a:endParaRPr lang="ar-SA" sz="5400" dirty="0"/>
          </a:p>
        </p:txBody>
      </p:sp>
      <p:sp>
        <p:nvSpPr>
          <p:cNvPr id="14" name="C2 W2 pill"/>
          <p:cNvSpPr/>
          <p:nvPr/>
        </p:nvSpPr>
        <p:spPr>
          <a:xfrm>
            <a:off x="2203081" y="896112"/>
            <a:ext cx="2393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03081" y="896112"/>
            <a:ext cx="2393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وَهَرَبَ</a:t>
            </a:r>
            <a:endParaRPr lang="ar-SA" sz="5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89880" y="2834640"/>
            <a:ext cx="416423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89880" y="2834640"/>
            <a:ext cx="416423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خَافَ وَهَرَبَ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1836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1836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394193" y="896112"/>
            <a:ext cx="222760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4193" y="896112"/>
            <a:ext cx="222760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حَارِسٌ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37593" y="2834640"/>
            <a:ext cx="3668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37593" y="2834640"/>
            <a:ext cx="3668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حَارِسٌ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04-jeem-ha-kha</dc:title>
  <dc:subject>PptxGenJS Presentation</dc:subject>
  <dc:creator>PptxGenJS</dc:creator>
  <cp:lastModifiedBy>PptxGenJS</cp:lastModifiedBy>
  <cp:revision>1</cp:revision>
  <dcterms:created xsi:type="dcterms:W3CDTF">2026-10-21T19:55:55Z</dcterms:created>
  <dcterms:modified xsi:type="dcterms:W3CDTF">2026-10-21T19:55:55Z</dcterms:modified>
</cp:coreProperties>
</file>