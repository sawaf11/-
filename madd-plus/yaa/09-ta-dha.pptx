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1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طِيبَ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77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طِيتَ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FE0"/>
          </a:solidFill>
          <a:ln w="12700">
            <a:solidFill>
              <a:srgbClr val="528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0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D"/>
          </a:solidFill>
          <a:ln w="12700">
            <a:solidFill>
              <a:srgbClr val="D147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طِيشَ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طِيصَ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6ED"/>
          </a:solidFill>
          <a:ln w="12700">
            <a:solidFill>
              <a:srgbClr val="5E6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طِيضَ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EDB"/>
          </a:solidFill>
          <a:ln w="12700">
            <a:solidFill>
              <a:srgbClr val="709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58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أَطِيبَ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بَطِيتَ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58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تَطِيثَ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ثَطِيجَ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5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جَطِيحَ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60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حَطِيخَ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7"/>
          </a:solidFill>
          <a:ln w="12700">
            <a:solidFill>
              <a:srgbClr val="52E0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خَطِيدَ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دَطِيذَ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ذَطِيرَ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رَطِيزَ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زَطِيسَ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سَطِيشَ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شَطِيصَ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F64"/>
          </a:solidFill>
          <a:ln w="12700">
            <a:solidFill>
              <a:srgbClr val="D8B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C47"/>
          </a:solidFill>
          <a:ln w="12700">
            <a:solidFill>
              <a:srgbClr val="D19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صَطِيضَ</a:t>
            </a:r>
            <a:endParaRPr lang="ar-SA" sz="4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ضَطِيأَ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أَطِي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2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بَطِي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تَطِي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ثَطِي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2"/>
          </a:solidFill>
          <a:ln w="12700">
            <a:solidFill>
              <a:srgbClr val="64D8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5EED"/>
          </a:solidFill>
          <a:ln w="12700">
            <a:solidFill>
              <a:srgbClr val="E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C"/>
          </a:solidFill>
          <a:ln w="12700">
            <a:solidFill>
              <a:srgbClr val="52E0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5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64D8"/>
          </a:solidFill>
          <a:ln w="12700">
            <a:solidFill>
              <a:srgbClr val="8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47D1"/>
          </a:solidFill>
          <a:ln w="12700">
            <a:solidFill>
              <a:srgbClr val="5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6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1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سَطِي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2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شَطِي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4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صَطِي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25E"/>
          </a:solidFill>
          <a:ln w="12700">
            <a:solidFill>
              <a:srgbClr val="EDC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89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ضَطِي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BE0"/>
          </a:solidFill>
          <a:ln w="12700">
            <a:solidFill>
              <a:srgbClr val="526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370"/>
          </a:solidFill>
          <a:ln w="12700">
            <a:solidFill>
              <a:srgbClr val="DB9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</a:t>
            </a:r>
            <a:endParaRPr lang="ar-SA" sz="9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864"/>
          </a:solidFill>
          <a:ln w="12700">
            <a:solidFill>
              <a:srgbClr val="D86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A"/>
          </a:solidFill>
          <a:ln w="12700">
            <a:solidFill>
              <a:srgbClr val="D147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1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ظِيبَ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77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ظِيتَ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ظِيثَ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ظِيجَ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ظِيحَ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ظِيخَ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ظِيذَ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ظِيزَ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ظِيسَ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ظِيصَ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ظِيضَ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ظِيطَ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58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أَظِيبَ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5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بَظِيتَ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8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تَظِيثَ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ثَظِيجَ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5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جَظِيحَ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0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حَظِيخَ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خَظِيدَ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5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دَظِيذَ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ذَظِيرَ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رَظِيزَ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زَظِيسَ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سَظِيشَ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شَظِيصَ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9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صَظِيضَ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25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ضَظِيطَ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2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بَظِي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حَظِي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5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6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1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سَظِي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2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شَظِي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4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صَظِي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89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ضَظِي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28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طَظِي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7211" y="896112"/>
            <a:ext cx="21077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7211" y="896112"/>
            <a:ext cx="21077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طَرِيقٌ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39061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9061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6028" y="2834640"/>
            <a:ext cx="37719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6028" y="2834640"/>
            <a:ext cx="37719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طَرِيقٌ طَوِيلٌ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4601" y="896112"/>
            <a:ext cx="21680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A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4601" y="896112"/>
            <a:ext cx="21680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بَيۡتٌ</a:t>
            </a:r>
            <a:endParaRPr lang="ar-SA" sz="5200" dirty="0"/>
          </a:p>
        </p:txBody>
      </p:sp>
      <p:sp>
        <p:nvSpPr>
          <p:cNvPr id="13" name="C2 W2 pill"/>
          <p:cNvSpPr/>
          <p:nvPr/>
        </p:nvSpPr>
        <p:spPr>
          <a:xfrm>
            <a:off x="2141397" y="896112"/>
            <a:ext cx="23731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41397" y="896112"/>
            <a:ext cx="23731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نَظِيفٌ</a:t>
            </a:r>
            <a:endParaRPr lang="ar-SA" sz="52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474723" y="2834640"/>
            <a:ext cx="41945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474723" y="2834640"/>
            <a:ext cx="41945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بَيۡتٌ نَظِيفٌ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0539" y="896112"/>
            <a:ext cx="19124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0539" y="896112"/>
            <a:ext cx="19124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نَهۡرٌ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21040" y="896112"/>
            <a:ext cx="20694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21040" y="896112"/>
            <a:ext cx="20694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عَظِيمٌ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6573" y="2834640"/>
            <a:ext cx="36308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6573" y="2834640"/>
            <a:ext cx="36308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نَهۡرٌ عَظِيمٌ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09-ta-dha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