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18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500" dirty="0"/>
          </a:p>
        </p:txBody>
      </p:sp>
      <p:sp>
        <p:nvSpPr>
          <p:cNvPr id="15" name="C2 V1 vowel"/>
          <p:cNvSpPr txBox="1"/>
          <p:nvPr/>
        </p:nvSpPr>
        <p:spPr>
          <a:xfrm>
            <a:off x="6720840" y="1618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7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18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R result"/>
          <p:cNvSpPr txBox="1"/>
          <p:nvPr/>
        </p:nvSpPr>
        <p:spPr>
          <a:xfrm>
            <a:off x="685800" y="134529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</a:t>
            </a:r>
            <a:endParaRPr lang="ar-SA" sz="91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2"/>
          </a:solidFill>
          <a:ln w="12700">
            <a:solidFill>
              <a:srgbClr val="2B645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C79"/>
          </a:solidFill>
          <a:ln w="12700">
            <a:solidFill>
              <a:srgbClr val="346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2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2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708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طِيأَ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19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طِيبَ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D5E"/>
          </a:solidFill>
          <a:ln w="12700">
            <a:solidFill>
              <a:srgbClr val="ED9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77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طِيتَ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FE0"/>
          </a:solidFill>
          <a:ln w="12700">
            <a:solidFill>
              <a:srgbClr val="528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770"/>
          </a:solidFill>
          <a:ln w="12700">
            <a:solidFill>
              <a:srgbClr val="DB7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C8547"/>
          </a:solidFill>
          <a:ln w="12700">
            <a:solidFill>
              <a:srgbClr val="6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87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487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08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طِيثَ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E"/>
          </a:solidFill>
          <a:ln w="12700">
            <a:solidFill>
              <a:srgbClr val="D8647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D"/>
          </a:solidFill>
          <a:ln w="12700">
            <a:solidFill>
              <a:srgbClr val="D1477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7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7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طِيجَ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7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47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طِيحَ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42B64"/>
          </a:solidFill>
          <a:ln w="12700">
            <a:solidFill>
              <a:srgbClr val="4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53479"/>
          </a:solidFill>
          <a:ln w="12700">
            <a:solidFill>
              <a:srgbClr val="7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35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535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3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A"/>
          </a:solidFill>
          <a:ln w="12700">
            <a:solidFill>
              <a:srgbClr val="5EED7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52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طِيذَ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3"/>
          </a:solidFill>
          <a:ln w="12700">
            <a:solidFill>
              <a:srgbClr val="E052B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4DB70"/>
          </a:solidFill>
          <a:ln w="12700">
            <a:solidFill>
              <a:srgbClr val="8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B85"/>
          </a:solidFill>
          <a:ln w="12700">
            <a:solidFill>
              <a:srgbClr val="477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BD864"/>
          </a:solidFill>
          <a:ln w="12700">
            <a:solidFill>
              <a:srgbClr val="9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0D147"/>
          </a:solidFill>
          <a:ln w="12700">
            <a:solidFill>
              <a:srgbClr val="A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طِيزَ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16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516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614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طِيسَ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62B"/>
          </a:solidFill>
          <a:ln w="12700">
            <a:solidFill>
              <a:srgbClr val="643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434"/>
          </a:solidFill>
          <a:ln w="12700">
            <a:solidFill>
              <a:srgbClr val="796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74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574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0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طِيشَ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4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4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50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طِيصَ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6ED"/>
          </a:solidFill>
          <a:ln w="12700">
            <a:solidFill>
              <a:srgbClr val="5E6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74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574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025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طِيضَ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7E052"/>
          </a:solidFill>
          <a:ln w="12700">
            <a:solidFill>
              <a:srgbClr val="D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EDB"/>
          </a:solidFill>
          <a:ln w="12700">
            <a:solidFill>
              <a:srgbClr val="709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F4785"/>
          </a:solidFill>
          <a:ln w="12700">
            <a:solidFill>
              <a:srgbClr val="7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85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85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7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7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258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أَطِيبَ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8D8"/>
          </a:solidFill>
          <a:ln w="12700">
            <a:solidFill>
              <a:srgbClr val="64B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2D1"/>
          </a:solidFill>
          <a:ln w="12700">
            <a:solidFill>
              <a:srgbClr val="47C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8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8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534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بَطِيتَ</a:t>
            </a:r>
            <a:endParaRPr lang="ar-SA" sz="5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4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14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58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تَطِيثَ</a:t>
            </a:r>
            <a:endParaRPr lang="ar-SA" sz="5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E642B"/>
          </a:solidFill>
          <a:ln w="12700">
            <a:solidFill>
              <a:srgbClr val="2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3"/>
          </a:solidFill>
          <a:ln w="12700">
            <a:solidFill>
              <a:srgbClr val="34795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4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14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ثَطِيجَ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4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14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056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جَطِيحَ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A"/>
          </a:solidFill>
          <a:ln w="12700">
            <a:solidFill>
              <a:srgbClr val="ED5E8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88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188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5601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حَطِيخَ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7"/>
          </a:solidFill>
          <a:ln w="12700">
            <a:solidFill>
              <a:srgbClr val="52E0C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9"/>
          </a:solidFill>
          <a:ln w="12700">
            <a:solidFill>
              <a:srgbClr val="DB70B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F47"/>
          </a:solidFill>
          <a:ln w="12700">
            <a:solidFill>
              <a:srgbClr val="856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88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188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019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خَطِيدَ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5"/>
          </a:solidFill>
          <a:ln w="12700">
            <a:solidFill>
              <a:srgbClr val="D864D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E47D1"/>
          </a:solidFill>
          <a:ln w="12700">
            <a:solidFill>
              <a:srgbClr val="B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3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3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71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71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52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دَطِيذَ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71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71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33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33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96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ذَطِيرَ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C64"/>
          </a:solidFill>
          <a:ln w="12700">
            <a:solidFill>
              <a:srgbClr val="2B3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23479"/>
          </a:solidFill>
          <a:ln w="12700">
            <a:solidFill>
              <a:srgbClr val="4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33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633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21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21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873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رَطِيزَ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69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169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84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زَطِيسَ</a:t>
            </a:r>
            <a:endParaRPr lang="ar-SA" sz="4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EED5E"/>
          </a:solidFill>
          <a:ln w="12700">
            <a:solidFill>
              <a:srgbClr val="A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21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21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764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سَطِيشَ</a:t>
            </a:r>
            <a:endParaRPr lang="ar-SA" sz="4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352E0"/>
          </a:solidFill>
          <a:ln w="12700">
            <a:solidFill>
              <a:srgbClr val="A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4DB70"/>
          </a:solidFill>
          <a:ln w="12700">
            <a:solidFill>
              <a:srgbClr val="D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0"/>
          </a:solidFill>
          <a:ln w="12700">
            <a:solidFill>
              <a:srgbClr val="47856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21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21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78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شَطِيصَ</a:t>
            </a:r>
            <a:endParaRPr lang="ar-SA" sz="4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F64"/>
          </a:solidFill>
          <a:ln w="12700">
            <a:solidFill>
              <a:srgbClr val="D8B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C47"/>
          </a:solidFill>
          <a:ln w="12700">
            <a:solidFill>
              <a:srgbClr val="D19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2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2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95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صَطِيضَ</a:t>
            </a:r>
            <a:endParaRPr lang="ar-SA" sz="4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22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22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459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ضَطِيأَ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A"/>
          </a:solidFill>
          <a:ln w="12700">
            <a:solidFill>
              <a:srgbClr val="642B4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8"/>
          </a:solidFill>
          <a:ln w="12700">
            <a:solidFill>
              <a:srgbClr val="79343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أَطِي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620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بَطِي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1ED"/>
          </a:solidFill>
          <a:ln w="12700">
            <a:solidFill>
              <a:srgbClr val="5ED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تَطِي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F52"/>
          </a:solidFill>
          <a:ln w="12700">
            <a:solidFill>
              <a:srgbClr val="E07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8"/>
          </a:solidFill>
          <a:ln w="12700">
            <a:solidFill>
              <a:srgbClr val="70DBC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14785"/>
          </a:solidFill>
          <a:ln w="12700">
            <a:solidFill>
              <a:srgbClr val="5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87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0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487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ثَطِي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2"/>
          </a:solidFill>
          <a:ln w="12700">
            <a:solidFill>
              <a:srgbClr val="64D8A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9"/>
          </a:solidFill>
          <a:ln w="12700">
            <a:solidFill>
              <a:srgbClr val="47D17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7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78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جَطِي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47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78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حَطِي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642B"/>
          </a:solidFill>
          <a:ln w="12700">
            <a:solidFill>
              <a:srgbClr val="5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97934"/>
          </a:solidFill>
          <a:ln w="12700">
            <a:solidFill>
              <a:srgbClr val="4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35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535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087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خَطِي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597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دَطِي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65EED"/>
          </a:solidFill>
          <a:ln w="12700">
            <a:solidFill>
              <a:srgbClr val="E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ذَطِي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C"/>
          </a:solidFill>
          <a:ln w="12700">
            <a:solidFill>
              <a:srgbClr val="52E05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D70DB"/>
          </a:solidFill>
          <a:ln w="12700">
            <a:solidFill>
              <a:srgbClr val="A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D"/>
          </a:solidFill>
          <a:ln w="12700">
            <a:solidFill>
              <a:srgbClr val="85474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758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رَطِي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564D8"/>
          </a:solidFill>
          <a:ln w="12700">
            <a:solidFill>
              <a:srgbClr val="8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747D1"/>
          </a:solidFill>
          <a:ln w="12700">
            <a:solidFill>
              <a:srgbClr val="5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63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زَطِي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6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516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91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سَطِي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1"/>
          </a:solidFill>
          <a:ln w="12700">
            <a:solidFill>
              <a:srgbClr val="2B646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A79"/>
          </a:solidFill>
          <a:ln w="12700">
            <a:solidFill>
              <a:srgbClr val="345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74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574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82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شَطِي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4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54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942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صَطِي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25E"/>
          </a:solidFill>
          <a:ln w="12700">
            <a:solidFill>
              <a:srgbClr val="EDC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74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574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289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ضَطِي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BE0"/>
          </a:solidFill>
          <a:ln w="12700">
            <a:solidFill>
              <a:srgbClr val="526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370"/>
          </a:solidFill>
          <a:ln w="12700">
            <a:solidFill>
              <a:srgbClr val="DB9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C8547"/>
          </a:solidFill>
          <a:ln w="12700">
            <a:solidFill>
              <a:srgbClr val="5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18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500" dirty="0"/>
          </a:p>
        </p:txBody>
      </p:sp>
      <p:sp>
        <p:nvSpPr>
          <p:cNvPr id="19" name="C2 V1 vowel"/>
          <p:cNvSpPr txBox="1"/>
          <p:nvPr/>
        </p:nvSpPr>
        <p:spPr>
          <a:xfrm>
            <a:off x="6720840" y="1618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7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22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6 R result"/>
          <p:cNvSpPr txBox="1"/>
          <p:nvPr/>
        </p:nvSpPr>
        <p:spPr>
          <a:xfrm>
            <a:off x="685800" y="134529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</a:t>
            </a:r>
            <a:endParaRPr lang="ar-SA" sz="9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864"/>
          </a:solidFill>
          <a:ln w="12700">
            <a:solidFill>
              <a:srgbClr val="D86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A"/>
          </a:solidFill>
          <a:ln w="12700">
            <a:solidFill>
              <a:srgbClr val="D1475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708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ظِيأَ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2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2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719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ظِيبَ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32B64"/>
          </a:solidFill>
          <a:ln w="12700">
            <a:solidFill>
              <a:srgbClr val="5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C"/>
          </a:solidFill>
          <a:ln w="12700">
            <a:solidFill>
              <a:srgbClr val="79346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777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ظِيتَ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87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87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08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ظِيثَ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E"/>
          </a:solidFill>
          <a:ln w="12700">
            <a:solidFill>
              <a:srgbClr val="5EED9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7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7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ظِيجَ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E"/>
          </a:solidFill>
          <a:ln w="12700">
            <a:solidFill>
              <a:srgbClr val="E0528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8"/>
          </a:solidFill>
          <a:ln w="12700">
            <a:solidFill>
              <a:srgbClr val="70DB7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C85"/>
          </a:solidFill>
          <a:ln w="12700">
            <a:solidFill>
              <a:srgbClr val="476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7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47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ظِيحَ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DD864"/>
          </a:solidFill>
          <a:ln w="12700">
            <a:solidFill>
              <a:srgbClr val="7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CD147"/>
          </a:solidFill>
          <a:ln w="12700">
            <a:solidFill>
              <a:srgbClr val="7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35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35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ظِيخَ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83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ظِيدَ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42B"/>
          </a:solidFill>
          <a:ln w="12700">
            <a:solidFill>
              <a:srgbClr val="644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634"/>
          </a:solidFill>
          <a:ln w="12700">
            <a:solidFill>
              <a:srgbClr val="797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52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ظِيذَ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ظِيرَ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B5EED"/>
          </a:solidFill>
          <a:ln w="12700">
            <a:solidFill>
              <a:srgbClr val="7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ظِيزَ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2E052"/>
          </a:solidFill>
          <a:ln w="12700">
            <a:solidFill>
              <a:srgbClr val="B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3DB"/>
          </a:solidFill>
          <a:ln w="12700">
            <a:solidFill>
              <a:srgbClr val="708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B"/>
          </a:solidFill>
          <a:ln w="12700">
            <a:solidFill>
              <a:srgbClr val="85477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16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516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614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ظِيسَ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AD8"/>
          </a:solidFill>
          <a:ln w="12700">
            <a:solidFill>
              <a:srgbClr val="649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FD1"/>
          </a:solidFill>
          <a:ln w="12700">
            <a:solidFill>
              <a:srgbClr val="479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74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74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0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ظِيشَ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4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54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650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ظِيصَ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6"/>
          </a:solidFill>
          <a:ln w="12700">
            <a:solidFill>
              <a:srgbClr val="2B643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5"/>
          </a:solidFill>
          <a:ln w="12700">
            <a:solidFill>
              <a:srgbClr val="34796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74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574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025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ظِيضَ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46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ظِيطَ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5"/>
          </a:solidFill>
          <a:ln w="12700">
            <a:solidFill>
              <a:srgbClr val="ED5E6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85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85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7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7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258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أَظِيبَ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6E0"/>
          </a:solidFill>
          <a:ln w="12700">
            <a:solidFill>
              <a:srgbClr val="52D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E"/>
          </a:solidFill>
          <a:ln w="12700">
            <a:solidFill>
              <a:srgbClr val="DB709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F47"/>
          </a:solidFill>
          <a:ln w="12700">
            <a:solidFill>
              <a:srgbClr val="857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8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8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8534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بَظِيتَ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7"/>
          </a:solidFill>
          <a:ln w="12700">
            <a:solidFill>
              <a:srgbClr val="D864B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1"/>
          </a:solidFill>
          <a:ln w="12700">
            <a:solidFill>
              <a:srgbClr val="D147C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4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14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58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تَظِيثَ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4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14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ثَظِيجَ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E64"/>
          </a:solidFill>
          <a:ln w="12700">
            <a:solidFill>
              <a:srgbClr val="2B2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33479"/>
          </a:solidFill>
          <a:ln w="12700">
            <a:solidFill>
              <a:srgbClr val="5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4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14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056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جَظِيحَ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88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188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601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حَظِيخَ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9ED5E"/>
          </a:solidFill>
          <a:ln w="12700">
            <a:solidFill>
              <a:srgbClr val="8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88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188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019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خَظِيدَ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852E0"/>
          </a:solidFill>
          <a:ln w="12700">
            <a:solidFill>
              <a:srgbClr val="C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8DB70"/>
          </a:solidFill>
          <a:ln w="12700">
            <a:solidFill>
              <a:srgbClr val="B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0"/>
          </a:solidFill>
          <a:ln w="12700">
            <a:solidFill>
              <a:srgbClr val="47857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93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93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171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171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452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دَظِيذَ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4D864"/>
          </a:solidFill>
          <a:ln w="12700">
            <a:solidFill>
              <a:srgbClr val="D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F47"/>
          </a:solidFill>
          <a:ln w="12700">
            <a:solidFill>
              <a:srgbClr val="D1B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71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71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33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33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96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ذَظِيرَ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33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633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21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21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873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رَظِيزَ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43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C"/>
          </a:solidFill>
          <a:ln w="12700">
            <a:solidFill>
              <a:srgbClr val="642B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234"/>
          </a:solidFill>
          <a:ln w="12700">
            <a:solidFill>
              <a:srgbClr val="794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69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169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84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زَظِيسَ</a:t>
            </a:r>
            <a:endParaRPr lang="ar-SA" sz="4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1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1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764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سَظِيشَ</a:t>
            </a:r>
            <a:endParaRPr lang="ar-SA" sz="4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DED"/>
          </a:solidFill>
          <a:ln w="12700">
            <a:solidFill>
              <a:srgbClr val="5EA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21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21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78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شَظِيصَ</a:t>
            </a:r>
            <a:endParaRPr lang="ar-SA" sz="4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452"/>
          </a:solidFill>
          <a:ln w="12700">
            <a:solidFill>
              <a:srgbClr val="E0A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3DB"/>
          </a:solidFill>
          <a:ln w="12700">
            <a:solidFill>
              <a:srgbClr val="70D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4785"/>
          </a:solidFill>
          <a:ln w="12700">
            <a:solidFill>
              <a:srgbClr val="6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22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22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095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صَظِيضَ</a:t>
            </a:r>
            <a:endParaRPr lang="ar-SA" sz="4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F"/>
          </a:solidFill>
          <a:ln w="12700">
            <a:solidFill>
              <a:srgbClr val="64D8B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D"/>
          </a:solidFill>
          <a:ln w="12700">
            <a:solidFill>
              <a:srgbClr val="47D19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2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2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259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ضَظِيطَ</a:t>
            </a:r>
            <a:endParaRPr lang="ar-SA" sz="5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67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67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130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85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85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459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طَظِيأَ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642B"/>
          </a:solidFill>
          <a:ln w="12700">
            <a:solidFill>
              <a:srgbClr val="4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77934"/>
          </a:solidFill>
          <a:ln w="12700">
            <a:solidFill>
              <a:srgbClr val="3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أَظِي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620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بَظِي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0"/>
          </a:solidFill>
          <a:ln w="12700">
            <a:solidFill>
              <a:srgbClr val="ED5ED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تَظِي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0"/>
          </a:solidFill>
          <a:ln w="12700">
            <a:solidFill>
              <a:srgbClr val="52E08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970DB"/>
          </a:solidFill>
          <a:ln w="12700">
            <a:solidFill>
              <a:srgbClr val="C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147"/>
          </a:solidFill>
          <a:ln w="12700">
            <a:solidFill>
              <a:srgbClr val="855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87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0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487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ثَظِي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264D8"/>
          </a:solidFill>
          <a:ln w="12700">
            <a:solidFill>
              <a:srgbClr val="A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A47D1"/>
          </a:solidFill>
          <a:ln w="12700">
            <a:solidFill>
              <a:srgbClr val="7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7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78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جَظِي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47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78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حَظِي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864"/>
          </a:solidFill>
          <a:ln w="12700">
            <a:solidFill>
              <a:srgbClr val="2B5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979"/>
          </a:solidFill>
          <a:ln w="12700">
            <a:solidFill>
              <a:srgbClr val="344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35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535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087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خَظِي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597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دَظِي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65E"/>
          </a:solidFill>
          <a:ln w="12700">
            <a:solidFill>
              <a:srgbClr val="EDE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ذَظِي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D52E0"/>
          </a:solidFill>
          <a:ln w="12700">
            <a:solidFill>
              <a:srgbClr val="5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E70"/>
          </a:solidFill>
          <a:ln w="12700">
            <a:solidFill>
              <a:srgbClr val="DBA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8547"/>
          </a:solidFill>
          <a:ln w="12700">
            <a:solidFill>
              <a:srgbClr val="4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758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رَظِي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564"/>
          </a:solidFill>
          <a:ln w="12700">
            <a:solidFill>
              <a:srgbClr val="D88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847"/>
          </a:solidFill>
          <a:ln w="12700">
            <a:solidFill>
              <a:srgbClr val="D15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63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زَظِي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6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516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91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سَظِي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2B64"/>
          </a:solidFill>
          <a:ln w="12700">
            <a:solidFill>
              <a:srgbClr val="6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A"/>
          </a:solidFill>
          <a:ln w="12700">
            <a:solidFill>
              <a:srgbClr val="7934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74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574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82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شَظِي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4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54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942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صَظِي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3"/>
          </a:solidFill>
          <a:ln w="12700">
            <a:solidFill>
              <a:srgbClr val="5EEDC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74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574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289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ضَظِي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A"/>
          </a:solidFill>
          <a:ln w="12700">
            <a:solidFill>
              <a:srgbClr val="E0526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3"/>
          </a:solidFill>
          <a:ln w="12700">
            <a:solidFill>
              <a:srgbClr val="70DB9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C85"/>
          </a:solidFill>
          <a:ln w="12700">
            <a:solidFill>
              <a:srgbClr val="475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46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628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طَظِي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8"/>
          </a:solidFill>
          <a:ln w="12700">
            <a:solidFill>
              <a:srgbClr val="64D86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9D147"/>
          </a:solidFill>
          <a:ln w="12700">
            <a:solidFill>
              <a:srgbClr val="5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97211" y="896112"/>
            <a:ext cx="21077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8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97211" y="896112"/>
            <a:ext cx="21077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طَرِيقٌ</a:t>
            </a:r>
            <a:endParaRPr lang="ar-SA" sz="4500" dirty="0"/>
          </a:p>
        </p:txBody>
      </p:sp>
      <p:sp>
        <p:nvSpPr>
          <p:cNvPr id="12" name="C2 W2 pill"/>
          <p:cNvSpPr/>
          <p:nvPr/>
        </p:nvSpPr>
        <p:spPr>
          <a:xfrm>
            <a:off x="2339061" y="896112"/>
            <a:ext cx="203811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8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39061" y="896112"/>
            <a:ext cx="203811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طَوِيلٌ</a:t>
            </a:r>
            <a:endParaRPr lang="ar-SA" sz="45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86028" y="2834640"/>
            <a:ext cx="377194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86028" y="2834640"/>
            <a:ext cx="377194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طَرِيقٌ طَوِيلٌ</a:t>
            </a:r>
            <a:endParaRPr lang="ar-SA" sz="4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34601" y="896112"/>
            <a:ext cx="216800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A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34601" y="896112"/>
            <a:ext cx="216800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بَيۡتٌ</a:t>
            </a:r>
            <a:endParaRPr lang="ar-SA" sz="5200" dirty="0"/>
          </a:p>
        </p:txBody>
      </p:sp>
      <p:sp>
        <p:nvSpPr>
          <p:cNvPr id="13" name="C2 W2 pill"/>
          <p:cNvSpPr/>
          <p:nvPr/>
        </p:nvSpPr>
        <p:spPr>
          <a:xfrm>
            <a:off x="2141397" y="896112"/>
            <a:ext cx="23731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A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141397" y="896112"/>
            <a:ext cx="23731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نَظِيفٌ</a:t>
            </a:r>
            <a:endParaRPr lang="ar-SA" sz="52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474723" y="2834640"/>
            <a:ext cx="419455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474723" y="2834640"/>
            <a:ext cx="419455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بَيۡتٌ نَظِيفٌ</a:t>
            </a:r>
            <a:endParaRPr lang="ar-SA" sz="5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32B"/>
          </a:solidFill>
          <a:ln w="12700">
            <a:solidFill>
              <a:srgbClr val="645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B7934"/>
          </a:solidFill>
          <a:ln w="12700">
            <a:solidFill>
              <a:srgbClr val="6B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10539" y="896112"/>
            <a:ext cx="191242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C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10539" y="896112"/>
            <a:ext cx="191242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نَهۡرٌ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421040" y="896112"/>
            <a:ext cx="20694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C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421040" y="896112"/>
            <a:ext cx="20694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عَظِيمٌ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56573" y="2834640"/>
            <a:ext cx="363085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56573" y="2834640"/>
            <a:ext cx="363085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نَهۡرٌ عَظِيمٌ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yaa 09-ta-dha</dc:title>
  <dc:subject>PptxGenJS Presentation</dc:subject>
  <dc:creator>PptxGenJS</dc:creator>
  <cp:lastModifiedBy>PptxGenJS</cp:lastModifiedBy>
  <cp:revision>1</cp:revision>
  <dcterms:created xsi:type="dcterms:W3CDTF">2026-10-21T19:56:09Z</dcterms:created>
  <dcterms:modified xsi:type="dcterms:W3CDTF">2026-10-21T19:56:09Z</dcterms:modified>
</cp:coreProperties>
</file>