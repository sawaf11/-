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66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2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866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3047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4ED"/>
          </a:solidFill>
          <a:ln w="12700">
            <a:solidFill>
              <a:srgbClr val="5E9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D52"/>
          </a:solidFill>
          <a:ln w="12700">
            <a:solidFill>
              <a:srgbClr val="E0B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51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فِيبَ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6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فِيتَ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فِيثَ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فِيجَ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فِيحَ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9"/>
          </a:solidFill>
          <a:ln w="12700">
            <a:solidFill>
              <a:srgbClr val="52E0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76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6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0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فِيعَ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C"/>
          </a:solidFill>
          <a:ln w="12700">
            <a:solidFill>
              <a:srgbClr val="5EED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أَفِيبَ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0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بَفِيتَ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48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تَفِيثَ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ثَفِيجَ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620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جَفِيحَ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5EED"/>
          </a:solidFill>
          <a:ln w="12700">
            <a:solidFill>
              <a:srgbClr val="B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حَفِيخَ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9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خَفِيدَ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دَفِيذَ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ذَفِيرَ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9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رَفِيزَ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7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7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زَفِيسَ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سَفِيشَ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3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شَفِيصَ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6"/>
          </a:solidFill>
          <a:ln w="12700">
            <a:solidFill>
              <a:srgbClr val="D147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صَفِيضَ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57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3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ضَفِيطَ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34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طَفِيظَ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5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5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ظَفِيعَ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عَفِيغَ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28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50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رَفِي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3"/>
          </a:solidFill>
          <a:ln w="12700">
            <a:solidFill>
              <a:srgbClr val="ED5E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E"/>
          </a:solidFill>
          <a:ln w="12700">
            <a:solidFill>
              <a:srgbClr val="52E0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8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01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3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3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صَفِي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ضَفِي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4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7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4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744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4744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3047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51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قِيبَ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6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قِيتَ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قِيثَ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قِيجَ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قِيحَ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قِيذَ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3"/>
          </a:solidFill>
          <a:ln w="12700">
            <a:solidFill>
              <a:srgbClr val="52E0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76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قِيرَ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47D1"/>
          </a:solidFill>
          <a:ln w="12700">
            <a:solidFill>
              <a:srgbClr val="4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قِيزَ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60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0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قِيصَ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95E"/>
          </a:solidFill>
          <a:ln w="12700">
            <a:solidFill>
              <a:srgbClr val="EDB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قِيضَ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4E0"/>
          </a:solidFill>
          <a:ln w="12700">
            <a:solidFill>
              <a:srgbClr val="527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قِيطَ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3"/>
          </a:solidFill>
          <a:ln w="12700">
            <a:solidFill>
              <a:srgbClr val="D147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قِيظَ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43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قِيعَ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قِيغَ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28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قِيفَ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5"/>
          </a:solidFill>
          <a:ln w="12700">
            <a:solidFill>
              <a:srgbClr val="5EED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أَقِيبَ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1"/>
          </a:solidFill>
          <a:ln w="12700">
            <a:solidFill>
              <a:srgbClr val="70DB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90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بَقِيتَ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D864"/>
          </a:solidFill>
          <a:ln w="12700">
            <a:solidFill>
              <a:srgbClr val="8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D147"/>
          </a:solidFill>
          <a:ln w="12700">
            <a:solidFill>
              <a:srgbClr val="8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48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تَقِيثَ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ثَقِيجَ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620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جَقِيحَ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حَقِيخَ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5EED"/>
          </a:solidFill>
          <a:ln w="12700">
            <a:solidFill>
              <a:srgbClr val="7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07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خَقِيدَ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E052"/>
          </a:solidFill>
          <a:ln w="12700">
            <a:solidFill>
              <a:srgbClr val="B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دَقِيذَ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2D8"/>
          </a:solidFill>
          <a:ln w="12700">
            <a:solidFill>
              <a:srgbClr val="64A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ذَقِيرَ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9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رَقِيزَ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4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4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زَقِيسَ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سَقِيشَ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97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شَقِيصَ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FE0"/>
          </a:solidFill>
          <a:ln w="12700">
            <a:solidFill>
              <a:srgbClr val="52D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صَقِيضَ</a:t>
            </a:r>
            <a:endParaRPr lang="ar-SA" sz="4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F"/>
          </a:solidFill>
          <a:ln w="12700">
            <a:solidFill>
              <a:srgbClr val="D864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A"/>
          </a:solidFill>
          <a:ln w="12700">
            <a:solidFill>
              <a:srgbClr val="D147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2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ضَقِيطَ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59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34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طَقِيظَ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ظَقِيعَ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عَقِيغَ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ED5E"/>
          </a:solidFill>
          <a:ln w="12700">
            <a:solidFill>
              <a:srgbClr val="9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7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غَقِيفَ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18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564"/>
          </a:solidFill>
          <a:ln w="12700">
            <a:solidFill>
              <a:srgbClr val="D8D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86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6ED"/>
          </a:solidFill>
          <a:ln w="12700">
            <a:solidFill>
              <a:srgbClr val="5EB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B52"/>
          </a:solidFill>
          <a:ln w="12700">
            <a:solidFill>
              <a:srgbClr val="E09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8"/>
          </a:solidFill>
          <a:ln w="12700">
            <a:solidFill>
              <a:srgbClr val="64D8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4"/>
          </a:solidFill>
          <a:ln w="12700">
            <a:solidFill>
              <a:srgbClr val="47D1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50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رَقِي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75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01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6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3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صَقِي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ضَقِي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5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9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45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فَقِي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92389" y="896112"/>
            <a:ext cx="1653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92389" y="896112"/>
            <a:ext cx="1653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فِيلٌ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698313" y="896112"/>
            <a:ext cx="17740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8313" y="896112"/>
            <a:ext cx="17740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79686" y="2834640"/>
            <a:ext cx="29846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79686" y="2834640"/>
            <a:ext cx="29846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فِيلٌ كَبِيرٌ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95984" y="896112"/>
            <a:ext cx="17663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6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95984" y="896112"/>
            <a:ext cx="17663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881713" y="896112"/>
            <a:ext cx="1294231" cy="1371600"/>
          </a:xfrm>
          <a:prstGeom prst="roundRect">
            <a:avLst>
              <a:gd name="adj" fmla="val 28261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81713" y="896112"/>
            <a:ext cx="1294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37739" y="2834640"/>
            <a:ext cx="26685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37739" y="2834640"/>
            <a:ext cx="26685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قِيلَ لَهُ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01284" y="896112"/>
            <a:ext cx="21791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01284" y="896112"/>
            <a:ext cx="21791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2463587" y="896112"/>
            <a:ext cx="17176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63587" y="896112"/>
            <a:ext cx="17176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وَفِيٌّ</a:t>
            </a:r>
            <a:endParaRPr lang="ar-SA" sz="45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7637" y="2834640"/>
            <a:ext cx="34687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7637" y="2834640"/>
            <a:ext cx="34687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صَدِيقٌ وَفِيٌّ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11-fa-qaf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