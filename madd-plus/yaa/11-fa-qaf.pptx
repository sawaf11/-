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866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2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5866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7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30473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4ED"/>
          </a:solidFill>
          <a:ln w="12700">
            <a:solidFill>
              <a:srgbClr val="5E9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فِيأَ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D52"/>
          </a:solidFill>
          <a:ln w="12700">
            <a:solidFill>
              <a:srgbClr val="E0B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0DB"/>
          </a:solidFill>
          <a:ln w="12700">
            <a:solidFill>
              <a:srgbClr val="70C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B4785"/>
          </a:solidFill>
          <a:ln w="12700">
            <a:solidFill>
              <a:srgbClr val="6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51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فِيبَ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3"/>
          </a:solidFill>
          <a:ln w="12700">
            <a:solidFill>
              <a:srgbClr val="64D8D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4"/>
          </a:solidFill>
          <a:ln w="12700">
            <a:solidFill>
              <a:srgbClr val="47D1B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96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فِيتَ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90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فِيثَ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642B"/>
          </a:solidFill>
          <a:ln w="12700">
            <a:solidFill>
              <a:srgbClr val="4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D"/>
          </a:solidFill>
          <a:ln w="12700">
            <a:solidFill>
              <a:srgbClr val="3479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34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فِيجَ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34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فِيحَ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7"/>
          </a:solidFill>
          <a:ln w="12700">
            <a:solidFill>
              <a:srgbClr val="ED5EB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1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1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9"/>
          </a:solidFill>
          <a:ln w="12700">
            <a:solidFill>
              <a:srgbClr val="52E09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B"/>
          </a:solidFill>
          <a:ln w="12700">
            <a:solidFill>
              <a:srgbClr val="D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C47"/>
          </a:solidFill>
          <a:ln w="12700">
            <a:solidFill>
              <a:srgbClr val="855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0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664D8"/>
          </a:solidFill>
          <a:ln w="12700">
            <a:solidFill>
              <a:srgbClr val="B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47D1"/>
          </a:solidFill>
          <a:ln w="12700">
            <a:solidFill>
              <a:srgbClr val="9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فِيذَ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076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فِيرَ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E64"/>
          </a:solidFill>
          <a:ln w="12700">
            <a:solidFill>
              <a:srgbClr val="2B4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D79"/>
          </a:solidFill>
          <a:ln w="12700">
            <a:solidFill>
              <a:srgbClr val="343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فِيزَ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8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88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260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فِيسَ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BED5E"/>
          </a:solidFill>
          <a:ln w="12700">
            <a:solidFill>
              <a:srgbClr val="D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9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فِيشَ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652E0"/>
          </a:solidFill>
          <a:ln w="12700">
            <a:solidFill>
              <a:srgbClr val="7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170"/>
          </a:solidFill>
          <a:ln w="12700">
            <a:solidFill>
              <a:srgbClr val="DBC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D"/>
          </a:solidFill>
          <a:ln w="12700">
            <a:solidFill>
              <a:srgbClr val="4785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32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32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06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فِيصَ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964"/>
          </a:solidFill>
          <a:ln w="12700">
            <a:solidFill>
              <a:srgbClr val="D89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047"/>
          </a:solidFill>
          <a:ln w="12700">
            <a:solidFill>
              <a:srgbClr val="D17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73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فِيضَ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46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فِيطَ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D"/>
          </a:solidFill>
          <a:ln w="12700">
            <a:solidFill>
              <a:srgbClr val="642B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E"/>
          </a:solidFill>
          <a:ln w="12700">
            <a:solidFill>
              <a:srgbClr val="7934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46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فِيظَ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7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34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فِيعَ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C"/>
          </a:solidFill>
          <a:ln w="12700">
            <a:solidFill>
              <a:srgbClr val="5EEDD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4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4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43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فِيغَ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6"/>
          </a:solidFill>
          <a:ln w="12700">
            <a:solidFill>
              <a:srgbClr val="70DBA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185"/>
          </a:solidFill>
          <a:ln w="12700">
            <a:solidFill>
              <a:srgbClr val="475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3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79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03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أَفِيبَ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D"/>
          </a:solidFill>
          <a:ln w="12700">
            <a:solidFill>
              <a:srgbClr val="64D87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E"/>
          </a:solidFill>
          <a:ln w="12700">
            <a:solidFill>
              <a:srgbClr val="47D14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47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90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بَفِيتَ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2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48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تَفِيثَ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D2B"/>
          </a:solidFill>
          <a:ln w="12700">
            <a:solidFill>
              <a:srgbClr val="645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F7934"/>
          </a:solidFill>
          <a:ln w="12700">
            <a:solidFill>
              <a:srgbClr val="5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83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ثَفِيجَ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431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620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جَفِيحَ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85EED"/>
          </a:solidFill>
          <a:ln w="12700">
            <a:solidFill>
              <a:srgbClr val="B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9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99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حَفِيخَ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5E052"/>
          </a:solidFill>
          <a:ln w="12700">
            <a:solidFill>
              <a:srgbClr val="7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B70DB"/>
          </a:solidFill>
          <a:ln w="12700">
            <a:solidFill>
              <a:srgbClr val="8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1"/>
          </a:solidFill>
          <a:ln w="12700">
            <a:solidFill>
              <a:srgbClr val="8547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9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999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خَفِيدَ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8D8"/>
          </a:solidFill>
          <a:ln w="12700">
            <a:solidFill>
              <a:srgbClr val="646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4D1"/>
          </a:solidFill>
          <a:ln w="12700">
            <a:solidFill>
              <a:srgbClr val="476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2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54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دَفِيذَ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44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ذَفِيرَ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F"/>
          </a:solidFill>
          <a:ln w="12700">
            <a:solidFill>
              <a:srgbClr val="2B64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079"/>
          </a:solidFill>
          <a:ln w="12700">
            <a:solidFill>
              <a:srgbClr val="347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7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2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2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794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رَفِيزَ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70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70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7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زَفِيسَ</a:t>
            </a:r>
            <a:endParaRPr lang="ar-SA" sz="5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45E"/>
          </a:solidFill>
          <a:ln w="12700">
            <a:solidFill>
              <a:srgbClr val="ED9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43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43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سَفِيشَ</a:t>
            </a:r>
            <a:endParaRPr lang="ar-SA" sz="4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8E0"/>
          </a:solidFill>
          <a:ln w="12700">
            <a:solidFill>
              <a:srgbClr val="529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170"/>
          </a:solidFill>
          <a:ln w="12700">
            <a:solidFill>
              <a:srgbClr val="DB7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8547"/>
          </a:solidFill>
          <a:ln w="12700">
            <a:solidFill>
              <a:srgbClr val="7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43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43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72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شَفِيصَ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5"/>
          </a:solidFill>
          <a:ln w="12700">
            <a:solidFill>
              <a:srgbClr val="D8648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6"/>
          </a:solidFill>
          <a:ln w="12700">
            <a:solidFill>
              <a:srgbClr val="D1478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57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57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75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صَفِيضَ</a:t>
            </a:r>
            <a:endParaRPr lang="ar-SA" sz="4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57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057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431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ضَفِيطَ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2B64"/>
          </a:solidFill>
          <a:ln w="12700">
            <a:solidFill>
              <a:srgbClr val="4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13479"/>
          </a:solidFill>
          <a:ln w="12700">
            <a:solidFill>
              <a:srgbClr val="7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3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94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3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40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3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34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طَفِيظَ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5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55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ظَفِيعَ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1"/>
          </a:solidFill>
          <a:ln w="12700">
            <a:solidFill>
              <a:srgbClr val="5EED7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28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28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4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عَفِيغَ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C"/>
          </a:solidFill>
          <a:ln w="12700">
            <a:solidFill>
              <a:srgbClr val="E052B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ADB70"/>
          </a:solidFill>
          <a:ln w="12700">
            <a:solidFill>
              <a:srgbClr val="8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F85"/>
          </a:solidFill>
          <a:ln w="12700">
            <a:solidFill>
              <a:srgbClr val="477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28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028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459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غَفِيأَ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2D864"/>
          </a:solidFill>
          <a:ln w="12700">
            <a:solidFill>
              <a:srgbClr val="A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8D147"/>
          </a:solidFill>
          <a:ln w="12700">
            <a:solidFill>
              <a:srgbClr val="A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1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بَفِي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22B"/>
          </a:solidFill>
          <a:ln w="12700">
            <a:solidFill>
              <a:srgbClr val="643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034"/>
          </a:solidFill>
          <a:ln w="12700">
            <a:solidFill>
              <a:srgbClr val="796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ثَفِي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FED"/>
          </a:solidFill>
          <a:ln w="12700">
            <a:solidFill>
              <a:srgbClr val="5E6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739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جَفِي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E052"/>
          </a:solidFill>
          <a:ln w="12700">
            <a:solidFill>
              <a:srgbClr val="E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5DB"/>
          </a:solidFill>
          <a:ln w="12700">
            <a:solidFill>
              <a:srgbClr val="70A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4785"/>
          </a:solidFill>
          <a:ln w="12700">
            <a:solidFill>
              <a:srgbClr val="7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65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739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حَفِي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FD8"/>
          </a:solidFill>
          <a:ln w="12700">
            <a:solidFill>
              <a:srgbClr val="64B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BD1"/>
          </a:solidFill>
          <a:ln w="12700">
            <a:solidFill>
              <a:srgbClr val="47C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1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1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خَفِي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2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دَفِي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642B"/>
          </a:solidFill>
          <a:ln w="12700">
            <a:solidFill>
              <a:srgbClr val="3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E"/>
          </a:solidFill>
          <a:ln w="12700">
            <a:solidFill>
              <a:srgbClr val="3479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ذَفِي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3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250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رَفِي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3"/>
          </a:solidFill>
          <a:ln w="12700">
            <a:solidFill>
              <a:srgbClr val="ED5E9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576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زَفِي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E"/>
          </a:solidFill>
          <a:ln w="12700">
            <a:solidFill>
              <a:srgbClr val="52E0B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0"/>
          </a:solidFill>
          <a:ln w="12700">
            <a:solidFill>
              <a:srgbClr val="DB70C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C47"/>
          </a:solidFill>
          <a:ln w="12700">
            <a:solidFill>
              <a:srgbClr val="856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8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288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014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سَفِي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464D8"/>
          </a:solidFill>
          <a:ln w="12700">
            <a:solidFill>
              <a:srgbClr val="D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547D1"/>
          </a:solidFill>
          <a:ln w="12700">
            <a:solidFill>
              <a:srgbClr val="B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7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7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شَفِي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32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332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3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صَفِي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3479"/>
          </a:solidFill>
          <a:ln w="12700">
            <a:solidFill>
              <a:srgbClr val="3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7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375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112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ضَفِي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طَفِي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7ED5E"/>
          </a:solidFill>
          <a:ln w="12700">
            <a:solidFill>
              <a:srgbClr val="B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24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ظَفِي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A52E0"/>
          </a:solidFill>
          <a:ln w="12700">
            <a:solidFill>
              <a:srgbClr val="9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B70"/>
          </a:solidFill>
          <a:ln w="12700">
            <a:solidFill>
              <a:srgbClr val="D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27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26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عَفِي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764"/>
          </a:solidFill>
          <a:ln w="12700">
            <a:solidFill>
              <a:srgbClr val="D8B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347"/>
          </a:solidFill>
          <a:ln w="12700">
            <a:solidFill>
              <a:srgbClr val="D19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4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34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غَفِي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744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3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4744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7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30473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E"/>
          </a:solidFill>
          <a:ln w="12700">
            <a:solidFill>
              <a:srgbClr val="642B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C"/>
          </a:solidFill>
          <a:ln w="12700">
            <a:solidFill>
              <a:srgbClr val="7934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قِيأَ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51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قِيبَ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AED"/>
          </a:solidFill>
          <a:ln w="12700">
            <a:solidFill>
              <a:srgbClr val="5ED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696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قِيتَ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652"/>
          </a:solidFill>
          <a:ln w="12700">
            <a:solidFill>
              <a:srgbClr val="E07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1"/>
          </a:solidFill>
          <a:ln w="12700">
            <a:solidFill>
              <a:srgbClr val="70DBC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4785"/>
          </a:solidFill>
          <a:ln w="12700">
            <a:solidFill>
              <a:srgbClr val="4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86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486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90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قِيثَ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A"/>
          </a:solidFill>
          <a:ln w="12700">
            <a:solidFill>
              <a:srgbClr val="64D8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1"/>
          </a:solidFill>
          <a:ln w="12700">
            <a:solidFill>
              <a:srgbClr val="47D17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34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قِيجَ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34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قِيحَ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642B"/>
          </a:solidFill>
          <a:ln w="12700">
            <a:solidFill>
              <a:srgbClr val="5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7934"/>
          </a:solidFill>
          <a:ln w="12700">
            <a:solidFill>
              <a:srgbClr val="4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قِيخَ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06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قِيدَ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D5EED"/>
          </a:solidFill>
          <a:ln w="12700">
            <a:solidFill>
              <a:srgbClr val="D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قِيذَ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3"/>
          </a:solidFill>
          <a:ln w="12700">
            <a:solidFill>
              <a:srgbClr val="52E05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770DB"/>
          </a:solidFill>
          <a:ln w="12700">
            <a:solidFill>
              <a:srgbClr val="A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1"/>
          </a:solidFill>
          <a:ln w="12700">
            <a:solidFill>
              <a:srgbClr val="8547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076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قِيرَ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D64D8"/>
          </a:solidFill>
          <a:ln w="12700">
            <a:solidFill>
              <a:srgbClr val="7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E47D1"/>
          </a:solidFill>
          <a:ln w="12700">
            <a:solidFill>
              <a:srgbClr val="4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قِيزَ</a:t>
            </a:r>
            <a:endParaRPr lang="ar-SA" sz="8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75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575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260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قِيسَ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D"/>
          </a:solidFill>
          <a:ln w="12700">
            <a:solidFill>
              <a:srgbClr val="2B64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F79"/>
          </a:solidFill>
          <a:ln w="12700">
            <a:solidFill>
              <a:srgbClr val="345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9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قِيشَ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6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6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06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قِيصَ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95E"/>
          </a:solidFill>
          <a:ln w="12700">
            <a:solidFill>
              <a:srgbClr val="EDB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73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قِيضَ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4E0"/>
          </a:solidFill>
          <a:ln w="12700">
            <a:solidFill>
              <a:srgbClr val="527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C70"/>
          </a:solidFill>
          <a:ln w="12700">
            <a:solidFill>
              <a:srgbClr val="DB8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8547"/>
          </a:solidFill>
          <a:ln w="12700">
            <a:solidFill>
              <a:srgbClr val="6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46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قِيطَ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8"/>
          </a:solidFill>
          <a:ln w="12700">
            <a:solidFill>
              <a:srgbClr val="D8646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3"/>
          </a:solidFill>
          <a:ln w="12700">
            <a:solidFill>
              <a:srgbClr val="D1476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46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قِيظَ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545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545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34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قِيعَ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0"/>
          </a:solidFill>
          <a:ln w="12700">
            <a:solidFill>
              <a:srgbClr val="7934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3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قِيغَ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545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545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28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قِيفَ</a:t>
            </a:r>
            <a:endParaRPr lang="ar-SA" sz="8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5"/>
          </a:solidFill>
          <a:ln w="12700">
            <a:solidFill>
              <a:srgbClr val="5EED9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82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303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أَقِيبَ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7"/>
          </a:solidFill>
          <a:ln w="12700">
            <a:solidFill>
              <a:srgbClr val="E0529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1"/>
          </a:solidFill>
          <a:ln w="12700">
            <a:solidFill>
              <a:srgbClr val="70DB7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085"/>
          </a:solidFill>
          <a:ln w="12700">
            <a:solidFill>
              <a:srgbClr val="477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2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790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بَقِيتَ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5D864"/>
          </a:solidFill>
          <a:ln w="12700">
            <a:solidFill>
              <a:srgbClr val="8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5D147"/>
          </a:solidFill>
          <a:ln w="12700">
            <a:solidFill>
              <a:srgbClr val="8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48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تَقِيثَ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ثَقِيجَ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12B"/>
          </a:solidFill>
          <a:ln w="12700">
            <a:solidFill>
              <a:srgbClr val="644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134"/>
          </a:solidFill>
          <a:ln w="12700">
            <a:solidFill>
              <a:srgbClr val="797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5620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جَقِيحَ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07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07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حَقِيخَ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25EED"/>
          </a:solidFill>
          <a:ln w="12700">
            <a:solidFill>
              <a:srgbClr val="7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07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07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خَقِيدَ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BE052"/>
          </a:solidFill>
          <a:ln w="12700">
            <a:solidFill>
              <a:srgbClr val="B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ADB"/>
          </a:solidFill>
          <a:ln w="12700">
            <a:solidFill>
              <a:srgbClr val="708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3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54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دَقِيذَ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2D8"/>
          </a:solidFill>
          <a:ln w="12700">
            <a:solidFill>
              <a:srgbClr val="64A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7D1"/>
          </a:solidFill>
          <a:ln w="12700">
            <a:solidFill>
              <a:srgbClr val="47A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5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ذَقِيرَ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54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18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794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رَقِيزَ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0"/>
          </a:solidFill>
          <a:ln w="12700">
            <a:solidFill>
              <a:srgbClr val="3479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34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34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7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زَقِيسَ</a:t>
            </a:r>
            <a:endParaRPr lang="ar-SA" sz="5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97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97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6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سَقِيشَ</a:t>
            </a:r>
            <a:endParaRPr lang="ar-SA" sz="4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E"/>
          </a:solidFill>
          <a:ln w="12700">
            <a:solidFill>
              <a:srgbClr val="ED5E6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97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97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0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721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شَقِيصَ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FE0"/>
          </a:solidFill>
          <a:ln w="12700">
            <a:solidFill>
              <a:srgbClr val="52D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4"/>
          </a:solidFill>
          <a:ln w="12700">
            <a:solidFill>
              <a:srgbClr val="DB70A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2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2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0756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صَقِيضَ</a:t>
            </a:r>
            <a:endParaRPr lang="ar-SA" sz="4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F"/>
          </a:solidFill>
          <a:ln w="12700">
            <a:solidFill>
              <a:srgbClr val="D864B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A"/>
          </a:solidFill>
          <a:ln w="12700">
            <a:solidFill>
              <a:srgbClr val="D147C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2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2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31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ضَقِيطَ</a:t>
            </a:r>
            <a:endParaRPr lang="ar-SA" sz="5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259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4343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طَقِيظَ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164"/>
          </a:solidFill>
          <a:ln w="12700">
            <a:solidFill>
              <a:srgbClr val="2B3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3479"/>
          </a:solidFill>
          <a:ln w="12700">
            <a:solidFill>
              <a:srgbClr val="4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318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318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ظَقِيعَ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486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عَقِيغَ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2ED5E"/>
          </a:solidFill>
          <a:ln w="12700">
            <a:solidFill>
              <a:srgbClr val="9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67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651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72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غَقِيفَ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F52E0"/>
          </a:solidFill>
          <a:ln w="12700">
            <a:solidFill>
              <a:srgbClr val="B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DB70"/>
          </a:solidFill>
          <a:ln w="12700">
            <a:solidFill>
              <a:srgbClr val="B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C"/>
          </a:solidFill>
          <a:ln w="12700">
            <a:solidFill>
              <a:srgbClr val="4785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318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318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766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459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فَقِيأَ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564"/>
          </a:solidFill>
          <a:ln w="12700">
            <a:solidFill>
              <a:srgbClr val="D8D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647"/>
          </a:solidFill>
          <a:ln w="12700">
            <a:solidFill>
              <a:srgbClr val="D1B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00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بَقِي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E34"/>
          </a:solidFill>
          <a:ln w="12700">
            <a:solidFill>
              <a:srgbClr val="793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0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86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86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ثَقِي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6ED"/>
          </a:solidFill>
          <a:ln w="12700">
            <a:solidFill>
              <a:srgbClr val="5EB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739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جَقِي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B52"/>
          </a:solidFill>
          <a:ln w="12700">
            <a:solidFill>
              <a:srgbClr val="E09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ADB"/>
          </a:solidFill>
          <a:ln w="12700">
            <a:solidFill>
              <a:srgbClr val="70D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4785"/>
          </a:solidFill>
          <a:ln w="12700">
            <a:solidFill>
              <a:srgbClr val="5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3739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حَقِي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8"/>
          </a:solidFill>
          <a:ln w="12700">
            <a:solidFill>
              <a:srgbClr val="64D8B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4"/>
          </a:solidFill>
          <a:ln w="12700">
            <a:solidFill>
              <a:srgbClr val="47D19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3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34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خَقِي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2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دَقِي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5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ذَقِي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14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250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رَقِي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9"/>
          </a:solidFill>
          <a:ln w="12700">
            <a:solidFill>
              <a:srgbClr val="ED5ED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568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00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زَقِي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7"/>
          </a:solidFill>
          <a:ln w="12700">
            <a:solidFill>
              <a:srgbClr val="52E07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70DB"/>
          </a:solidFill>
          <a:ln w="12700">
            <a:solidFill>
              <a:srgbClr val="C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575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575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014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سَقِي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B64D8"/>
          </a:solidFill>
          <a:ln w="12700">
            <a:solidFill>
              <a:srgbClr val="9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47D1"/>
          </a:solidFill>
          <a:ln w="12700">
            <a:solidFill>
              <a:srgbClr val="7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7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7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شَقِي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6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6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700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3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صَقِي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7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75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7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112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ضَقِي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طَقِي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D5E"/>
          </a:solidFill>
          <a:ln w="12700">
            <a:solidFill>
              <a:srgbClr val="EDD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45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ظَقِي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452E0"/>
          </a:solidFill>
          <a:ln w="12700">
            <a:solidFill>
              <a:srgbClr val="5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770"/>
          </a:solidFill>
          <a:ln w="12700">
            <a:solidFill>
              <a:srgbClr val="DBA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545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545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26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عَقِي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E64"/>
          </a:solidFill>
          <a:ln w="12700">
            <a:solidFill>
              <a:srgbClr val="D87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F47"/>
          </a:solidFill>
          <a:ln w="12700">
            <a:solidFill>
              <a:srgbClr val="D14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94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78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غَقِي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545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545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فَقِي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2B64"/>
          </a:solidFill>
          <a:ln w="12700">
            <a:solidFill>
              <a:srgbClr val="5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E"/>
          </a:solidFill>
          <a:ln w="12700">
            <a:solidFill>
              <a:srgbClr val="79345E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92389" y="896112"/>
            <a:ext cx="16532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8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92389" y="896112"/>
            <a:ext cx="16532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فِيلٌ</a:t>
            </a:r>
            <a:endParaRPr lang="ar-SA" sz="4700" dirty="0"/>
          </a:p>
        </p:txBody>
      </p:sp>
      <p:sp>
        <p:nvSpPr>
          <p:cNvPr id="14" name="C2 W2 pill"/>
          <p:cNvSpPr/>
          <p:nvPr/>
        </p:nvSpPr>
        <p:spPr>
          <a:xfrm>
            <a:off x="2698313" y="896112"/>
            <a:ext cx="17740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98313" y="896112"/>
            <a:ext cx="17740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كَبِيرٌ</a:t>
            </a:r>
            <a:endParaRPr lang="ar-SA" sz="47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79686" y="2834640"/>
            <a:ext cx="298462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79686" y="2834640"/>
            <a:ext cx="298462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فِيلٌ كَبِيرٌ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495984" y="896112"/>
            <a:ext cx="17663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6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495984" y="896112"/>
            <a:ext cx="17663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قِيلَ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881713" y="896112"/>
            <a:ext cx="1294231" cy="1371600"/>
          </a:xfrm>
          <a:prstGeom prst="roundRect">
            <a:avLst>
              <a:gd name="adj" fmla="val 28261"/>
            </a:avLst>
          </a:prstGeom>
          <a:solidFill>
            <a:srgbClr val="FFFFFF"/>
          </a:solidFill>
          <a:ln w="76200">
            <a:solidFill>
              <a:srgbClr val="36A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881713" y="896112"/>
            <a:ext cx="1294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لَهُ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237739" y="2834640"/>
            <a:ext cx="26685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237739" y="2834640"/>
            <a:ext cx="26685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قِيلَ لَهُ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A"/>
          </a:solidFill>
          <a:ln w="12700">
            <a:solidFill>
              <a:srgbClr val="5EEDB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501284" y="896112"/>
            <a:ext cx="21791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4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501284" y="896112"/>
            <a:ext cx="21791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صَدِيقٌ</a:t>
            </a:r>
            <a:endParaRPr lang="ar-SA" sz="4500" dirty="0"/>
          </a:p>
        </p:txBody>
      </p:sp>
      <p:sp>
        <p:nvSpPr>
          <p:cNvPr id="20" name="C2 W2 pill"/>
          <p:cNvSpPr/>
          <p:nvPr/>
        </p:nvSpPr>
        <p:spPr>
          <a:xfrm>
            <a:off x="2463587" y="896112"/>
            <a:ext cx="171765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4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63587" y="896112"/>
            <a:ext cx="171765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وَفِيٌّ</a:t>
            </a:r>
            <a:endParaRPr lang="ar-SA" sz="45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37637" y="2834640"/>
            <a:ext cx="346872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37637" y="2834640"/>
            <a:ext cx="346872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صَدِيقٌ وَفِيٌّ</a:t>
            </a:r>
            <a:endParaRPr lang="ar-SA" sz="4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122</Slides>
  <Notes>122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11-fa-qaf</dc:title>
  <dc:subject>PptxGenJS Presentation</dc:subject>
  <dc:creator>PptxGenJS</dc:creator>
  <cp:lastModifiedBy>PptxGenJS</cp:lastModifiedBy>
  <cp:revision>1</cp:revision>
  <dcterms:created xsi:type="dcterms:W3CDTF">2026-10-21T19:56:09Z</dcterms:created>
  <dcterms:modified xsi:type="dcterms:W3CDTF">2026-10-21T19:56:09Z</dcterms:modified>
</cp:coreProperties>
</file>