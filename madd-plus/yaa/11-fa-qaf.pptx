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فِيثَ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فِيعَ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بَفِيتَ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دَفِيذَ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ذَفِيرَ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زَفِيسَ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سَفِيشَ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صَفِيضَ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ضَفِيطَ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عَفِيغَ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E"/>
          </a:solidFill>
          <a:ln w="12700">
            <a:solidFill>
              <a:srgbClr val="52E0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قِيبَ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قِيتَ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قِيثَ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قِيجَ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قِيحَ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قِيذَ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قِيزَ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قِيصَ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قِيضَ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قِيطَ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قِيظَ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قِيعَ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قِيغَ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8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قِيفَ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بَقِيتَ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تَقِيثَ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خَقِيدَ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دَقِيذَ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رَقِيزَ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زَقِيسَ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سَقِيشَ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صَقِيضَ</a:t>
            </a:r>
            <a:endParaRPr lang="ar-SA" sz="4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ضَقِيطَ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عَقِيغَ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غَقِيفَ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2389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2389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98313" y="896112"/>
            <a:ext cx="17740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8313" y="896112"/>
            <a:ext cx="17740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9686" y="2834640"/>
            <a:ext cx="29846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9686" y="2834640"/>
            <a:ext cx="29846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 كَبِيرٌ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95984" y="896112"/>
            <a:ext cx="17663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95984" y="896112"/>
            <a:ext cx="17663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881713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81713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37739" y="2834640"/>
            <a:ext cx="26685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37739" y="2834640"/>
            <a:ext cx="26685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 لَهُ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01284" y="896112"/>
            <a:ext cx="21791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01284" y="896112"/>
            <a:ext cx="21791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463587" y="896112"/>
            <a:ext cx="17176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3587" y="896112"/>
            <a:ext cx="17176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وَفِيٌّ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7637" y="2834640"/>
            <a:ext cx="34687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7637" y="2834640"/>
            <a:ext cx="34687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وَفِيٌّ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11-fa-qaf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