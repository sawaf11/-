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364"/>
          </a:solidFill>
          <a:ln w="12700">
            <a:solidFill>
              <a:srgbClr val="D87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7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3586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7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بِيأَ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5"/>
          </a:solidFill>
          <a:ln w="12700">
            <a:solidFill>
              <a:srgbClr val="79346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بِيتَ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بِيثَ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بِيجَ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بِيحَ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A2B"/>
          </a:solidFill>
          <a:ln w="12700">
            <a:solidFill>
              <a:srgbClr val="644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7934"/>
          </a:solidFill>
          <a:ln w="12700">
            <a:solidFill>
              <a:srgbClr val="7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أَبِيتَ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تَبِيثَ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95EED"/>
          </a:solidFill>
          <a:ln w="12700">
            <a:solidFill>
              <a:srgbClr val="8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4E052"/>
          </a:solidFill>
          <a:ln w="12700">
            <a:solidFill>
              <a:srgbClr val="A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8DB"/>
          </a:solidFill>
          <a:ln w="12700">
            <a:solidFill>
              <a:srgbClr val="707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5"/>
          </a:solidFill>
          <a:ln w="12700">
            <a:solidFill>
              <a:srgbClr val="8547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65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جَبِيحَ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1D1"/>
          </a:solidFill>
          <a:ln w="12700">
            <a:solidFill>
              <a:srgbClr val="479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1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خَبِيدَ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578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دَبِيأَ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1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أَبِي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65E"/>
          </a:solidFill>
          <a:ln w="12700">
            <a:solidFill>
              <a:srgbClr val="ED6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تَبِي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7E0"/>
          </a:solidFill>
          <a:ln w="12700">
            <a:solidFill>
              <a:srgbClr val="52C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3"/>
          </a:solidFill>
          <a:ln w="12700">
            <a:solidFill>
              <a:srgbClr val="DB70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1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ثَبِي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3"/>
          </a:solidFill>
          <a:ln w="12700">
            <a:solidFill>
              <a:srgbClr val="D147B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حَبِي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3479"/>
          </a:solidFill>
          <a:ln w="12700">
            <a:solidFill>
              <a:srgbClr val="5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2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خَبِي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38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دَبِي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ED5E"/>
          </a:solidFill>
          <a:ln w="12700">
            <a:solidFill>
              <a:srgbClr val="7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4816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8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652E0"/>
          </a:solidFill>
          <a:ln w="12700">
            <a:solidFill>
              <a:srgbClr val="D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DB70"/>
          </a:solidFill>
          <a:ln w="12700">
            <a:solidFill>
              <a:srgbClr val="A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6"/>
          </a:solidFill>
          <a:ln w="12700">
            <a:solidFill>
              <a:srgbClr val="4785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8D864"/>
          </a:solidFill>
          <a:ln w="12700">
            <a:solidFill>
              <a:srgbClr val="C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D47"/>
          </a:solidFill>
          <a:ln w="12700">
            <a:solidFill>
              <a:srgbClr val="D1C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تِيبَ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تِيثَ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6"/>
          </a:solidFill>
          <a:ln w="12700">
            <a:solidFill>
              <a:srgbClr val="642B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934"/>
          </a:solidFill>
          <a:ln w="12700">
            <a:solidFill>
              <a:srgbClr val="794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تِيجَ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تِيحَ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EED"/>
          </a:solidFill>
          <a:ln w="12700">
            <a:solidFill>
              <a:srgbClr val="5E9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352"/>
          </a:solidFill>
          <a:ln w="12700">
            <a:solidFill>
              <a:srgbClr val="E0B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8DB"/>
          </a:solidFill>
          <a:ln w="12700">
            <a:solidFill>
              <a:srgbClr val="70C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B"/>
          </a:solidFill>
          <a:ln w="12700">
            <a:solidFill>
              <a:srgbClr val="64D8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B"/>
          </a:solidFill>
          <a:ln w="12700">
            <a:solidFill>
              <a:srgbClr val="47D1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بَتِيثَ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8"/>
          </a:solidFill>
          <a:ln w="12700">
            <a:solidFill>
              <a:srgbClr val="3479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2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جَتِيحَ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2"/>
          </a:solidFill>
          <a:ln w="12700">
            <a:solidFill>
              <a:srgbClr val="ED5E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F"/>
          </a:solidFill>
          <a:ln w="12700">
            <a:solidFill>
              <a:srgbClr val="52E0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70DB"/>
          </a:solidFill>
          <a:ln w="12700">
            <a:solidFill>
              <a:srgbClr val="D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747"/>
          </a:solidFill>
          <a:ln w="12700">
            <a:solidFill>
              <a:srgbClr val="855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57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خَتِيدَ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E64D8"/>
          </a:solidFill>
          <a:ln w="12700">
            <a:solidFill>
              <a:srgbClr val="A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847D1"/>
          </a:solidFill>
          <a:ln w="12700">
            <a:solidFill>
              <a:srgbClr val="8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أَتِي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364"/>
          </a:solidFill>
          <a:ln w="12700">
            <a:solidFill>
              <a:srgbClr val="2B5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279"/>
          </a:solidFill>
          <a:ln w="12700">
            <a:solidFill>
              <a:srgbClr val="344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99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بَتِي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ثَتِي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ED5E"/>
          </a:solidFill>
          <a:ln w="12700">
            <a:solidFill>
              <a:srgbClr val="E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جَتِي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B52E0"/>
          </a:solidFill>
          <a:ln w="12700">
            <a:solidFill>
              <a:srgbClr val="6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970"/>
          </a:solidFill>
          <a:ln w="12700">
            <a:solidFill>
              <a:srgbClr val="DBB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8"/>
          </a:solidFill>
          <a:ln w="12700">
            <a:solidFill>
              <a:srgbClr val="4785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1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حَتِي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164"/>
          </a:solidFill>
          <a:ln w="12700">
            <a:solidFill>
              <a:srgbClr val="D89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647"/>
          </a:solidFill>
          <a:ln w="12700">
            <a:solidFill>
              <a:srgbClr val="D16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7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خَتِي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22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1"/>
          </a:solidFill>
          <a:ln w="12700">
            <a:solidFill>
              <a:srgbClr val="642B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3"/>
          </a:solidFill>
          <a:ln w="12700">
            <a:solidFill>
              <a:srgbClr val="7934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47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3151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</a:t>
            </a:r>
            <a:endParaRPr lang="ar-SA" sz="9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1"/>
          </a:solidFill>
          <a:ln w="12700">
            <a:solidFill>
              <a:srgbClr val="5EED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6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ثِيبَ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B"/>
          </a:solidFill>
          <a:ln w="12700">
            <a:solidFill>
              <a:srgbClr val="E052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E"/>
          </a:solidFill>
          <a:ln w="12700">
            <a:solidFill>
              <a:srgbClr val="70DB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685"/>
          </a:solidFill>
          <a:ln w="12700">
            <a:solidFill>
              <a:srgbClr val="475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ثِيتَ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4"/>
          </a:solidFill>
          <a:ln w="12700">
            <a:solidFill>
              <a:srgbClr val="64D8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BD147"/>
          </a:solidFill>
          <a:ln w="12700">
            <a:solidFill>
              <a:srgbClr val="4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ثِيجَ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41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ثِيحَ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92B"/>
          </a:solidFill>
          <a:ln w="12700">
            <a:solidFill>
              <a:srgbClr val="645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7934"/>
          </a:solidFill>
          <a:ln w="12700">
            <a:solidFill>
              <a:srgbClr val="6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5EED"/>
          </a:solidFill>
          <a:ln w="12700">
            <a:solidFill>
              <a:srgbClr val="A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E052"/>
          </a:solidFill>
          <a:ln w="12700">
            <a:solidFill>
              <a:srgbClr val="7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70DB"/>
          </a:solidFill>
          <a:ln w="12700">
            <a:solidFill>
              <a:srgbClr val="8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5"/>
          </a:solidFill>
          <a:ln w="12700">
            <a:solidFill>
              <a:srgbClr val="8547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2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بَثِيتَ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1D8"/>
          </a:solidFill>
          <a:ln w="12700">
            <a:solidFill>
              <a:srgbClr val="647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DD1"/>
          </a:solidFill>
          <a:ln w="12700">
            <a:solidFill>
              <a:srgbClr val="476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443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تَثِيجَ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B"/>
          </a:solidFill>
          <a:ln w="12700">
            <a:solidFill>
              <a:srgbClr val="2B64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579"/>
          </a:solidFill>
          <a:ln w="12700">
            <a:solidFill>
              <a:srgbClr val="347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31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خَثِيدَ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A5E"/>
          </a:solidFill>
          <a:ln w="12700">
            <a:solidFill>
              <a:srgbClr val="ED8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9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3E0"/>
          </a:solidFill>
          <a:ln w="12700">
            <a:solidFill>
              <a:srgbClr val="52A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7"/>
          </a:solidFill>
          <a:ln w="12700">
            <a:solidFill>
              <a:srgbClr val="DB70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48547"/>
          </a:solidFill>
          <a:ln w="12700">
            <a:solidFill>
              <a:srgbClr val="7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E"/>
          </a:solidFill>
          <a:ln w="12700">
            <a:solidFill>
              <a:srgbClr val="D864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0"/>
          </a:solidFill>
          <a:ln w="12700">
            <a:solidFill>
              <a:srgbClr val="D1479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3479"/>
          </a:solidFill>
          <a:ln w="12700">
            <a:solidFill>
              <a:srgbClr val="6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7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7"/>
          </a:solidFill>
          <a:ln w="12700">
            <a:solidFill>
              <a:srgbClr val="5EED6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1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6"/>
          </a:solidFill>
          <a:ln w="12700">
            <a:solidFill>
              <a:srgbClr val="E052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DB70"/>
          </a:solidFill>
          <a:ln w="12700">
            <a:solidFill>
              <a:srgbClr val="9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70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D864"/>
          </a:solidFill>
          <a:ln w="12700">
            <a:solidFill>
              <a:srgbClr val="A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2D147"/>
          </a:solidFill>
          <a:ln w="12700">
            <a:solidFill>
              <a:srgbClr val="B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92392" y="896112"/>
            <a:ext cx="1734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92392" y="896112"/>
            <a:ext cx="1734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تِينٌ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6757" y="896112"/>
            <a:ext cx="2655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4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6757" y="896112"/>
            <a:ext cx="2655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وَزَيْتُونٌ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20870" y="2834640"/>
            <a:ext cx="41022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20870" y="2834640"/>
            <a:ext cx="41022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تِينٌ وَزَيْتُونٌ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3038" y="896112"/>
            <a:ext cx="17934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3038" y="896112"/>
            <a:ext cx="17934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</a:t>
            </a:r>
            <a:endParaRPr lang="ar-SA" sz="4800" dirty="0"/>
          </a:p>
        </p:txBody>
      </p:sp>
      <p:sp>
        <p:nvSpPr>
          <p:cNvPr id="13" name="C2 W2 pill"/>
          <p:cNvSpPr/>
          <p:nvPr/>
        </p:nvSpPr>
        <p:spPr>
          <a:xfrm>
            <a:off x="2617559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7559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08025" y="2834640"/>
            <a:ext cx="31279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08025" y="2834640"/>
            <a:ext cx="31279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بَعِيرٌ كَبِيرٌ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E2B"/>
          </a:solidFill>
          <a:ln w="12700">
            <a:solidFill>
              <a:srgbClr val="642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B34"/>
          </a:solidFill>
          <a:ln w="12700">
            <a:solidFill>
              <a:srgbClr val="795B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59497" y="896112"/>
            <a:ext cx="222691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59497" y="896112"/>
            <a:ext cx="222691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</a:t>
            </a:r>
            <a:endParaRPr lang="ar-SA" sz="4700" dirty="0"/>
          </a:p>
        </p:txBody>
      </p:sp>
      <p:sp>
        <p:nvSpPr>
          <p:cNvPr id="14" name="C2 W2 pill"/>
          <p:cNvSpPr/>
          <p:nvPr/>
        </p:nvSpPr>
        <p:spPr>
          <a:xfrm>
            <a:off x="2257585" y="896112"/>
            <a:ext cx="20818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57585" y="896112"/>
            <a:ext cx="20818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جَمِيلٌ</a:t>
            </a:r>
            <a:endParaRPr lang="ar-SA" sz="47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0311" y="2834640"/>
            <a:ext cx="388337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0311" y="2834640"/>
            <a:ext cx="388337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حَدِيثٌ جَمِيلٌ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02-ba-ta-tha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