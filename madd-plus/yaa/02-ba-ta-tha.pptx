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586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3586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7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571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68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بِيأَ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8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بِيتَ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بِيثَ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بِيجَ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بِيحَ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بِيدَ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5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أَبِيتَ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69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تَبِيثَ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ثَبِيجَ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جَبِيحَ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حَبِيخَ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8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خَبِيدَ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دَبِيأَ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65E"/>
          </a:solidFill>
          <a:ln w="12700">
            <a:solidFill>
              <a:srgbClr val="ED6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تَبِي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7E0"/>
          </a:solidFill>
          <a:ln w="12700">
            <a:solidFill>
              <a:srgbClr val="52C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ثَبِي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جَبِي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حَبِي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دَبِي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ED5E"/>
          </a:solidFill>
          <a:ln w="12700">
            <a:solidFill>
              <a:srgbClr val="7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816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4816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8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2235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</a:t>
            </a:r>
            <a:endParaRPr lang="ar-SA" sz="10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DB70"/>
          </a:solidFill>
          <a:ln w="12700">
            <a:solidFill>
              <a:srgbClr val="A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D864"/>
          </a:solidFill>
          <a:ln w="12700">
            <a:solidFill>
              <a:srgbClr val="C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D47"/>
          </a:solidFill>
          <a:ln w="12700">
            <a:solidFill>
              <a:srgbClr val="D1C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4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تِيبَ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تِيثَ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تِيجَ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تِيحَ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EED"/>
          </a:solidFill>
          <a:ln w="12700">
            <a:solidFill>
              <a:srgbClr val="5E9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352"/>
          </a:solidFill>
          <a:ln w="12700">
            <a:solidFill>
              <a:srgbClr val="E0B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8DB"/>
          </a:solidFill>
          <a:ln w="12700">
            <a:solidFill>
              <a:srgbClr val="70C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B"/>
          </a:solidFill>
          <a:ln w="12700">
            <a:solidFill>
              <a:srgbClr val="47D1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أَتِيبَ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بَتِيثَ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ثَتِيجَ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51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جَتِيحَ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حَتِيخَ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70DB"/>
          </a:solidFill>
          <a:ln w="12700">
            <a:solidFill>
              <a:srgbClr val="D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31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خَتِيدَ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دَتِيأَ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بَتِي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ثَتِي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ED5E"/>
          </a:solidFill>
          <a:ln w="12700">
            <a:solidFill>
              <a:srgbClr val="E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جَتِي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حَتِي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647"/>
          </a:solidFill>
          <a:ln w="12700">
            <a:solidFill>
              <a:srgbClr val="D16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خَتِي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دَتِي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7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47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7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3151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</a:t>
            </a:r>
            <a:endParaRPr lang="ar-SA" sz="9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6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ثِيبَ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B"/>
          </a:solidFill>
          <a:ln w="12700">
            <a:solidFill>
              <a:srgbClr val="E052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41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ثِيجَ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41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ثِيحَ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أَثِيبَ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2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بَثِيتَ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4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تَثِيجَ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51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جَثِيحَ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1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خَثِيدَ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جَثِي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حَثِي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خَثِي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05787" y="896112"/>
            <a:ext cx="17348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05787" y="896112"/>
            <a:ext cx="17348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تِينٌ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003362" y="896112"/>
            <a:ext cx="308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03362" y="896112"/>
            <a:ext cx="308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وَزَيۡتُونٌ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03664" y="2834640"/>
            <a:ext cx="45366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03664" y="2834640"/>
            <a:ext cx="45366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تِينٌ وَزَيۡتُونٌ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3038" y="896112"/>
            <a:ext cx="17934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3038" y="896112"/>
            <a:ext cx="17934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2617559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7559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08025" y="2834640"/>
            <a:ext cx="31279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08025" y="2834640"/>
            <a:ext cx="31279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 كَبِيرٌ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59497" y="896112"/>
            <a:ext cx="22269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59497" y="896112"/>
            <a:ext cx="22269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حَدِيثٌ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257585" y="896112"/>
            <a:ext cx="2081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57585" y="896112"/>
            <a:ext cx="2081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0311" y="2834640"/>
            <a:ext cx="38833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0311" y="2834640"/>
            <a:ext cx="38833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حَدِيثٌ جَمِيلٌ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02-ba-ta-tha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