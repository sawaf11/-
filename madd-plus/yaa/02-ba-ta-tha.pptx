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بِيتَ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بِيثَ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بِيجَ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أَبِيتَ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تَبِيثَ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جَبِيحَ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خَبِيدَ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65E"/>
          </a:solidFill>
          <a:ln w="12700">
            <a:solidFill>
              <a:srgbClr val="ED6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ED5E"/>
          </a:solidFill>
          <a:ln w="12700">
            <a:solidFill>
              <a:srgbClr val="7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D864"/>
          </a:solidFill>
          <a:ln w="12700">
            <a:solidFill>
              <a:srgbClr val="C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تِيبَ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تِيثَ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تِيجَ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تِيحَ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352"/>
          </a:solidFill>
          <a:ln w="12700">
            <a:solidFill>
              <a:srgbClr val="E0B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B"/>
          </a:solidFill>
          <a:ln w="12700">
            <a:solidFill>
              <a:srgbClr val="47D1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151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</a:t>
            </a:r>
            <a:endParaRPr lang="ar-SA" sz="9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6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ثِيبَ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ثِيجَ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ثِيحَ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2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خَثِيدَ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05787" y="896112"/>
            <a:ext cx="1734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05787" y="896112"/>
            <a:ext cx="1734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03362" y="896112"/>
            <a:ext cx="308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03362" y="896112"/>
            <a:ext cx="308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وَزَيۡتُونٌ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03664" y="2834640"/>
            <a:ext cx="4536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03664" y="2834640"/>
            <a:ext cx="4536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تِينٌ وَزَيۡتُونٌ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3038" y="896112"/>
            <a:ext cx="17934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3038" y="896112"/>
            <a:ext cx="17934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17559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7559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8025" y="2834640"/>
            <a:ext cx="31279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8025" y="2834640"/>
            <a:ext cx="31279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 كَبِيرٌ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9497" y="896112"/>
            <a:ext cx="2226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9497" y="896112"/>
            <a:ext cx="2226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57585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57585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0311" y="2834640"/>
            <a:ext cx="38833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0311" y="2834640"/>
            <a:ext cx="38833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 جَمِيلٌ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02-ba-ta-tha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