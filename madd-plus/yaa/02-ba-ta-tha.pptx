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364"/>
          </a:solidFill>
          <a:ln w="12700">
            <a:solidFill>
              <a:srgbClr val="D87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C"/>
          </a:solidFill>
          <a:ln w="12700">
            <a:solidFill>
              <a:srgbClr val="D147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586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7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3586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7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0571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68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68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68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بِيأَ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88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بِيتَ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5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بِيثَ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D"/>
          </a:solidFill>
          <a:ln w="12700">
            <a:solidFill>
              <a:srgbClr val="5EED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بِيجَ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0"/>
          </a:solidFill>
          <a:ln w="12700">
            <a:solidFill>
              <a:srgbClr val="E052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3"/>
          </a:solidFill>
          <a:ln w="12700">
            <a:solidFill>
              <a:srgbClr val="70DB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بِيحَ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D864"/>
          </a:solidFill>
          <a:ln w="12700">
            <a:solidFill>
              <a:srgbClr val="7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D147"/>
          </a:solidFill>
          <a:ln w="12700">
            <a:solidFill>
              <a:srgbClr val="6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2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2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59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بِيدَ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A2B"/>
          </a:solidFill>
          <a:ln w="12700">
            <a:solidFill>
              <a:srgbClr val="644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7934"/>
          </a:solidFill>
          <a:ln w="12700">
            <a:solidFill>
              <a:srgbClr val="7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578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578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65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أَبِيتَ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65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65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69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تَبِيثَ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5EED"/>
          </a:solidFill>
          <a:ln w="12700">
            <a:solidFill>
              <a:srgbClr val="8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65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65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ثَبِيجَ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E052"/>
          </a:solidFill>
          <a:ln w="12700">
            <a:solidFill>
              <a:srgbClr val="A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8DB"/>
          </a:solidFill>
          <a:ln w="12700">
            <a:solidFill>
              <a:srgbClr val="707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5"/>
          </a:solidFill>
          <a:ln w="12700">
            <a:solidFill>
              <a:srgbClr val="8547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665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665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48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جَبِيحَ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ED8"/>
          </a:solidFill>
          <a:ln w="12700">
            <a:solidFill>
              <a:srgbClr val="648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81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81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حَبِيخَ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81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81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284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خَبِيدَ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578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578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818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دَبِيأَ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68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68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أَبِي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65E"/>
          </a:solidFill>
          <a:ln w="12700">
            <a:solidFill>
              <a:srgbClr val="ED6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تَبِي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7E0"/>
          </a:solidFill>
          <a:ln w="12700">
            <a:solidFill>
              <a:srgbClr val="52C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ثَبِي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B"/>
          </a:solidFill>
          <a:ln w="12700">
            <a:solidFill>
              <a:srgbClr val="D864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3"/>
          </a:solidFill>
          <a:ln w="12700">
            <a:solidFill>
              <a:srgbClr val="D147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جَبِي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76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حَبِي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02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02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خَبِي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638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دَبِي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AED5E"/>
          </a:solidFill>
          <a:ln w="12700">
            <a:solidFill>
              <a:srgbClr val="7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816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1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4816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8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2235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</a:t>
            </a:r>
            <a:endParaRPr lang="ar-SA" sz="10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652E0"/>
          </a:solidFill>
          <a:ln w="12700">
            <a:solidFill>
              <a:srgbClr val="D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DDB70"/>
          </a:solidFill>
          <a:ln w="12700">
            <a:solidFill>
              <a:srgbClr val="A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8D864"/>
          </a:solidFill>
          <a:ln w="12700">
            <a:solidFill>
              <a:srgbClr val="C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D47"/>
          </a:solidFill>
          <a:ln w="12700">
            <a:solidFill>
              <a:srgbClr val="D1C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740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تِيبَ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7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7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87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تِيثَ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تِيجَ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تِيحَ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EED"/>
          </a:solidFill>
          <a:ln w="12700">
            <a:solidFill>
              <a:srgbClr val="5E9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0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0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352"/>
          </a:solidFill>
          <a:ln w="12700">
            <a:solidFill>
              <a:srgbClr val="E0B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8DB"/>
          </a:solidFill>
          <a:ln w="12700">
            <a:solidFill>
              <a:srgbClr val="70C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2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2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10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تِيدَ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B"/>
          </a:solidFill>
          <a:ln w="12700">
            <a:solidFill>
              <a:srgbClr val="47D1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7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7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أَتِيبَ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2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2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17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بَتِيثَ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8"/>
          </a:solidFill>
          <a:ln w="12700">
            <a:solidFill>
              <a:srgbClr val="3479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2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2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ثَتِيجَ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2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27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516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جَتِيحَ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2"/>
          </a:solidFill>
          <a:ln w="12700">
            <a:solidFill>
              <a:srgbClr val="ED5E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557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557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حَتِيخَ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F"/>
          </a:solidFill>
          <a:ln w="12700">
            <a:solidFill>
              <a:srgbClr val="52E0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70DB"/>
          </a:solidFill>
          <a:ln w="12700">
            <a:solidFill>
              <a:srgbClr val="D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57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57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31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خَتِيدَ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64D8"/>
          </a:solidFill>
          <a:ln w="12700">
            <a:solidFill>
              <a:srgbClr val="A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47D1"/>
          </a:solidFill>
          <a:ln w="12700">
            <a:solidFill>
              <a:srgbClr val="8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7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7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دَتِيأَ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أَتِي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599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بَتِي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7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7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ثَتِي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ED5E"/>
          </a:solidFill>
          <a:ln w="12700">
            <a:solidFill>
              <a:srgbClr val="E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جَتِي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B52E0"/>
          </a:solidFill>
          <a:ln w="12700">
            <a:solidFill>
              <a:srgbClr val="6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970"/>
          </a:solidFill>
          <a:ln w="12700">
            <a:solidFill>
              <a:srgbClr val="DBB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8"/>
          </a:solidFill>
          <a:ln w="12700">
            <a:solidFill>
              <a:srgbClr val="4785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5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حَتِي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164"/>
          </a:solidFill>
          <a:ln w="12700">
            <a:solidFill>
              <a:srgbClr val="D89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647"/>
          </a:solidFill>
          <a:ln w="12700">
            <a:solidFill>
              <a:srgbClr val="D16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0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0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خَتِي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2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2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دَتِي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1"/>
          </a:solidFill>
          <a:ln w="12700">
            <a:solidFill>
              <a:srgbClr val="642B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3"/>
          </a:solidFill>
          <a:ln w="12700">
            <a:solidFill>
              <a:srgbClr val="7934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47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6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547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7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3151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</a:t>
            </a:r>
            <a:endParaRPr lang="ar-SA" sz="9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ثِيأَ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1"/>
          </a:solidFill>
          <a:ln w="12700">
            <a:solidFill>
              <a:srgbClr val="5EED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61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ثِيبَ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B"/>
          </a:solidFill>
          <a:ln w="12700">
            <a:solidFill>
              <a:srgbClr val="E0525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E"/>
          </a:solidFill>
          <a:ln w="12700">
            <a:solidFill>
              <a:srgbClr val="70DB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685"/>
          </a:solidFill>
          <a:ln w="12700">
            <a:solidFill>
              <a:srgbClr val="475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56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ثِيتَ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4"/>
          </a:solidFill>
          <a:ln w="12700">
            <a:solidFill>
              <a:srgbClr val="64D8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D147"/>
          </a:solidFill>
          <a:ln w="12700">
            <a:solidFill>
              <a:srgbClr val="4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41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ثِيجَ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41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ثِيحَ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7934"/>
          </a:solidFill>
          <a:ln w="12700">
            <a:solidFill>
              <a:srgbClr val="6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ثِيخَ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10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5EED"/>
          </a:solidFill>
          <a:ln w="12700">
            <a:solidFill>
              <a:srgbClr val="A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9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9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أَثِيبَ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E052"/>
          </a:solidFill>
          <a:ln w="12700">
            <a:solidFill>
              <a:srgbClr val="7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70DB"/>
          </a:solidFill>
          <a:ln w="12700">
            <a:solidFill>
              <a:srgbClr val="8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9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9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42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بَثِيتَ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1D8"/>
          </a:solidFill>
          <a:ln w="12700">
            <a:solidFill>
              <a:srgbClr val="647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DD1"/>
          </a:solidFill>
          <a:ln w="12700">
            <a:solidFill>
              <a:srgbClr val="476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3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3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443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تَثِيجَ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3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3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5516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جَثِيحَ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2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2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حَثِيخَ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2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2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31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خَثِيدَ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A5E"/>
          </a:solidFill>
          <a:ln w="12700">
            <a:solidFill>
              <a:srgbClr val="ED8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9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96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دَثِيأَ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3E0"/>
          </a:solidFill>
          <a:ln w="12700">
            <a:solidFill>
              <a:srgbClr val="52A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7"/>
          </a:solidFill>
          <a:ln w="12700">
            <a:solidFill>
              <a:srgbClr val="DB70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E"/>
          </a:solidFill>
          <a:ln w="12700">
            <a:solidFill>
              <a:srgbClr val="D864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0"/>
          </a:solidFill>
          <a:ln w="12700">
            <a:solidFill>
              <a:srgbClr val="D147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جَثِي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07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حَثِي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7"/>
          </a:solidFill>
          <a:ln w="12700">
            <a:solidFill>
              <a:srgbClr val="5EED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2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2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خَثِي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6"/>
          </a:solidFill>
          <a:ln w="12700">
            <a:solidFill>
              <a:srgbClr val="E052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DB70"/>
          </a:solidFill>
          <a:ln w="12700">
            <a:solidFill>
              <a:srgbClr val="9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70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دَثِي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D864"/>
          </a:solidFill>
          <a:ln w="12700">
            <a:solidFill>
              <a:srgbClr val="A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D147"/>
          </a:solidFill>
          <a:ln w="12700">
            <a:solidFill>
              <a:srgbClr val="B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05787" y="896112"/>
            <a:ext cx="17348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4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05787" y="896112"/>
            <a:ext cx="17348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تِينٌ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003362" y="896112"/>
            <a:ext cx="308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4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03362" y="896112"/>
            <a:ext cx="308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وَزَيۡتُونٌ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303664" y="2834640"/>
            <a:ext cx="45366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303664" y="2834640"/>
            <a:ext cx="45366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تِينٌ وَزَيۡتُونٌ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3038" y="896112"/>
            <a:ext cx="17934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2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3038" y="896112"/>
            <a:ext cx="17934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بَعِيرٌ</a:t>
            </a:r>
            <a:endParaRPr lang="ar-SA" sz="4800" dirty="0"/>
          </a:p>
        </p:txBody>
      </p:sp>
      <p:sp>
        <p:nvSpPr>
          <p:cNvPr id="13" name="C2 W2 pill"/>
          <p:cNvSpPr/>
          <p:nvPr/>
        </p:nvSpPr>
        <p:spPr>
          <a:xfrm>
            <a:off x="2617559" y="896112"/>
            <a:ext cx="17954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17559" y="896112"/>
            <a:ext cx="17954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كَبِيرٌ</a:t>
            </a:r>
            <a:endParaRPr lang="ar-SA" sz="48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08025" y="2834640"/>
            <a:ext cx="31279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08025" y="2834640"/>
            <a:ext cx="31279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بَعِيرٌ كَبِيرٌ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59497" y="896112"/>
            <a:ext cx="222691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D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59497" y="896112"/>
            <a:ext cx="222691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حَدِيثٌ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257585" y="896112"/>
            <a:ext cx="20818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D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57585" y="896112"/>
            <a:ext cx="20818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جَمِيلٌ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30311" y="2834640"/>
            <a:ext cx="388337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30311" y="2834640"/>
            <a:ext cx="388337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حَدِيثٌ جَمِيلٌ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02-ba-ta-tha</dc:title>
  <dc:subject>PptxGenJS Presentation</dc:subject>
  <dc:creator>PptxGenJS</dc:creator>
  <cp:lastModifiedBy>PptxGenJS</cp:lastModifiedBy>
  <cp:revision>1</cp:revision>
  <dcterms:created xsi:type="dcterms:W3CDTF">2026-10-21T18:02:16Z</dcterms:created>
  <dcterms:modified xsi:type="dcterms:W3CDTF">2026-10-21T18:02:16Z</dcterms:modified>
</cp:coreProperties>
</file>