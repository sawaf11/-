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1"/>
          </a:solidFill>
          <a:ln w="12700">
            <a:solidFill>
              <a:srgbClr val="E052B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2DB70"/>
          </a:solidFill>
          <a:ln w="12700">
            <a:solidFill>
              <a:srgbClr val="8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A85"/>
          </a:solidFill>
          <a:ln w="12700">
            <a:solidFill>
              <a:srgbClr val="477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1131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3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51131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73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33463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</a:t>
            </a:r>
            <a:endParaRPr lang="ar-SA" sz="89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9D864"/>
          </a:solidFill>
          <a:ln w="12700">
            <a:solidFill>
              <a:srgbClr val="9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DD147"/>
          </a:solidFill>
          <a:ln w="12700">
            <a:solidFill>
              <a:srgbClr val="9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07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إِيبَ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5679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إِيتَ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72B"/>
          </a:solidFill>
          <a:ln w="12700">
            <a:solidFill>
              <a:srgbClr val="643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534"/>
          </a:solidFill>
          <a:ln w="12700">
            <a:solidFill>
              <a:srgbClr val="796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38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38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221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إِيثَ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07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إِيجَ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4ED"/>
          </a:solidFill>
          <a:ln w="12700">
            <a:solidFill>
              <a:srgbClr val="5E6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507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إِيحَ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4E052"/>
          </a:solidFill>
          <a:ln w="12700">
            <a:solidFill>
              <a:srgbClr val="D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DDB"/>
          </a:solidFill>
          <a:ln w="12700">
            <a:solidFill>
              <a:srgbClr val="709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4785"/>
          </a:solidFill>
          <a:ln w="12700">
            <a:solidFill>
              <a:srgbClr val="8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6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6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275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إِيخَ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6D8"/>
          </a:solidFill>
          <a:ln w="12700">
            <a:solidFill>
              <a:srgbClr val="64B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0D1"/>
          </a:solidFill>
          <a:ln w="12700">
            <a:solidFill>
              <a:srgbClr val="47C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07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إِيدَ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8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8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5745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بَإِيتَ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642B"/>
          </a:solidFill>
          <a:ln w="12700">
            <a:solidFill>
              <a:srgbClr val="2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4"/>
          </a:solidFill>
          <a:ln w="12700">
            <a:solidFill>
              <a:srgbClr val="34795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48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48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305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تَإِيثَ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8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8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70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ثَإِيجَ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8"/>
          </a:solidFill>
          <a:ln w="12700">
            <a:solidFill>
              <a:srgbClr val="ED5E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8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8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5669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جَإِيحَ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9"/>
          </a:solidFill>
          <a:ln w="12700">
            <a:solidFill>
              <a:srgbClr val="52E0C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7"/>
          </a:solidFill>
          <a:ln w="12700">
            <a:solidFill>
              <a:srgbClr val="DB70B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047"/>
          </a:solidFill>
          <a:ln w="12700">
            <a:solidFill>
              <a:srgbClr val="857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04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04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337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حَإِيخَ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3"/>
          </a:solidFill>
          <a:ln w="12700">
            <a:solidFill>
              <a:srgbClr val="D864D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047D1"/>
          </a:solidFill>
          <a:ln w="12700">
            <a:solidFill>
              <a:srgbClr val="C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04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04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019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خَإِيدَ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8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8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5669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دَإِيبَ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B64"/>
          </a:solidFill>
          <a:ln w="12700">
            <a:solidFill>
              <a:srgbClr val="2B3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33479"/>
          </a:solidFill>
          <a:ln w="12700">
            <a:solidFill>
              <a:srgbClr val="4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507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بَإِي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2029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تَإِي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BED5E"/>
          </a:solidFill>
          <a:ln w="12700">
            <a:solidFill>
              <a:srgbClr val="A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738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738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4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ثَإِي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552E0"/>
          </a:solidFill>
          <a:ln w="12700">
            <a:solidFill>
              <a:srgbClr val="A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2DB70"/>
          </a:solidFill>
          <a:ln w="12700">
            <a:solidFill>
              <a:srgbClr val="D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1"/>
          </a:solidFill>
          <a:ln w="12700">
            <a:solidFill>
              <a:srgbClr val="47856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507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جَإِي</a:t>
            </a:r>
            <a:endParaRPr lang="ar-SA" sz="7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064"/>
          </a:solidFill>
          <a:ln w="12700">
            <a:solidFill>
              <a:srgbClr val="D8C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E47"/>
          </a:solidFill>
          <a:ln w="12700">
            <a:solidFill>
              <a:srgbClr val="D19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07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حَإِي</a:t>
            </a:r>
            <a:endParaRPr lang="ar-SA" sz="7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86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86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900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خَإِي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A"/>
          </a:solidFill>
          <a:ln w="12700">
            <a:solidFill>
              <a:srgbClr val="642B4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7"/>
          </a:solidFill>
          <a:ln w="12700">
            <a:solidFill>
              <a:srgbClr val="79343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507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دَإِي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44251" y="896112"/>
            <a:ext cx="177800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4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44251" y="896112"/>
            <a:ext cx="177800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رَجُلٌ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621742" y="896112"/>
            <a:ext cx="180246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4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21742" y="896112"/>
            <a:ext cx="180246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أَمِينٌ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99541" y="2834640"/>
            <a:ext cx="314491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99541" y="2834640"/>
            <a:ext cx="314491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رَجُلٌ أَمِينٌ</a:t>
            </a:r>
            <a:endParaRPr lang="ar-SA" sz="4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FED"/>
          </a:solidFill>
          <a:ln w="12700">
            <a:solidFill>
              <a:srgbClr val="5EC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78809" y="896112"/>
            <a:ext cx="19497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B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78809" y="896112"/>
            <a:ext cx="19497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إِيمَانٌ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2415419" y="896112"/>
            <a:ext cx="204335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B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15419" y="896112"/>
            <a:ext cx="204335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وَعَمَلٌ</a:t>
            </a:r>
            <a:endParaRPr lang="ar-SA" sz="4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57593" y="2834640"/>
            <a:ext cx="362881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57593" y="2834640"/>
            <a:ext cx="362881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إِيمَانٌ وَعَمَلٌ</a:t>
            </a:r>
            <a:endParaRPr lang="ar-SA" sz="4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252"/>
          </a:solidFill>
          <a:ln w="12700">
            <a:solidFill>
              <a:srgbClr val="E08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A"/>
          </a:solidFill>
          <a:ln w="12700">
            <a:solidFill>
              <a:srgbClr val="70DBC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24785"/>
          </a:solidFill>
          <a:ln w="12700">
            <a:solidFill>
              <a:srgbClr val="52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62014" y="896112"/>
            <a:ext cx="15853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D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62014" y="896112"/>
            <a:ext cx="15853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896613" y="896112"/>
            <a:ext cx="144536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D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896613" y="896112"/>
            <a:ext cx="144536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تِينًا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294215" y="2834640"/>
            <a:ext cx="255556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294215" y="2834640"/>
            <a:ext cx="255556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 تِينًا</a:t>
            </a:r>
            <a:endParaRPr lang="ar-SA" sz="4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01-alif</dc:title>
  <dc:subject>PptxGenJS Presentation</dc:subject>
  <dc:creator>PptxGenJS</dc:creator>
  <cp:lastModifiedBy>PptxGenJS</cp:lastModifiedBy>
  <cp:revision>1</cp:revision>
  <dcterms:created xsi:type="dcterms:W3CDTF">2026-10-21T18:02:16Z</dcterms:created>
  <dcterms:modified xsi:type="dcterms:W3CDTF">2026-10-21T18:02:16Z</dcterms:modified>
</cp:coreProperties>
</file>