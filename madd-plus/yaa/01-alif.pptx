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113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113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</a:t>
            </a:r>
            <a:endParaRPr lang="ar-SA" sz="8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إِيبَ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67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إِيتَ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21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إِيجَ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4ED"/>
          </a:solidFill>
          <a:ln w="12700">
            <a:solidFill>
              <a:srgbClr val="5E6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إِيحَ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27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إِيخَ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745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بَإِيتَ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30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تَإِيثَ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0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ثَإِيجَ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669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جَإِيحَ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9"/>
          </a:solidFill>
          <a:ln w="12700">
            <a:solidFill>
              <a:srgbClr val="52E0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33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حَإِيخَ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3"/>
          </a:solidFill>
          <a:ln w="12700">
            <a:solidFill>
              <a:srgbClr val="D864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04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19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خَإِيدَ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8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669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دَإِيبَ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بَإِي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2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تَإِي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ED5E"/>
          </a:solidFill>
          <a:ln w="12700">
            <a:solidFill>
              <a:srgbClr val="A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38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ثَإِي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جَإِي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E47"/>
          </a:solidFill>
          <a:ln w="12700">
            <a:solidFill>
              <a:srgbClr val="D19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حَإِي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6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90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خَإِي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14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50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دَإِي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44251" y="896112"/>
            <a:ext cx="17780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44251" y="896112"/>
            <a:ext cx="17780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21742" y="896112"/>
            <a:ext cx="1802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21742" y="896112"/>
            <a:ext cx="1802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أَمِينٌ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99541" y="2834640"/>
            <a:ext cx="31449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99541" y="2834640"/>
            <a:ext cx="31449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 أَمِينٌ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78809" y="896112"/>
            <a:ext cx="19497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B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78809" y="896112"/>
            <a:ext cx="19497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إِيمَانٌ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15419" y="896112"/>
            <a:ext cx="20433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5419" y="896112"/>
            <a:ext cx="20433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وَعَمَلٌ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7593" y="2834640"/>
            <a:ext cx="36288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7593" y="2834640"/>
            <a:ext cx="36288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إِيمَانٌ وَعَمَلٌ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252"/>
          </a:solidFill>
          <a:ln w="12700">
            <a:solidFill>
              <a:srgbClr val="E08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62014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D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62014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96613" y="896112"/>
            <a:ext cx="14453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96613" y="896112"/>
            <a:ext cx="14453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تِينًا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94215" y="2834640"/>
            <a:ext cx="2555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94215" y="2834640"/>
            <a:ext cx="2555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تِينًا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01-alif</dc:title>
  <dc:subject>PptxGenJS Presentation</dc:subject>
  <dc:creator>PptxGenJS</dc:creator>
  <cp:lastModifiedBy>PptxGenJS</cp:lastModifiedBy>
  <cp:revision>1</cp:revision>
  <dcterms:created xsi:type="dcterms:W3CDTF">2026-10-21T19:56:08Z</dcterms:created>
  <dcterms:modified xsi:type="dcterms:W3CDTF">2026-10-21T19:56:08Z</dcterms:modified>
</cp:coreProperties>
</file>