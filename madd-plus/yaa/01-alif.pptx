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B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B1"/>
          </a:solidFill>
          <a:ln w="12700">
            <a:solidFill>
              <a:srgbClr val="E052B1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9D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2DB70"/>
          </a:solidFill>
          <a:ln w="12700">
            <a:solidFill>
              <a:srgbClr val="82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A85"/>
          </a:solidFill>
          <a:ln w="12700">
            <a:solidFill>
              <a:srgbClr val="477A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51131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300" dirty="0"/>
          </a:p>
        </p:txBody>
      </p:sp>
      <p:sp>
        <p:nvSpPr>
          <p:cNvPr id="19" name="C2 V1 vowel"/>
          <p:cNvSpPr txBox="1"/>
          <p:nvPr/>
        </p:nvSpPr>
        <p:spPr>
          <a:xfrm>
            <a:off x="6720840" y="151131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73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M2 madd"/>
          <p:cNvSpPr txBox="1"/>
          <p:nvPr/>
        </p:nvSpPr>
        <p:spPr>
          <a:xfrm>
            <a:off x="4343400" y="133502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8000" dirty="0"/>
          </a:p>
        </p:txBody>
      </p:sp>
      <p:sp>
        <p:nvSpPr>
          <p:cNvPr id="22" name="C4 S2 stretch"/>
          <p:cNvSpPr/>
          <p:nvPr/>
        </p:nvSpPr>
        <p:spPr>
          <a:xfrm>
            <a:off x="4919472" y="136245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5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6 R result"/>
          <p:cNvSpPr txBox="1"/>
          <p:nvPr/>
        </p:nvSpPr>
        <p:spPr>
          <a:xfrm>
            <a:off x="685800" y="1334637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إِي</a:t>
            </a:r>
            <a:endParaRPr lang="ar-SA" sz="89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9D864"/>
          </a:solidFill>
          <a:ln w="12700">
            <a:solidFill>
              <a:srgbClr val="99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DD147"/>
          </a:solidFill>
          <a:ln w="12700">
            <a:solidFill>
              <a:srgbClr val="9D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714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714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000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000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45077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إِيبَ</a:t>
            </a:r>
            <a:endParaRPr lang="ar-SA" sz="79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C5E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714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714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5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9109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1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9109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1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45679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إِيتَ</a:t>
            </a:r>
            <a:endParaRPr lang="ar-SA" sz="79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314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72B"/>
          </a:solidFill>
          <a:ln w="12700">
            <a:solidFill>
              <a:srgbClr val="6437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534"/>
          </a:solidFill>
          <a:ln w="12700">
            <a:solidFill>
              <a:srgbClr val="7965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738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0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738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5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2215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إِيثَ</a:t>
            </a:r>
            <a:endParaRPr lang="ar-SA" sz="73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C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714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714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45077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إِيجَ</a:t>
            </a:r>
            <a:endParaRPr lang="ar-SA" sz="79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D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64ED"/>
          </a:solidFill>
          <a:ln w="12700">
            <a:solidFill>
              <a:srgbClr val="5E64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714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714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5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45077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إِيحَ</a:t>
            </a:r>
            <a:endParaRPr lang="ar-SA" sz="7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32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D4E052"/>
          </a:solidFill>
          <a:ln w="12700">
            <a:solidFill>
              <a:srgbClr val="D4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7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9DDB"/>
          </a:solidFill>
          <a:ln w="12700">
            <a:solidFill>
              <a:srgbClr val="709D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04785"/>
          </a:solidFill>
          <a:ln w="12700">
            <a:solidFill>
              <a:srgbClr val="80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862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5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862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4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6655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2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2750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إِيخَ</a:t>
            </a:r>
            <a:endParaRPr lang="ar-SA" sz="72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C5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B6D8"/>
          </a:solidFill>
          <a:ln w="12700">
            <a:solidFill>
              <a:srgbClr val="64B6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C0D1"/>
          </a:solidFill>
          <a:ln w="12700">
            <a:solidFill>
              <a:srgbClr val="47C0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714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714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002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002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45077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إِيدَ</a:t>
            </a:r>
            <a:endParaRPr lang="ar-SA" sz="7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C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72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4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872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4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481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4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8481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44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4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4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57457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بَإِيتَ</a:t>
            </a:r>
            <a:endParaRPr lang="ar-SA" sz="68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D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D642B"/>
          </a:solidFill>
          <a:ln w="12700">
            <a:solidFill>
              <a:srgbClr val="2D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4"/>
          </a:solidFill>
          <a:ln w="12700">
            <a:solidFill>
              <a:srgbClr val="34795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4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4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7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481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4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8481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44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7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7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63054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تَإِيثَ</a:t>
            </a:r>
            <a:endParaRPr lang="ar-SA" sz="63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C5D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A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481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4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481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4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A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A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7704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ثَإِيجَ</a:t>
            </a:r>
            <a:endParaRPr lang="ar-SA" sz="59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C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88"/>
          </a:solidFill>
          <a:ln w="12700">
            <a:solidFill>
              <a:srgbClr val="ED5E88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481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4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8481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44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4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4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5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56692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جَإِيحَ</a:t>
            </a:r>
            <a:endParaRPr lang="ar-SA" sz="69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4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C9"/>
          </a:solidFill>
          <a:ln w="12700">
            <a:solidFill>
              <a:srgbClr val="52E0C9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D0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B7"/>
          </a:solidFill>
          <a:ln w="12700">
            <a:solidFill>
              <a:srgbClr val="DB70B7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047"/>
          </a:solidFill>
          <a:ln w="12700">
            <a:solidFill>
              <a:srgbClr val="8570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9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604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8604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39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562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5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63374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حَإِيخَ</a:t>
            </a:r>
            <a:endParaRPr lang="ar-SA" sz="63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D3"/>
          </a:solidFill>
          <a:ln w="12700">
            <a:solidFill>
              <a:srgbClr val="D864D3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047D1"/>
          </a:solidFill>
          <a:ln w="12700">
            <a:solidFill>
              <a:srgbClr val="C0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6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604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604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6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562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5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6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9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0199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خَإِيدَ</a:t>
            </a:r>
            <a:endParaRPr lang="ar-SA" sz="66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593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4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9593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4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3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481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4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8481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44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3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3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872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4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872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4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56692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دَإِيبَ</a:t>
            </a:r>
            <a:endParaRPr lang="ar-SA" sz="69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39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B64"/>
          </a:solidFill>
          <a:ln w="12700">
            <a:solidFill>
              <a:srgbClr val="2B3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33479"/>
          </a:solidFill>
          <a:ln w="12700">
            <a:solidFill>
              <a:srgbClr val="43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000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000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7714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1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7714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51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45077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بَإِي</a:t>
            </a:r>
            <a:endParaRPr lang="ar-SA" sz="7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C5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109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109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714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714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5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2029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تَإِي</a:t>
            </a:r>
            <a:endParaRPr lang="ar-SA" sz="73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C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BED5E"/>
          </a:solidFill>
          <a:ln w="12700">
            <a:solidFill>
              <a:srgbClr val="AB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7738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0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7738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5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7640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ثَإِي</a:t>
            </a:r>
            <a:endParaRPr lang="ar-SA" sz="6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8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A552E0"/>
          </a:solidFill>
          <a:ln w="12700">
            <a:solidFill>
              <a:srgbClr val="A5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EA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2DB70"/>
          </a:solidFill>
          <a:ln w="12700">
            <a:solidFill>
              <a:srgbClr val="D2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1"/>
          </a:solidFill>
          <a:ln w="12700">
            <a:solidFill>
              <a:srgbClr val="478561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7714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1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7714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51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45077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جَإِي</a:t>
            </a:r>
            <a:endParaRPr lang="ar-SA" sz="79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D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C064"/>
          </a:solidFill>
          <a:ln w="12700">
            <a:solidFill>
              <a:srgbClr val="D8C0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9E47"/>
          </a:solidFill>
          <a:ln w="12700">
            <a:solidFill>
              <a:srgbClr val="D19E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714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714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5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45077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حَإِي</a:t>
            </a:r>
            <a:endParaRPr lang="ar-SA" sz="79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C5F7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7862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5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7862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45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6655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2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49004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خَإِي</a:t>
            </a:r>
            <a:endParaRPr lang="ar-SA" sz="76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41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A"/>
          </a:solidFill>
          <a:ln w="12700">
            <a:solidFill>
              <a:srgbClr val="642B4A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37"/>
          </a:solidFill>
          <a:ln w="12700">
            <a:solidFill>
              <a:srgbClr val="793437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002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002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7714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1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7714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51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45077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دَإِي</a:t>
            </a:r>
            <a:endParaRPr lang="ar-SA" sz="79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744251" y="896112"/>
            <a:ext cx="177800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44E236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744251" y="896112"/>
            <a:ext cx="177800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رَجُلٌ</a:t>
            </a:r>
            <a:endParaRPr lang="ar-SA" sz="4400" dirty="0"/>
          </a:p>
        </p:txBody>
      </p:sp>
      <p:sp>
        <p:nvSpPr>
          <p:cNvPr id="12" name="C2 W2 pill"/>
          <p:cNvSpPr/>
          <p:nvPr/>
        </p:nvSpPr>
        <p:spPr>
          <a:xfrm>
            <a:off x="2621742" y="896112"/>
            <a:ext cx="180246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44E2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621742" y="896112"/>
            <a:ext cx="180246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أَمِينٌ</a:t>
            </a:r>
            <a:endParaRPr lang="ar-SA" sz="44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A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999541" y="2834640"/>
            <a:ext cx="3144918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999541" y="2834640"/>
            <a:ext cx="3144918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رَجُلٌ أَمِينٌ</a:t>
            </a:r>
            <a:endParaRPr lang="ar-SA" sz="44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C5D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CFED"/>
          </a:solidFill>
          <a:ln w="12700">
            <a:solidFill>
              <a:srgbClr val="5ECF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4778809" y="896112"/>
            <a:ext cx="194977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5B36E2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4778809" y="896112"/>
            <a:ext cx="194977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إِيمَانٌ</a:t>
            </a:r>
            <a:endParaRPr lang="ar-SA" sz="4400" dirty="0"/>
          </a:p>
        </p:txBody>
      </p:sp>
      <p:sp>
        <p:nvSpPr>
          <p:cNvPr id="20" name="C2 W2 pill"/>
          <p:cNvSpPr/>
          <p:nvPr/>
        </p:nvSpPr>
        <p:spPr>
          <a:xfrm>
            <a:off x="2415419" y="896112"/>
            <a:ext cx="204335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5B36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2415419" y="896112"/>
            <a:ext cx="204335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وَعَمَلٌ</a:t>
            </a:r>
            <a:endParaRPr lang="ar-SA" sz="4400" dirty="0"/>
          </a:p>
        </p:txBody>
      </p:sp>
      <p:sp>
        <p:nvSpPr>
          <p:cNvPr id="22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9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S panel"/>
          <p:cNvSpPr/>
          <p:nvPr/>
        </p:nvSpPr>
        <p:spPr>
          <a:xfrm>
            <a:off x="2757593" y="2834640"/>
            <a:ext cx="3628815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4" name="C3 S sentence"/>
          <p:cNvSpPr txBox="1"/>
          <p:nvPr/>
        </p:nvSpPr>
        <p:spPr>
          <a:xfrm>
            <a:off x="2757593" y="2834640"/>
            <a:ext cx="3628815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إِيمَانٌ وَعَمَلٌ</a:t>
            </a:r>
            <a:endParaRPr lang="ar-SA" sz="44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431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8252"/>
          </a:solidFill>
          <a:ln w="12700">
            <a:solidFill>
              <a:srgbClr val="E082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E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CA"/>
          </a:solidFill>
          <a:ln w="12700">
            <a:solidFill>
              <a:srgbClr val="70DBCA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24785"/>
          </a:solidFill>
          <a:ln w="12700">
            <a:solidFill>
              <a:srgbClr val="524785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4662014" y="896112"/>
            <a:ext cx="158537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8D36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4662014" y="896112"/>
            <a:ext cx="158537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أَكَلَ</a:t>
            </a:r>
            <a:endParaRPr lang="ar-SA" sz="4400" dirty="0"/>
          </a:p>
        </p:txBody>
      </p:sp>
      <p:sp>
        <p:nvSpPr>
          <p:cNvPr id="17" name="C2 W2 pill"/>
          <p:cNvSpPr/>
          <p:nvPr/>
        </p:nvSpPr>
        <p:spPr>
          <a:xfrm>
            <a:off x="2896613" y="896112"/>
            <a:ext cx="144536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8D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2896613" y="896112"/>
            <a:ext cx="144536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تِينًا</a:t>
            </a:r>
            <a:endParaRPr lang="ar-SA" sz="4400" dirty="0"/>
          </a:p>
        </p:txBody>
      </p:sp>
      <p:sp>
        <p:nvSpPr>
          <p:cNvPr id="19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7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S panel"/>
          <p:cNvSpPr/>
          <p:nvPr/>
        </p:nvSpPr>
        <p:spPr>
          <a:xfrm>
            <a:off x="3294215" y="2834640"/>
            <a:ext cx="2555569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3 S sentence"/>
          <p:cNvSpPr txBox="1"/>
          <p:nvPr/>
        </p:nvSpPr>
        <p:spPr>
          <a:xfrm>
            <a:off x="3294215" y="2834640"/>
            <a:ext cx="2555569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أَكَلَ تِينًا</a:t>
            </a:r>
            <a:endParaRPr lang="ar-SA" sz="44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Madd with yaa 01-alif</dc:title>
  <dc:subject>PptxGenJS Presentation</dc:subject>
  <dc:creator>PptxGenJS</dc:creator>
  <cp:lastModifiedBy>PptxGenJS</cp:lastModifiedBy>
  <cp:revision>1</cp:revision>
  <dcterms:created xsi:type="dcterms:W3CDTF">2026-10-21T19:56:08Z</dcterms:created>
  <dcterms:modified xsi:type="dcterms:W3CDTF">2026-10-21T19:56:08Z</dcterms:modified>
</cp:coreProperties>
</file>