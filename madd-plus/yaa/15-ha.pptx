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44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4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444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1200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93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4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0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5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0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88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9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هِيفَ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هِيكَ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هِيمَ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أَهِيبَ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906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بَهِيتَ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6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تَهِيثَ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D64"/>
          </a:solidFill>
          <a:ln w="12700">
            <a:solidFill>
              <a:srgbClr val="D86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21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ثَهِيجَ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3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48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جَهِيحَ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8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حَهِيخَ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67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خَهِيدَ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5"/>
          </a:solidFill>
          <a:ln w="12700">
            <a:solidFill>
              <a:srgbClr val="5EED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دَهِيذَ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8"/>
          </a:solidFill>
          <a:ln w="12700">
            <a:solidFill>
              <a:srgbClr val="E0528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D"/>
          </a:solidFill>
          <a:ln w="12700">
            <a:solidFill>
              <a:srgbClr val="70DB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03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ذَهِيرَ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D864"/>
          </a:solidFill>
          <a:ln w="12700">
            <a:solidFill>
              <a:srgbClr val="7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D147"/>
          </a:solidFill>
          <a:ln w="12700">
            <a:solidFill>
              <a:srgbClr val="7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رَهِيزَ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زَهِيسَ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98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سَهِيشَ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26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شَهِيصَ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5EED"/>
          </a:solidFill>
          <a:ln w="12700">
            <a:solidFill>
              <a:srgbClr val="8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5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صَهِيضَ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BE052"/>
          </a:solidFill>
          <a:ln w="12700">
            <a:solidFill>
              <a:srgbClr val="A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EDB"/>
          </a:solidFill>
          <a:ln w="12700">
            <a:solidFill>
              <a:srgbClr val="707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8"/>
          </a:solidFill>
          <a:ln w="12700">
            <a:solidFill>
              <a:srgbClr val="8547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6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ضَهِيطَ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5D8"/>
          </a:solidFill>
          <a:ln w="12700">
            <a:solidFill>
              <a:srgbClr val="649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8D1"/>
          </a:solidFill>
          <a:ln w="12700">
            <a:solidFill>
              <a:srgbClr val="479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2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طَهِيظَ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ظَهِيعَ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9"/>
          </a:solidFill>
          <a:ln w="12700">
            <a:solidFill>
              <a:srgbClr val="2B64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8"/>
          </a:solidFill>
          <a:ln w="12700">
            <a:solidFill>
              <a:srgbClr val="3479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365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عَهِيغَ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97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7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غَهِيفَ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5F"/>
          </a:solidFill>
          <a:ln w="12700">
            <a:solidFill>
              <a:srgbClr val="ED5E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6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فَهِيقَ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FE0"/>
          </a:solidFill>
          <a:ln w="12700">
            <a:solidFill>
              <a:srgbClr val="52C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9"/>
          </a:solidFill>
          <a:ln w="12700">
            <a:solidFill>
              <a:srgbClr val="DB70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247"/>
          </a:solidFill>
          <a:ln w="12700">
            <a:solidFill>
              <a:srgbClr val="858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9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9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1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قَهِيكَ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2"/>
          </a:solidFill>
          <a:ln w="12700">
            <a:solidFill>
              <a:srgbClr val="D864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A"/>
          </a:solidFill>
          <a:ln w="12700">
            <a:solidFill>
              <a:srgbClr val="D147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كَهِيلَ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92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لَهِيمَ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3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3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01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مَهِينَ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93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نَهِيأَ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أَهِي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52E0"/>
          </a:solidFill>
          <a:ln w="12700">
            <a:solidFill>
              <a:srgbClr val="C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83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992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بَهِي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547"/>
          </a:solidFill>
          <a:ln w="12700">
            <a:solidFill>
              <a:srgbClr val="D1C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1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تَهِي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24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ثَهِي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جَهِي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حَهِي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97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خَهِي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26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9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65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رَهِي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05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سَهِي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67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08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صَهِي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9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59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ضَهِي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42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طَهِي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09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42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ظَهِي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35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1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7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7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23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كَهِي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4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لَهِي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48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مَهِي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5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1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598" y="896112"/>
            <a:ext cx="17699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E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598" y="896112"/>
            <a:ext cx="17699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عَالِمٌ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36460" y="896112"/>
            <a:ext cx="17810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36460" y="896112"/>
            <a:ext cx="17810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فَقِيهٌ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67394" y="2834640"/>
            <a:ext cx="32092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67394" y="2834640"/>
            <a:ext cx="32092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عَالِمٌ فَقِيهٌ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3D147"/>
          </a:solidFill>
          <a:ln w="12700">
            <a:solidFill>
              <a:srgbClr val="5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97501" y="896112"/>
            <a:ext cx="21080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97501" y="896112"/>
            <a:ext cx="21080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شَهِيقٌ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338401" y="896112"/>
            <a:ext cx="20390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0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8401" y="896112"/>
            <a:ext cx="20390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وَزَفِيرٌ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9788" y="2834640"/>
            <a:ext cx="378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9788" y="2834640"/>
            <a:ext cx="378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شَهِيقٌ وَزَفِيرٌ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20320" y="896112"/>
            <a:ext cx="1481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2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20320" y="896112"/>
            <a:ext cx="1481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42309" y="896112"/>
            <a:ext cx="205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42309" y="896112"/>
            <a:ext cx="205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جَمِيلَةٌ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95631" y="2834640"/>
            <a:ext cx="31527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95631" y="2834640"/>
            <a:ext cx="31527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هِيَ جَمِيلَةٌ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15-ha</dc:title>
  <dc:subject>PptxGenJS Presentation</dc:subject>
  <dc:creator>PptxGenJS</dc:creator>
  <cp:lastModifiedBy>PptxGenJS</cp:lastModifiedBy>
  <cp:revision>1</cp:revision>
  <dcterms:created xsi:type="dcterms:W3CDTF">2026-10-21T17:58:01Z</dcterms:created>
  <dcterms:modified xsi:type="dcterms:W3CDTF">2026-10-21T17:58:01Z</dcterms:modified>
</cp:coreProperties>
</file>