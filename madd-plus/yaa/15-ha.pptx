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449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4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4449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1200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6"/>
          </a:solidFill>
          <a:ln w="12700">
            <a:solidFill>
              <a:srgbClr val="3479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8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8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8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8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93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هِيبَ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3"/>
          </a:solidFill>
          <a:ln w="12700">
            <a:solidFill>
              <a:srgbClr val="ED5E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4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هِيتَ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D"/>
          </a:solidFill>
          <a:ln w="12700">
            <a:solidFill>
              <a:srgbClr val="52E0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4"/>
          </a:solidFill>
          <a:ln w="12700">
            <a:solidFill>
              <a:srgbClr val="DB70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00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هِيثَ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F"/>
          </a:solidFill>
          <a:ln w="12700">
            <a:solidFill>
              <a:srgbClr val="D864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47D1"/>
          </a:solidFill>
          <a:ln w="12700">
            <a:solidFill>
              <a:srgbClr val="C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هِيجَ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هِيحَ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A64"/>
          </a:solidFill>
          <a:ln w="12700">
            <a:solidFill>
              <a:srgbClr val="2B3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6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26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10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10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7ED5E"/>
          </a:solidFill>
          <a:ln w="12700">
            <a:solidFill>
              <a:srgbClr val="A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9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39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هِيذَ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A52E0"/>
          </a:solidFill>
          <a:ln w="12700">
            <a:solidFill>
              <a:srgbClr val="A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FDB70"/>
          </a:solidFill>
          <a:ln w="12700">
            <a:solidFill>
              <a:srgbClr val="C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3"/>
          </a:solidFill>
          <a:ln w="12700">
            <a:solidFill>
              <a:srgbClr val="4785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39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39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590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464"/>
          </a:solidFill>
          <a:ln w="12700">
            <a:solidFill>
              <a:srgbClr val="D8C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247"/>
          </a:solidFill>
          <a:ln w="12700">
            <a:solidFill>
              <a:srgbClr val="D1A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4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4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85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هِيسَ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4"/>
          </a:solidFill>
          <a:ln w="12700">
            <a:solidFill>
              <a:srgbClr val="793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9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9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01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هِيشَ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19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19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88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هِيصَ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AED"/>
          </a:solidFill>
          <a:ln w="12700">
            <a:solidFill>
              <a:srgbClr val="5EC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9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9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99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هِيضَ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652"/>
          </a:solidFill>
          <a:ln w="12700">
            <a:solidFill>
              <a:srgbClr val="E08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D"/>
          </a:solidFill>
          <a:ln w="12700">
            <a:solidFill>
              <a:srgbClr val="70DB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4785"/>
          </a:solidFill>
          <a:ln w="12700">
            <a:solidFill>
              <a:srgbClr val="5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هِيطَ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7"/>
          </a:solidFill>
          <a:ln w="12700">
            <a:solidFill>
              <a:srgbClr val="64D8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0"/>
          </a:solidFill>
          <a:ln w="12700">
            <a:solidFill>
              <a:srgbClr val="47D1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هِيظَ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1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1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55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هِيعَ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642B"/>
          </a:solidFill>
          <a:ln w="12700">
            <a:solidFill>
              <a:srgbClr val="5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45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45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هِيغَ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3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هِيفَ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C5EED"/>
          </a:solidFill>
          <a:ln w="12700">
            <a:solidFill>
              <a:srgbClr val="E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88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88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9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هِيقَ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3"/>
          </a:solidFill>
          <a:ln w="12700">
            <a:solidFill>
              <a:srgbClr val="52E0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70DB"/>
          </a:solidFill>
          <a:ln w="12700">
            <a:solidFill>
              <a:srgbClr val="B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A"/>
          </a:solidFill>
          <a:ln w="12700">
            <a:solidFill>
              <a:srgbClr val="8547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14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هِيكَ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64D8"/>
          </a:solidFill>
          <a:ln w="12700">
            <a:solidFill>
              <a:srgbClr val="8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47D1"/>
          </a:solidFill>
          <a:ln w="12700">
            <a:solidFill>
              <a:srgbClr val="5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4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4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6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796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هِيمَ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4"/>
          </a:solidFill>
          <a:ln w="12700">
            <a:solidFill>
              <a:srgbClr val="2B6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779"/>
          </a:solidFill>
          <a:ln w="12700">
            <a:solidFill>
              <a:srgbClr val="345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2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3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أَهِيبَ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95E"/>
          </a:solidFill>
          <a:ln w="12700">
            <a:solidFill>
              <a:srgbClr val="EDC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5906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بَهِيتَ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4E0"/>
          </a:solidFill>
          <a:ln w="12700">
            <a:solidFill>
              <a:srgbClr val="526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870"/>
          </a:solidFill>
          <a:ln w="12700">
            <a:solidFill>
              <a:srgbClr val="DB9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8547"/>
          </a:solidFill>
          <a:ln w="12700">
            <a:solidFill>
              <a:srgbClr val="5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13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13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36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تَهِيثَ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D64"/>
          </a:solidFill>
          <a:ln w="12700">
            <a:solidFill>
              <a:srgbClr val="D86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3"/>
          </a:solidFill>
          <a:ln w="12700">
            <a:solidFill>
              <a:srgbClr val="D147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13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13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21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ثَهِيجَ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13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13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548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جَهِيحَ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2B64"/>
          </a:solidFill>
          <a:ln w="12700">
            <a:solidFill>
              <a:srgbClr val="5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8"/>
          </a:solidFill>
          <a:ln w="12700">
            <a:solidFill>
              <a:srgbClr val="7934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38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حَهِيخَ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067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خَهِيدَ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5"/>
          </a:solidFill>
          <a:ln w="12700">
            <a:solidFill>
              <a:srgbClr val="5EEDA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203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203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5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دَهِيذَ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8"/>
          </a:solidFill>
          <a:ln w="12700">
            <a:solidFill>
              <a:srgbClr val="E0528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D"/>
          </a:solidFill>
          <a:ln w="12700">
            <a:solidFill>
              <a:srgbClr val="70DB7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985"/>
          </a:solidFill>
          <a:ln w="12700">
            <a:solidFill>
              <a:srgbClr val="476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203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203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ذَهِيرَ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8D864"/>
          </a:solidFill>
          <a:ln w="12700">
            <a:solidFill>
              <a:srgbClr val="7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6D147"/>
          </a:solidFill>
          <a:ln w="12700">
            <a:solidFill>
              <a:srgbClr val="7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10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رَهِيزَ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92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92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44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زَهِيسَ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2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2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98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سَهِيشَ</a:t>
            </a:r>
            <a:endParaRPr lang="ar-SA" sz="4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2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2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26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شَهِيصَ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25EED"/>
          </a:solidFill>
          <a:ln w="12700">
            <a:solidFill>
              <a:srgbClr val="8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4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4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59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صَهِيضَ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BE052"/>
          </a:solidFill>
          <a:ln w="12700">
            <a:solidFill>
              <a:srgbClr val="A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EDB"/>
          </a:solidFill>
          <a:ln w="12700">
            <a:solidFill>
              <a:srgbClr val="707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8"/>
          </a:solidFill>
          <a:ln w="12700">
            <a:solidFill>
              <a:srgbClr val="8547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4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4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76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ضَهِيطَ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5D8"/>
          </a:solidFill>
          <a:ln w="12700">
            <a:solidFill>
              <a:srgbClr val="649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8D1"/>
          </a:solidFill>
          <a:ln w="12700">
            <a:solidFill>
              <a:srgbClr val="479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12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طَهِيظَ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66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66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73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ظَهِيعَ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9"/>
          </a:solidFill>
          <a:ln w="12700">
            <a:solidFill>
              <a:srgbClr val="2B64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8"/>
          </a:solidFill>
          <a:ln w="12700">
            <a:solidFill>
              <a:srgbClr val="3479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597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597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365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عَهِيغَ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97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97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77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غَهِيفَ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5F"/>
          </a:solidFill>
          <a:ln w="12700">
            <a:solidFill>
              <a:srgbClr val="ED5E5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66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66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7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فَهِيقَ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FE0"/>
          </a:solidFill>
          <a:ln w="12700">
            <a:solidFill>
              <a:srgbClr val="52C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9"/>
          </a:solidFill>
          <a:ln w="12700">
            <a:solidFill>
              <a:srgbClr val="DB709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247"/>
          </a:solidFill>
          <a:ln w="12700">
            <a:solidFill>
              <a:srgbClr val="858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39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39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7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قَهِيكَ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2"/>
          </a:solidFill>
          <a:ln w="12700">
            <a:solidFill>
              <a:srgbClr val="D864B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A"/>
          </a:solidFill>
          <a:ln w="12700">
            <a:solidFill>
              <a:srgbClr val="D147B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92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92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98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كَهِيلَ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92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92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13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لَهِيمَ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B64"/>
          </a:solidFill>
          <a:ln w="12700">
            <a:solidFill>
              <a:srgbClr val="2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3479"/>
          </a:solidFill>
          <a:ln w="12700">
            <a:solidFill>
              <a:srgbClr val="5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3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3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801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مَهِينَ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6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93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نَهِيأَ</a:t>
            </a:r>
            <a:endParaRPr lang="ar-SA" sz="5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2ED5E"/>
          </a:solidFill>
          <a:ln w="12700">
            <a:solidFill>
              <a:srgbClr val="8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58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58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أَهِي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52E0"/>
          </a:solidFill>
          <a:ln w="12700">
            <a:solidFill>
              <a:srgbClr val="C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DB70"/>
          </a:solidFill>
          <a:ln w="12700">
            <a:solidFill>
              <a:srgbClr val="B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3"/>
          </a:solidFill>
          <a:ln w="12700">
            <a:solidFill>
              <a:srgbClr val="4785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8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8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992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بَهِي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FD864"/>
          </a:solidFill>
          <a:ln w="12700">
            <a:solidFill>
              <a:srgbClr val="C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547"/>
          </a:solidFill>
          <a:ln w="12700">
            <a:solidFill>
              <a:srgbClr val="D1C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61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تَهِي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6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24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ثَهِي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9"/>
          </a:solidFill>
          <a:ln w="12700">
            <a:solidFill>
              <a:srgbClr val="642B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3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3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615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جَهِي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15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حَهِي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6ED"/>
          </a:solidFill>
          <a:ln w="12700">
            <a:solidFill>
              <a:srgbClr val="5EA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977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خَهِي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B52"/>
          </a:solidFill>
          <a:ln w="12700">
            <a:solidFill>
              <a:srgbClr val="E0A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EDB"/>
          </a:solidFill>
          <a:ln w="12700">
            <a:solidFill>
              <a:srgbClr val="70C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10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10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26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26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دَهِي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5"/>
          </a:solidFill>
          <a:ln w="12700">
            <a:solidFill>
              <a:srgbClr val="64D8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3"/>
          </a:solidFill>
          <a:ln w="12700">
            <a:solidFill>
              <a:srgbClr val="47D1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39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39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ذَهِي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39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39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3765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رَهِي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4"/>
          </a:solidFill>
          <a:ln w="12700">
            <a:solidFill>
              <a:srgbClr val="3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زَهِي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4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4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805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سَهِي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9"/>
          </a:solidFill>
          <a:ln w="12700">
            <a:solidFill>
              <a:srgbClr val="ED5E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9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9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67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شَهِي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7"/>
          </a:solidFill>
          <a:ln w="12700">
            <a:solidFill>
              <a:srgbClr val="52E08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E70DB"/>
          </a:solidFill>
          <a:ln w="12700">
            <a:solidFill>
              <a:srgbClr val="C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819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819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08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صَهِي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64D8"/>
          </a:solidFill>
          <a:ln w="12700">
            <a:solidFill>
              <a:srgbClr val="A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147D1"/>
          </a:solidFill>
          <a:ln w="12700">
            <a:solidFill>
              <a:srgbClr val="8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9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9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59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ضَهِي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42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طَهِي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579"/>
          </a:solidFill>
          <a:ln w="12700">
            <a:solidFill>
              <a:srgbClr val="344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0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42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ظَهِي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1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1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35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عَهِي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D5E"/>
          </a:solidFill>
          <a:ln w="12700">
            <a:solidFill>
              <a:srgbClr val="E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45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45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3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غَهِي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52E0"/>
          </a:solidFill>
          <a:ln w="12700">
            <a:solidFill>
              <a:srgbClr val="6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370"/>
          </a:solidFill>
          <a:ln w="12700">
            <a:solidFill>
              <a:srgbClr val="DBB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8547"/>
          </a:solidFill>
          <a:ln w="12700">
            <a:solidFill>
              <a:srgbClr val="4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71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71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7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فَهِي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B64"/>
          </a:solidFill>
          <a:ln w="12700">
            <a:solidFill>
              <a:srgbClr val="D88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F47"/>
          </a:solidFill>
          <a:ln w="12700">
            <a:solidFill>
              <a:srgbClr val="D15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88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88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7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قَهِي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23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كَهِي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74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74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1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لَهِي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648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مَهِي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A"/>
          </a:solidFill>
          <a:ln w="12700">
            <a:solidFill>
              <a:srgbClr val="5EED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55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261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نَهِي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9"/>
          </a:solidFill>
          <a:ln w="12700">
            <a:solidFill>
              <a:srgbClr val="70DB9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985"/>
          </a:solidFill>
          <a:ln w="12700">
            <a:solidFill>
              <a:srgbClr val="4759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37598" y="896112"/>
            <a:ext cx="17699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E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37598" y="896112"/>
            <a:ext cx="17699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عَالِمٌ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636460" y="896112"/>
            <a:ext cx="17810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E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36460" y="896112"/>
            <a:ext cx="17810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فَقِيهٌ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67394" y="2834640"/>
            <a:ext cx="320921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67394" y="2834640"/>
            <a:ext cx="320921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عَالِمٌ فَقِيهٌ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E"/>
          </a:solidFill>
          <a:ln w="12700">
            <a:solidFill>
              <a:srgbClr val="64D8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3D147"/>
          </a:solidFill>
          <a:ln w="12700">
            <a:solidFill>
              <a:srgbClr val="5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97501" y="896112"/>
            <a:ext cx="210809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97501" y="896112"/>
            <a:ext cx="210809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شَهِيقٌ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338401" y="896112"/>
            <a:ext cx="20390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0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38401" y="896112"/>
            <a:ext cx="20390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وَزَفِيرٌ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79788" y="2834640"/>
            <a:ext cx="37844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79788" y="2834640"/>
            <a:ext cx="37844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شَهِيقٌ وَزَفِيرٌ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020320" y="896112"/>
            <a:ext cx="14813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2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020320" y="896112"/>
            <a:ext cx="14813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هِيَ</a:t>
            </a:r>
            <a:endParaRPr lang="ar-SA" sz="4500" dirty="0"/>
          </a:p>
        </p:txBody>
      </p:sp>
      <p:sp>
        <p:nvSpPr>
          <p:cNvPr id="13" name="C2 W2 pill"/>
          <p:cNvSpPr/>
          <p:nvPr/>
        </p:nvSpPr>
        <p:spPr>
          <a:xfrm>
            <a:off x="2642309" y="896112"/>
            <a:ext cx="20579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42309" y="896112"/>
            <a:ext cx="20579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جَمِيلَةٌ</a:t>
            </a:r>
            <a:endParaRPr lang="ar-SA" sz="45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95631" y="2834640"/>
            <a:ext cx="315273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95631" y="2834640"/>
            <a:ext cx="315273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هِيَ جَمِيلَةٌ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15-ha</dc:title>
  <dc:subject>PptxGenJS Presentation</dc:subject>
  <dc:creator>PptxGenJS</dc:creator>
  <cp:lastModifiedBy>PptxGenJS</cp:lastModifiedBy>
  <cp:revision>1</cp:revision>
  <dcterms:created xsi:type="dcterms:W3CDTF">2026-10-21T19:56:10Z</dcterms:created>
  <dcterms:modified xsi:type="dcterms:W3CDTF">2026-10-21T19:56:10Z</dcterms:modified>
</cp:coreProperties>
</file>