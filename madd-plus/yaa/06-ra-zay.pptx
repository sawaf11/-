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notesMasterIdLst>
    <p:notesMasterId r:id="rId6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1"/>
          </a:solidFill>
          <a:ln w="12700">
            <a:solidFill>
              <a:srgbClr val="5EEDE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2320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6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2320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06413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852"/>
          </a:solidFill>
          <a:ln w="12700">
            <a:solidFill>
              <a:srgbClr val="E05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A"/>
          </a:solidFill>
          <a:ln w="12700">
            <a:solidFill>
              <a:srgbClr val="70DBA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F85"/>
          </a:solidFill>
          <a:ln w="12700">
            <a:solidFill>
              <a:srgbClr val="474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43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43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869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رِيأَ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1"/>
          </a:solidFill>
          <a:ln w="12700">
            <a:solidFill>
              <a:srgbClr val="64D88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3"/>
          </a:solidFill>
          <a:ln w="12700">
            <a:solidFill>
              <a:srgbClr val="47D15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43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43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706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38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38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782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رِيتَ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F2B"/>
          </a:solidFill>
          <a:ln w="12700">
            <a:solidFill>
              <a:srgbClr val="645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7934"/>
          </a:solidFill>
          <a:ln w="12700">
            <a:solidFill>
              <a:srgbClr val="5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57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57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36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رِيثَ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5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5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رِيجَ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E5EED"/>
          </a:solidFill>
          <a:ln w="12700">
            <a:solidFill>
              <a:srgbClr val="B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5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5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رِيحَ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FE052"/>
          </a:solidFill>
          <a:ln w="12700">
            <a:solidFill>
              <a:srgbClr val="6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070DB"/>
          </a:solidFill>
          <a:ln w="12700">
            <a:solidFill>
              <a:srgbClr val="9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E"/>
          </a:solidFill>
          <a:ln w="12700">
            <a:solidFill>
              <a:srgbClr val="8547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819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819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4D8"/>
          </a:solidFill>
          <a:ln w="12700">
            <a:solidFill>
              <a:srgbClr val="6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ED1"/>
          </a:solidFill>
          <a:ln w="12700">
            <a:solidFill>
              <a:srgbClr val="475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5765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5765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12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12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12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رِيدَ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101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101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0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رِيذَ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1"/>
          </a:solidFill>
          <a:ln w="12700">
            <a:solidFill>
              <a:srgbClr val="2B64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E79"/>
          </a:solidFill>
          <a:ln w="12700">
            <a:solidFill>
              <a:srgbClr val="346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365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365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70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أَرِيبَ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365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365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011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بَرِيتَ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A5E"/>
          </a:solidFill>
          <a:ln w="12700">
            <a:solidFill>
              <a:srgbClr val="ED9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46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46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472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تَرِيثَ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3E0"/>
          </a:solidFill>
          <a:ln w="12700">
            <a:solidFill>
              <a:srgbClr val="529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570"/>
          </a:solidFill>
          <a:ln w="12700">
            <a:solidFill>
              <a:srgbClr val="DB7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8547"/>
          </a:solidFill>
          <a:ln w="12700">
            <a:solidFill>
              <a:srgbClr val="6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46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46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ثَرِيجَ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1"/>
          </a:solidFill>
          <a:ln w="12700">
            <a:solidFill>
              <a:srgbClr val="D8648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1"/>
          </a:solidFill>
          <a:ln w="12700">
            <a:solidFill>
              <a:srgbClr val="D1478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46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46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489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جَرِيحَ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700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700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حَرِيخَ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2B64"/>
          </a:solidFill>
          <a:ln w="12700">
            <a:solidFill>
              <a:srgbClr val="4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3479"/>
          </a:solidFill>
          <a:ln w="12700">
            <a:solidFill>
              <a:srgbClr val="7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700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700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203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خَرِيدَ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078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078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11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دَرِيذَ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6"/>
          </a:solidFill>
          <a:ln w="12700">
            <a:solidFill>
              <a:srgbClr val="5EED7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365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365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731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ذَرِيأَ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6"/>
          </a:solidFill>
          <a:ln w="12700">
            <a:solidFill>
              <a:srgbClr val="E052B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6DB70"/>
          </a:solidFill>
          <a:ln w="12700">
            <a:solidFill>
              <a:srgbClr val="8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D85"/>
          </a:solidFill>
          <a:ln w="12700">
            <a:solidFill>
              <a:srgbClr val="477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43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43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أَرِي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ED864"/>
          </a:solidFill>
          <a:ln w="12700">
            <a:solidFill>
              <a:srgbClr val="9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D147"/>
          </a:solidFill>
          <a:ln w="12700">
            <a:solidFill>
              <a:srgbClr val="A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43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43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بَرِي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38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38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52B"/>
          </a:solidFill>
          <a:ln w="12700">
            <a:solidFill>
              <a:srgbClr val="643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234"/>
          </a:solidFill>
          <a:ln w="12700">
            <a:solidFill>
              <a:srgbClr val="796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57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57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ثَرِي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5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5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739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جَرِي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AED"/>
          </a:solidFill>
          <a:ln w="12700">
            <a:solidFill>
              <a:srgbClr val="5E6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5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5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739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حَرِي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AE052"/>
          </a:solidFill>
          <a:ln w="12700">
            <a:solidFill>
              <a:srgbClr val="D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1DB"/>
          </a:solidFill>
          <a:ln w="12700">
            <a:solidFill>
              <a:srgbClr val="70A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4785"/>
          </a:solidFill>
          <a:ln w="12700">
            <a:solidFill>
              <a:srgbClr val="7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819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819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خَرِي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BD8"/>
          </a:solidFill>
          <a:ln w="12700">
            <a:solidFill>
              <a:srgbClr val="64B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5D1"/>
          </a:solidFill>
          <a:ln w="12700">
            <a:solidFill>
              <a:srgbClr val="47C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12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12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5765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5765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دَرِي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101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101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ذَرِي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642B"/>
          </a:solidFill>
          <a:ln w="12700">
            <a:solidFill>
              <a:srgbClr val="2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1"/>
          </a:solidFill>
          <a:ln w="12700">
            <a:solidFill>
              <a:srgbClr val="34795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41254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2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41254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8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17127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</a:t>
            </a:r>
            <a:endParaRPr lang="ar-SA" sz="10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169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169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869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زِيأَ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D"/>
          </a:solidFill>
          <a:ln w="12700">
            <a:solidFill>
              <a:srgbClr val="ED5E8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169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169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706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زِيبَ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3"/>
          </a:solidFill>
          <a:ln w="12700">
            <a:solidFill>
              <a:srgbClr val="52E0C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C"/>
          </a:solidFill>
          <a:ln w="12700">
            <a:solidFill>
              <a:srgbClr val="DB70B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E47"/>
          </a:solidFill>
          <a:ln w="12700">
            <a:solidFill>
              <a:srgbClr val="856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135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135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782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زِيتَ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8"/>
          </a:solidFill>
          <a:ln w="12700">
            <a:solidFill>
              <a:srgbClr val="D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B47D1"/>
          </a:solidFill>
          <a:ln w="12700">
            <a:solidFill>
              <a:srgbClr val="B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272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272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36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زِيثَ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23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23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زِيجَ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E64"/>
          </a:solidFill>
          <a:ln w="12700">
            <a:solidFill>
              <a:srgbClr val="2B3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3479"/>
          </a:solidFill>
          <a:ln w="12700">
            <a:solidFill>
              <a:srgbClr val="4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23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23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زِيحَ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زِيخَ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1ED5E"/>
          </a:solidFill>
          <a:ln w="12700">
            <a:solidFill>
              <a:srgbClr val="B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033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033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6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6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512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زِيدَ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052E0"/>
          </a:solidFill>
          <a:ln w="12700">
            <a:solidFill>
              <a:srgbClr val="A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6DB70"/>
          </a:solidFill>
          <a:ln w="12700">
            <a:solidFill>
              <a:srgbClr val="D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F"/>
          </a:solidFill>
          <a:ln w="12700">
            <a:solidFill>
              <a:srgbClr val="4785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033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033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73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73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0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زِيذَ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C64"/>
          </a:solidFill>
          <a:ln w="12700">
            <a:solidFill>
              <a:srgbClr val="D8B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847"/>
          </a:solidFill>
          <a:ln w="12700">
            <a:solidFill>
              <a:srgbClr val="D19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033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033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9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9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767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زِيرَ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00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00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570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أَزِيبَ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C"/>
          </a:solidFill>
          <a:ln w="12700">
            <a:solidFill>
              <a:srgbClr val="642B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9"/>
          </a:solidFill>
          <a:ln w="12700">
            <a:solidFill>
              <a:srgbClr val="7934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00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00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011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بَزِيتَ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070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070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472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تَزِيثَ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5ED"/>
          </a:solidFill>
          <a:ln w="12700">
            <a:solidFill>
              <a:srgbClr val="5ED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070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070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ثَزِيجَ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C52"/>
          </a:solidFill>
          <a:ln w="12700">
            <a:solidFill>
              <a:srgbClr val="E07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6"/>
          </a:solidFill>
          <a:ln w="12700">
            <a:solidFill>
              <a:srgbClr val="70DBC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4785"/>
          </a:solidFill>
          <a:ln w="12700">
            <a:solidFill>
              <a:srgbClr val="4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070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070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5489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جَزِيحَ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F"/>
          </a:solidFill>
          <a:ln w="12700">
            <a:solidFill>
              <a:srgbClr val="64D89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6"/>
          </a:solidFill>
          <a:ln w="12700">
            <a:solidFill>
              <a:srgbClr val="47D17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40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40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حَزِيخَ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240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240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203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خَزِيدَ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642B"/>
          </a:solidFill>
          <a:ln w="12700">
            <a:solidFill>
              <a:srgbClr val="5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7934"/>
          </a:solidFill>
          <a:ln w="12700">
            <a:solidFill>
              <a:srgbClr val="4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6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6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866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866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238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238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711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دَزِيذَ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238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238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66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66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2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2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11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ذَزِيرَ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25EED"/>
          </a:solidFill>
          <a:ln w="12700">
            <a:solidFill>
              <a:srgbClr val="E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00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00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731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رَزِيأَ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8"/>
          </a:solidFill>
          <a:ln w="12700">
            <a:solidFill>
              <a:srgbClr val="52E05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B70DB"/>
          </a:solidFill>
          <a:ln w="12700">
            <a:solidFill>
              <a:srgbClr val="A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F"/>
          </a:solidFill>
          <a:ln w="12700">
            <a:solidFill>
              <a:srgbClr val="8547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169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169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أَزِي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264D8"/>
          </a:solidFill>
          <a:ln w="12700">
            <a:solidFill>
              <a:srgbClr val="8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447D1"/>
          </a:solidFill>
          <a:ln w="12700">
            <a:solidFill>
              <a:srgbClr val="5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169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169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بَزِي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135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135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0"/>
          </a:solidFill>
          <a:ln w="12700">
            <a:solidFill>
              <a:srgbClr val="2B64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C79"/>
          </a:solidFill>
          <a:ln w="12700">
            <a:solidFill>
              <a:srgbClr val="345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272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272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ثَزِي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23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23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739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جَزِي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F5E"/>
          </a:solidFill>
          <a:ln w="12700">
            <a:solidFill>
              <a:srgbClr val="EDB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23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23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739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حَزِي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EE0"/>
          </a:solidFill>
          <a:ln w="12700">
            <a:solidFill>
              <a:srgbClr val="526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070"/>
          </a:solidFill>
          <a:ln w="12700">
            <a:solidFill>
              <a:srgbClr val="DB9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8547"/>
          </a:solidFill>
          <a:ln w="12700">
            <a:solidFill>
              <a:srgbClr val="5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خَزِي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564"/>
          </a:solidFill>
          <a:ln w="12700">
            <a:solidFill>
              <a:srgbClr val="D86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D"/>
          </a:solidFill>
          <a:ln w="12700">
            <a:solidFill>
              <a:srgbClr val="D1475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6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6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033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033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دَزِي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73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73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033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033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ذَزِي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2B64"/>
          </a:solidFill>
          <a:ln w="12700">
            <a:solidFill>
              <a:srgbClr val="5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D"/>
          </a:solidFill>
          <a:ln w="12700">
            <a:solidFill>
              <a:srgbClr val="79346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9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9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033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033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3607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رَزِي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13158" y="896112"/>
            <a:ext cx="18916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B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13158" y="896112"/>
            <a:ext cx="18916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رِيشٌ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39199" y="896112"/>
            <a:ext cx="205391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B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39199" y="896112"/>
            <a:ext cx="205391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جَمِيلٌ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72830" y="2834640"/>
            <a:ext cx="359834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72830" y="2834640"/>
            <a:ext cx="359834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رِيشٌ جَمِيلٌ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B"/>
          </a:solidFill>
          <a:ln w="12700">
            <a:solidFill>
              <a:srgbClr val="5EED9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558147" y="896112"/>
            <a:ext cx="21431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9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558147" y="896112"/>
            <a:ext cx="21431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مِيزَانٌ</a:t>
            </a:r>
            <a:endParaRPr lang="ar-SA" sz="4800" dirty="0"/>
          </a:p>
        </p:txBody>
      </p:sp>
      <p:sp>
        <p:nvSpPr>
          <p:cNvPr id="20" name="C2 W2 pill"/>
          <p:cNvSpPr/>
          <p:nvPr/>
        </p:nvSpPr>
        <p:spPr>
          <a:xfrm>
            <a:off x="2442668" y="896112"/>
            <a:ext cx="17954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9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42668" y="896112"/>
            <a:ext cx="17954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كَبِيرٌ</a:t>
            </a:r>
            <a:endParaRPr lang="ar-SA" sz="48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96558" y="2834640"/>
            <a:ext cx="355088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96558" y="2834640"/>
            <a:ext cx="355088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مِيزَانٌ كَبِيرٌ</a:t>
            </a:r>
            <a:endParaRPr lang="ar-SA" sz="4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2"/>
          </a:solidFill>
          <a:ln w="12700">
            <a:solidFill>
              <a:srgbClr val="E0529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6"/>
          </a:solidFill>
          <a:ln w="12700">
            <a:solidFill>
              <a:srgbClr val="70DB7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D85"/>
          </a:solidFill>
          <a:ln w="12700">
            <a:solidFill>
              <a:srgbClr val="476D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48623" y="896112"/>
            <a:ext cx="151810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7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48623" y="896112"/>
            <a:ext cx="151810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رِيحٌ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77268" y="896112"/>
            <a:ext cx="21513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7E2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77268" y="896112"/>
            <a:ext cx="21513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وَمَطَرٌ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87477" y="2834640"/>
            <a:ext cx="33690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87477" y="2834640"/>
            <a:ext cx="33690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رِيحٌ وَمَطَرٌ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62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06-ra-zay</dc:title>
  <dc:subject>PptxGenJS Presentation</dc:subject>
  <dc:creator>PptxGenJS</dc:creator>
  <cp:lastModifiedBy>PptxGenJS</cp:lastModifiedBy>
  <cp:revision>1</cp:revision>
  <dcterms:created xsi:type="dcterms:W3CDTF">2026-10-21T18:02:17Z</dcterms:created>
  <dcterms:modified xsi:type="dcterms:W3CDTF">2026-10-21T18:02:17Z</dcterms:modified>
</cp:coreProperties>
</file>