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2320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2320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0641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852"/>
          </a:solidFill>
          <a:ln w="12700">
            <a:solidFill>
              <a:srgbClr val="E05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69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رِيأَ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06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8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6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رِيثَ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5EED"/>
          </a:solidFill>
          <a:ln w="12700">
            <a:solidFill>
              <a:srgbClr val="B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FE052"/>
          </a:solidFill>
          <a:ln w="12700">
            <a:solidFill>
              <a:srgbClr val="6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70DB"/>
          </a:solidFill>
          <a:ln w="12700">
            <a:solidFill>
              <a:srgbClr val="9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ED1"/>
          </a:solidFill>
          <a:ln w="12700">
            <a:solidFill>
              <a:srgbClr val="475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1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رِيدَ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0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رِيذَ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70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أَرِيبَ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1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بَرِيتَ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7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تَرِيثَ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570"/>
          </a:solidFill>
          <a:ln w="12700">
            <a:solidFill>
              <a:srgbClr val="DB7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ثَرِيجَ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6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جَرِيحَ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حَرِيخَ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00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203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خَرِيدَ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78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78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دَرِيذَ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365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31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ذَرِيأَ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6"/>
          </a:solidFill>
          <a:ln w="12700">
            <a:solidFill>
              <a:srgbClr val="E052B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3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38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7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9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5D1"/>
          </a:solidFill>
          <a:ln w="12700">
            <a:solidFill>
              <a:srgbClr val="47C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1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5765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01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125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2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4125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8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1712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</a:t>
            </a:r>
            <a:endParaRPr lang="ar-SA" sz="10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69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زِيأَ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D"/>
          </a:solidFill>
          <a:ln w="12700">
            <a:solidFill>
              <a:srgbClr val="ED5E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06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زِيبَ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8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زِيتَ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47D1"/>
          </a:solidFill>
          <a:ln w="12700">
            <a:solidFill>
              <a:srgbClr val="B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6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زِيثَ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زِيجَ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زِيحَ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1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زِيدَ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52E0"/>
          </a:solidFill>
          <a:ln w="12700">
            <a:solidFill>
              <a:srgbClr val="A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DB70"/>
          </a:solidFill>
          <a:ln w="12700">
            <a:solidFill>
              <a:srgbClr val="D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0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زِيذَ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C64"/>
          </a:solidFill>
          <a:ln w="12700">
            <a:solidFill>
              <a:srgbClr val="D8B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67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زِيرَ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70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أَزِيبَ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01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بَزِيتَ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7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تَزِيثَ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ثَزِيجَ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6"/>
          </a:solidFill>
          <a:ln w="12700">
            <a:solidFill>
              <a:srgbClr val="70DB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070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جَزِيحَ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F"/>
          </a:solidFill>
          <a:ln w="12700">
            <a:solidFill>
              <a:srgbClr val="64D8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حَزِيخَ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4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203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خَزِيدَ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1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دَزِيذَ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66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1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ذَزِيرَ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5EED"/>
          </a:solidFill>
          <a:ln w="12700">
            <a:solidFill>
              <a:srgbClr val="E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00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31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رَزِيأَ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70DB"/>
          </a:solidFill>
          <a:ln w="12700">
            <a:solidFill>
              <a:srgbClr val="A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64D8"/>
          </a:solidFill>
          <a:ln w="12700">
            <a:solidFill>
              <a:srgbClr val="8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47D1"/>
          </a:solidFill>
          <a:ln w="12700">
            <a:solidFill>
              <a:srgbClr val="5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69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135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27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جَزِي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F5E"/>
          </a:solidFill>
          <a:ln w="12700">
            <a:solidFill>
              <a:srgbClr val="EDB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23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739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EE0"/>
          </a:solidFill>
          <a:ln w="12700">
            <a:solidFill>
              <a:srgbClr val="526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D"/>
          </a:solidFill>
          <a:ln w="12700">
            <a:solidFill>
              <a:srgbClr val="D147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33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رَزِي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3158" y="896112"/>
            <a:ext cx="1891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B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3158" y="896112"/>
            <a:ext cx="1891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رِيشٌ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39199" y="896112"/>
            <a:ext cx="20539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9199" y="896112"/>
            <a:ext cx="20539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2830" y="2834640"/>
            <a:ext cx="35983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2830" y="2834640"/>
            <a:ext cx="35983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رِيشٌ جَمِيلٌ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58147" y="896112"/>
            <a:ext cx="21431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9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58147" y="896112"/>
            <a:ext cx="21431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442668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42668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96558" y="2834640"/>
            <a:ext cx="355088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96558" y="2834640"/>
            <a:ext cx="355088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 كَبِيرٌ</a:t>
            </a:r>
            <a:endParaRPr lang="ar-SA" sz="4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6"/>
          </a:solidFill>
          <a:ln w="12700">
            <a:solidFill>
              <a:srgbClr val="70DB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48623" y="896112"/>
            <a:ext cx="15181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7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48623" y="896112"/>
            <a:ext cx="15181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7268" y="896112"/>
            <a:ext cx="21513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7268" y="896112"/>
            <a:ext cx="21513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وَمَطَرٌ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7477" y="2834640"/>
            <a:ext cx="3369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7477" y="2834640"/>
            <a:ext cx="3369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رِيحٌ وَمَطَرٌ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06-ra-zay</dc:title>
  <dc:subject>PptxGenJS Presentation</dc:subject>
  <dc:creator>PptxGenJS</dc:creator>
  <cp:lastModifiedBy>PptxGenJS</cp:lastModifiedBy>
  <cp:revision>1</cp:revision>
  <dcterms:created xsi:type="dcterms:W3CDTF">2026-10-21T17:58:00Z</dcterms:created>
  <dcterms:modified xsi:type="dcterms:W3CDTF">2026-10-21T17:58:00Z</dcterms:modified>
</cp:coreProperties>
</file>