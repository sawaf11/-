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رِيأَ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5EED"/>
          </a:solidFill>
          <a:ln w="12700">
            <a:solidFill>
              <a:srgbClr val="B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E052"/>
          </a:solidFill>
          <a:ln w="12700">
            <a:solidFill>
              <a:srgbClr val="6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رِيدَ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أَرِيبَ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جَرِيحَ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6"/>
          </a:solidFill>
          <a:ln w="12700">
            <a:solidFill>
              <a:srgbClr val="E052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71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زِيأَ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D"/>
          </a:solidFill>
          <a:ln w="12700">
            <a:solidFill>
              <a:srgbClr val="ED5E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زِيبَ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زِيتَ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47D1"/>
          </a:solidFill>
          <a:ln w="12700">
            <a:solidFill>
              <a:srgbClr val="B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زِيثَ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زِيجَ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زِيحَ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زِيدَ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52E0"/>
          </a:solidFill>
          <a:ln w="12700">
            <a:solidFill>
              <a:srgbClr val="A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67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أَزِيبَ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بَزِيتَ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6"/>
          </a:solidFill>
          <a:ln w="12700">
            <a:solidFill>
              <a:srgbClr val="70DB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جَزِيحَ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3158" y="896112"/>
            <a:ext cx="1891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3158" y="896112"/>
            <a:ext cx="1891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39199" y="896112"/>
            <a:ext cx="2053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9199" y="896112"/>
            <a:ext cx="2053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2830" y="2834640"/>
            <a:ext cx="3598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2830" y="2834640"/>
            <a:ext cx="3598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 جَمِيلٌ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58147" y="896112"/>
            <a:ext cx="2143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9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58147" y="896112"/>
            <a:ext cx="2143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442668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2668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6558" y="2834640"/>
            <a:ext cx="35508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6558" y="2834640"/>
            <a:ext cx="35508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كَبِيرٌ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623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623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7268" y="896112"/>
            <a:ext cx="21513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7268" y="896112"/>
            <a:ext cx="21513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وَمَطَرٌ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477" y="2834640"/>
            <a:ext cx="3369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477" y="2834640"/>
            <a:ext cx="3369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وَمَطَرٌ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06-ra-zay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