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285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285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8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222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9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1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6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مِيكَ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3"/>
          </a:solidFill>
          <a:ln w="12700">
            <a:solidFill>
              <a:srgbClr val="D864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بَمِيتَ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تَمِيثَ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ثَمِيجَ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673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جَمِيحَ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9"/>
          </a:solidFill>
          <a:ln w="12700">
            <a:solidFill>
              <a:srgbClr val="E052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حَمِيخَ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D864"/>
          </a:solidFill>
          <a:ln w="12700">
            <a:solidFill>
              <a:srgbClr val="A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5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خَمِيدَ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دَمِيذَ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ذَمِيرَ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رَمِيزَ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زَمِيسَ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3DB"/>
          </a:solidFill>
          <a:ln w="12700">
            <a:solidFill>
              <a:srgbClr val="70A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سَمِيشَ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DD8"/>
          </a:solidFill>
          <a:ln w="12700">
            <a:solidFill>
              <a:srgbClr val="64B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شَمِيصَ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صَمِيضَ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29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ضَمِيطَ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2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طَمِيظَ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0"/>
          </a:solidFill>
          <a:ln w="12700">
            <a:solidFill>
              <a:srgbClr val="ED5E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ظَمِيعَ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عَمِيغَ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غَمِيفَ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2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فَمِيقَ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39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39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6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قَمِيكَ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كَمِيلَ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لَمِيأَ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52E0"/>
          </a:solidFill>
          <a:ln w="12700">
            <a:solidFill>
              <a:srgbClr val="9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34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34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حَمِي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دَمِي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65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رَمِي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زَمِي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شَمِي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2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صَمِي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6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طَمِي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C5E"/>
          </a:solidFill>
          <a:ln w="12700">
            <a:solidFill>
              <a:srgbClr val="EDB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عَمِي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فَمِي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قَمِي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لَمِي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57362" y="896112"/>
            <a:ext cx="23150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57362" y="896112"/>
            <a:ext cx="23150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71567" y="896112"/>
            <a:ext cx="21657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1567" y="896112"/>
            <a:ext cx="21657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دَقِيقٌ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9397" y="2834640"/>
            <a:ext cx="41052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9397" y="2834640"/>
            <a:ext cx="41052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 دَقِيقٌ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331" y="896112"/>
            <a:ext cx="194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331" y="896112"/>
            <a:ext cx="194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95098" y="896112"/>
            <a:ext cx="1887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95098" y="896112"/>
            <a:ext cx="1887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9436" y="2834640"/>
            <a:ext cx="34851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9436" y="2834640"/>
            <a:ext cx="34851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رَحِيمٌ كَرِيمٌ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3189" y="896112"/>
            <a:ext cx="18999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3189" y="896112"/>
            <a:ext cx="18999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يَمِينٌ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260891" y="896112"/>
            <a:ext cx="24022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0891" y="896112"/>
            <a:ext cx="24022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وَشِمَالٌ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5197" y="2834640"/>
            <a:ext cx="39736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5197" y="2834640"/>
            <a:ext cx="39736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يَمِينٌ وَشِمَالٌ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14-meem</dc:title>
  <dc:subject>PptxGenJS Presentation</dc:subject>
  <dc:creator>PptxGenJS</dc:creator>
  <cp:lastModifiedBy>PptxGenJS</cp:lastModifiedBy>
  <cp:revision>1</cp:revision>
  <dcterms:created xsi:type="dcterms:W3CDTF">2026-10-21T19:56:10Z</dcterms:created>
  <dcterms:modified xsi:type="dcterms:W3CDTF">2026-10-21T19:56:10Z</dcterms:modified>
</cp:coreProperties>
</file>