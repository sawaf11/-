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64D8"/>
          </a:solidFill>
          <a:ln w="12700">
            <a:solidFill>
              <a:srgbClr val="B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547D1"/>
          </a:solidFill>
          <a:ln w="12700">
            <a:solidFill>
              <a:srgbClr val="9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2859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6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2859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8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0222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47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47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B79"/>
          </a:solidFill>
          <a:ln w="12700">
            <a:solidFill>
              <a:srgbClr val="343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47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47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892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مِيبَ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4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4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2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مِيتَ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ED5E"/>
          </a:solidFill>
          <a:ln w="12700">
            <a:solidFill>
              <a:srgbClr val="D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614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614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9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مِيثَ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952E0"/>
          </a:solidFill>
          <a:ln w="12700">
            <a:solidFill>
              <a:srgbClr val="7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370"/>
          </a:solidFill>
          <a:ln w="12700">
            <a:solidFill>
              <a:srgbClr val="DBC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567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567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مِيجَ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C64"/>
          </a:solidFill>
          <a:ln w="12700">
            <a:solidFill>
              <a:srgbClr val="D89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347"/>
          </a:solidFill>
          <a:ln w="12700">
            <a:solidFill>
              <a:srgbClr val="D17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567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567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مِيحَ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850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850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مِيذَ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F"/>
          </a:solidFill>
          <a:ln w="12700">
            <a:solidFill>
              <a:srgbClr val="5EEDD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90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552"/>
          </a:solidFill>
          <a:ln w="12700">
            <a:solidFill>
              <a:srgbClr val="E05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9"/>
          </a:solidFill>
          <a:ln w="12700">
            <a:solidFill>
              <a:srgbClr val="70DB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F"/>
          </a:solidFill>
          <a:ln w="12700">
            <a:solidFill>
              <a:srgbClr val="64D87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1"/>
          </a:solidFill>
          <a:ln w="12700">
            <a:solidFill>
              <a:srgbClr val="47D1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5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5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811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مِيسَ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03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03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مِيشَ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89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89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6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مِيصَ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3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03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92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مِيضَ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B5EED"/>
          </a:solidFill>
          <a:ln w="12700">
            <a:solidFill>
              <a:srgbClr val="B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مِيطَ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1E052"/>
          </a:solidFill>
          <a:ln w="12700">
            <a:solidFill>
              <a:srgbClr val="7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70DB"/>
          </a:solidFill>
          <a:ln w="12700">
            <a:solidFill>
              <a:srgbClr val="8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مِيظَ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6D8"/>
          </a:solidFill>
          <a:ln w="12700">
            <a:solidFill>
              <a:srgbClr val="646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0D1"/>
          </a:solidFill>
          <a:ln w="12700">
            <a:solidFill>
              <a:srgbClr val="476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0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0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55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مِيعَ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9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9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مِيغَ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70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70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3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مِيفَ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662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662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9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مِيقَ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85E"/>
          </a:solidFill>
          <a:ln w="12700">
            <a:solidFill>
              <a:srgbClr val="ED9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4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4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42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مِيكَ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5E0"/>
          </a:solidFill>
          <a:ln w="12700">
            <a:solidFill>
              <a:srgbClr val="529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370"/>
          </a:solidFill>
          <a:ln w="12700">
            <a:solidFill>
              <a:srgbClr val="DB7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75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75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6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3"/>
          </a:solidFill>
          <a:ln w="12700">
            <a:solidFill>
              <a:srgbClr val="D8648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3"/>
          </a:solidFill>
          <a:ln w="12700">
            <a:solidFill>
              <a:srgbClr val="D1478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397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397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3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أَمِيبَ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397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397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17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بَمِيتَ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2B64"/>
          </a:solidFill>
          <a:ln w="12700">
            <a:solidFill>
              <a:srgbClr val="4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3479"/>
          </a:solidFill>
          <a:ln w="12700">
            <a:solidFill>
              <a:srgbClr val="7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49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49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5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تَمِيثَ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9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9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ثَمِيجَ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4"/>
          </a:solidFill>
          <a:ln w="12700">
            <a:solidFill>
              <a:srgbClr val="5EED7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49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49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5673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جَمِيحَ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9"/>
          </a:solidFill>
          <a:ln w="12700">
            <a:solidFill>
              <a:srgbClr val="E052B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8DB70"/>
          </a:solidFill>
          <a:ln w="12700">
            <a:solidFill>
              <a:srgbClr val="8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E85"/>
          </a:solidFill>
          <a:ln w="12700">
            <a:solidFill>
              <a:srgbClr val="477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728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728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حَمِيخَ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0D864"/>
          </a:solidFill>
          <a:ln w="12700">
            <a:solidFill>
              <a:srgbClr val="A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5D147"/>
          </a:solidFill>
          <a:ln w="12700">
            <a:solidFill>
              <a:srgbClr val="A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728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728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85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خَمِيدَ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11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11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5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دَمِيذَ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134"/>
          </a:solidFill>
          <a:ln w="12700">
            <a:solidFill>
              <a:srgbClr val="796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11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11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ذَمِيرَ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397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397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10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رَمِيزَ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CED"/>
          </a:solidFill>
          <a:ln w="12700">
            <a:solidFill>
              <a:srgbClr val="5E6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3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3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44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زَمِيسَ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CE052"/>
          </a:solidFill>
          <a:ln w="12700">
            <a:solidFill>
              <a:srgbClr val="D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3DB"/>
          </a:solidFill>
          <a:ln w="12700">
            <a:solidFill>
              <a:srgbClr val="70A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4785"/>
          </a:solidFill>
          <a:ln w="12700">
            <a:solidFill>
              <a:srgbClr val="7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86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86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سَمِيشَ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DD8"/>
          </a:solidFill>
          <a:ln w="12700">
            <a:solidFill>
              <a:srgbClr val="64B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7D1"/>
          </a:solidFill>
          <a:ln w="12700">
            <a:solidFill>
              <a:srgbClr val="47C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6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6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74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شَمِيصَ</a:t>
            </a:r>
            <a:endParaRPr lang="ar-SA" sz="4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88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صَمِيضَ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0"/>
          </a:solidFill>
          <a:ln w="12700">
            <a:solidFill>
              <a:srgbClr val="3479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29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ضَمِيطَ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397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397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32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طَمِيظَ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0"/>
          </a:solidFill>
          <a:ln w="12700">
            <a:solidFill>
              <a:srgbClr val="ED5E9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586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586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ظَمِيعَ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1"/>
          </a:solidFill>
          <a:ln w="12700">
            <a:solidFill>
              <a:srgbClr val="52E0C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D"/>
          </a:solidFill>
          <a:ln w="12700">
            <a:solidFill>
              <a:srgbClr val="DB70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D47"/>
          </a:solidFill>
          <a:ln w="12700">
            <a:solidFill>
              <a:srgbClr val="856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82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82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عَمِيغَ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64D8"/>
          </a:solidFill>
          <a:ln w="12700">
            <a:solidFill>
              <a:srgbClr val="D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47D1"/>
          </a:solidFill>
          <a:ln w="12700">
            <a:solidFill>
              <a:srgbClr val="B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2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2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72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غَمِيفَ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586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586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52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فَمِيقَ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3479"/>
          </a:solidFill>
          <a:ln w="12700">
            <a:solidFill>
              <a:srgbClr val="3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539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539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616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قَمِيكَ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3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3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49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كَمِيلَ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3ED5E"/>
          </a:solidFill>
          <a:ln w="12700">
            <a:solidFill>
              <a:srgbClr val="B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3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3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45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لَمِيأَ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D52E0"/>
          </a:solidFill>
          <a:ln w="12700">
            <a:solidFill>
              <a:srgbClr val="9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DB70"/>
          </a:solidFill>
          <a:ln w="12700">
            <a:solidFill>
              <a:srgbClr val="D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47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47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أَمِي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A64"/>
          </a:solidFill>
          <a:ln w="12700">
            <a:solidFill>
              <a:srgbClr val="D8B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647"/>
          </a:solidFill>
          <a:ln w="12700">
            <a:solidFill>
              <a:srgbClr val="D19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47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47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بَمِي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4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4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تَمِي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614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614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ثَمِي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567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567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834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7ED"/>
          </a:solidFill>
          <a:ln w="12700">
            <a:solidFill>
              <a:srgbClr val="5ED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567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567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834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حَمِي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A52"/>
          </a:solidFill>
          <a:ln w="12700">
            <a:solidFill>
              <a:srgbClr val="E07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4"/>
          </a:solidFill>
          <a:ln w="12700">
            <a:solidFill>
              <a:srgbClr val="70DBC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4785"/>
          </a:solidFill>
          <a:ln w="12700">
            <a:solidFill>
              <a:srgbClr val="4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50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50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خَمِي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D"/>
          </a:solidFill>
          <a:ln w="12700">
            <a:solidFill>
              <a:srgbClr val="64D8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4"/>
          </a:solidFill>
          <a:ln w="12700">
            <a:solidFill>
              <a:srgbClr val="47D1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دَمِي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ذَمِي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14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765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رَمِي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زَمِي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5EED"/>
          </a:solidFill>
          <a:ln w="12700">
            <a:solidFill>
              <a:srgbClr val="E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75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75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02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سَمِي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6"/>
          </a:solidFill>
          <a:ln w="12700">
            <a:solidFill>
              <a:srgbClr val="52E0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70DB"/>
          </a:solidFill>
          <a:ln w="12700">
            <a:solidFill>
              <a:srgbClr val="A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03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03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شَمِي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64D8"/>
          </a:solidFill>
          <a:ln w="12700">
            <a:solidFill>
              <a:srgbClr val="8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47D1"/>
          </a:solidFill>
          <a:ln w="12700">
            <a:solidFill>
              <a:srgbClr val="5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9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9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2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صَمِي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03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03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16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ضَمِي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طَمِي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52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ظَمِي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C5E"/>
          </a:solidFill>
          <a:ln w="12700">
            <a:solidFill>
              <a:srgbClr val="EDB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70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70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26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عَمِي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0E0"/>
          </a:solidFill>
          <a:ln w="12700">
            <a:solidFill>
              <a:srgbClr val="527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F70"/>
          </a:solidFill>
          <a:ln w="12700">
            <a:solidFill>
              <a:srgbClr val="DB8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9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9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غَمِي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5"/>
          </a:solidFill>
          <a:ln w="12700">
            <a:solidFill>
              <a:srgbClr val="D864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F"/>
          </a:solidFill>
          <a:ln w="12700">
            <a:solidFill>
              <a:srgbClr val="D147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0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0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فَمِي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662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662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قَمِي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E"/>
          </a:solidFill>
          <a:ln w="12700">
            <a:solidFill>
              <a:srgbClr val="7934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4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4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5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كَمِي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5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5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لَمِي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9"/>
          </a:solidFill>
          <a:ln w="12700">
            <a:solidFill>
              <a:srgbClr val="5EED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57362" y="896112"/>
            <a:ext cx="23150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C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57362" y="896112"/>
            <a:ext cx="23150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مِيزَانٌ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171567" y="896112"/>
            <a:ext cx="21657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C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171567" y="896112"/>
            <a:ext cx="21657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دَقِيقٌ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19397" y="2834640"/>
            <a:ext cx="41052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19397" y="2834640"/>
            <a:ext cx="41052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مِيزَانٌ دَقِيقٌ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4"/>
          </a:solidFill>
          <a:ln w="12700">
            <a:solidFill>
              <a:srgbClr val="E052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4"/>
          </a:solidFill>
          <a:ln w="12700">
            <a:solidFill>
              <a:srgbClr val="70DB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02331" y="896112"/>
            <a:ext cx="19465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A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02331" y="896112"/>
            <a:ext cx="19465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رَحِيمٌ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95098" y="896112"/>
            <a:ext cx="18871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95098" y="896112"/>
            <a:ext cx="18871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كَرِيمٌ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29436" y="2834640"/>
            <a:ext cx="34851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29436" y="2834640"/>
            <a:ext cx="34851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رَحِيمٌ كَرِيمٌ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D864"/>
          </a:solidFill>
          <a:ln w="12700">
            <a:solidFill>
              <a:srgbClr val="8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D147"/>
          </a:solidFill>
          <a:ln w="12700">
            <a:solidFill>
              <a:srgbClr val="8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83189" y="896112"/>
            <a:ext cx="18999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7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83189" y="896112"/>
            <a:ext cx="18999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يَمِينٌ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260891" y="896112"/>
            <a:ext cx="24022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7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60891" y="896112"/>
            <a:ext cx="24022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وَشِمَالٌ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85197" y="2834640"/>
            <a:ext cx="397360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85197" y="2834640"/>
            <a:ext cx="397360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يَمِينٌ وَشِمَالٌ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14-meem</dc:title>
  <dc:subject>PptxGenJS Presentation</dc:subject>
  <dc:creator>PptxGenJS</dc:creator>
  <cp:lastModifiedBy>PptxGenJS</cp:lastModifiedBy>
  <cp:revision>1</cp:revision>
  <dcterms:created xsi:type="dcterms:W3CDTF">2026-10-21T19:56:10Z</dcterms:created>
  <dcterms:modified xsi:type="dcterms:W3CDTF">2026-10-21T19:56:10Z</dcterms:modified>
</cp:coreProperties>
</file>