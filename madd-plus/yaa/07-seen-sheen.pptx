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52E0"/>
          </a:solidFill>
          <a:ln w="12700">
            <a:solidFill>
              <a:srgbClr val="A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DB70"/>
          </a:solidFill>
          <a:ln w="12700">
            <a:solidFill>
              <a:srgbClr val="C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79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8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379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439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0571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664"/>
          </a:solidFill>
          <a:ln w="12700">
            <a:solidFill>
              <a:srgbClr val="D8C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447"/>
          </a:solidFill>
          <a:ln w="12700">
            <a:solidFill>
              <a:srgbClr val="D1A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83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سِيبَ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1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سِيتَ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1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سِيثَ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8ED"/>
          </a:solidFill>
          <a:ln w="12700">
            <a:solidFill>
              <a:srgbClr val="5EC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852"/>
          </a:solidFill>
          <a:ln w="12700">
            <a:solidFill>
              <a:srgbClr val="E08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F"/>
          </a:solidFill>
          <a:ln w="12700">
            <a:solidFill>
              <a:srgbClr val="70DB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9"/>
          </a:solidFill>
          <a:ln w="12700">
            <a:solidFill>
              <a:srgbClr val="64D8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2"/>
          </a:solidFill>
          <a:ln w="12700">
            <a:solidFill>
              <a:srgbClr val="47D1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0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0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31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سِيرَ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C"/>
          </a:solidFill>
          <a:ln w="12700">
            <a:solidFill>
              <a:srgbClr val="ED5E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5"/>
          </a:solidFill>
          <a:ln w="12700">
            <a:solidFill>
              <a:srgbClr val="52E0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70DB"/>
          </a:solidFill>
          <a:ln w="12700">
            <a:solidFill>
              <a:srgbClr val="B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2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أَسِيبَ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64D8"/>
          </a:solidFill>
          <a:ln w="12700">
            <a:solidFill>
              <a:srgbClr val="8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47D1"/>
          </a:solidFill>
          <a:ln w="12700">
            <a:solidFill>
              <a:srgbClr val="6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8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بَسِيتَ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6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تَسِيثَ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ثَسِيجَ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82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جَسِيحَ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B5E"/>
          </a:solidFill>
          <a:ln w="12700">
            <a:solidFill>
              <a:srgbClr val="EDC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77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77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حَسِيخَ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2E0"/>
          </a:solidFill>
          <a:ln w="12700">
            <a:solidFill>
              <a:srgbClr val="526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A70"/>
          </a:solidFill>
          <a:ln w="12700">
            <a:solidFill>
              <a:srgbClr val="DB9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7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77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3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خَسِيدَ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F64"/>
          </a:solidFill>
          <a:ln w="12700">
            <a:solidFill>
              <a:srgbClr val="D86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1"/>
          </a:solidFill>
          <a:ln w="12700">
            <a:solidFill>
              <a:srgbClr val="D147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4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دَسِيذَ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97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ذَسِيرَ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7"/>
          </a:solidFill>
          <a:ln w="12700">
            <a:solidFill>
              <a:srgbClr val="7934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81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رَسِيزَ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8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زَسِيأَ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7"/>
          </a:solidFill>
          <a:ln w="12700">
            <a:solidFill>
              <a:srgbClr val="5EED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أَسِي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6"/>
          </a:solidFill>
          <a:ln w="12700">
            <a:solidFill>
              <a:srgbClr val="E052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F"/>
          </a:solidFill>
          <a:ln w="12700">
            <a:solidFill>
              <a:srgbClr val="70DB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885"/>
          </a:solidFill>
          <a:ln w="12700">
            <a:solidFill>
              <a:srgbClr val="476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5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بَسِي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D864"/>
          </a:solidFill>
          <a:ln w="12700">
            <a:solidFill>
              <a:srgbClr val="7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D147"/>
          </a:solidFill>
          <a:ln w="12700">
            <a:solidFill>
              <a:srgbClr val="7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تَسِي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ثَسِي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جَسِي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13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حَسِي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5EED"/>
          </a:solidFill>
          <a:ln w="12700">
            <a:solidFill>
              <a:srgbClr val="8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90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907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24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خَسِي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9E052"/>
          </a:solidFill>
          <a:ln w="12700">
            <a:solidFill>
              <a:srgbClr val="A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CDB"/>
          </a:solidFill>
          <a:ln w="12700">
            <a:solidFill>
              <a:srgbClr val="707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7"/>
          </a:solidFill>
          <a:ln w="12700">
            <a:solidFill>
              <a:srgbClr val="8547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48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دَسِي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3D8"/>
          </a:solidFill>
          <a:ln w="12700">
            <a:solidFill>
              <a:srgbClr val="649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6D1"/>
          </a:solidFill>
          <a:ln w="12700">
            <a:solidFill>
              <a:srgbClr val="479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ذَسِي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46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رَسِي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A"/>
          </a:solidFill>
          <a:ln w="12700">
            <a:solidFill>
              <a:srgbClr val="2B64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9"/>
          </a:solidFill>
          <a:ln w="12700">
            <a:solidFill>
              <a:srgbClr val="3479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16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82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زَسِي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41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1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041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796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25712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</a:t>
            </a:r>
            <a:endParaRPr lang="ar-SA" sz="9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05E"/>
          </a:solidFill>
          <a:ln w="12700">
            <a:solidFill>
              <a:srgbClr val="ED6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شِيأَ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DE0"/>
          </a:solidFill>
          <a:ln w="12700">
            <a:solidFill>
              <a:srgbClr val="52C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7"/>
          </a:solidFill>
          <a:ln w="12700">
            <a:solidFill>
              <a:srgbClr val="DB70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25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شِيبَ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0"/>
          </a:solidFill>
          <a:ln w="12700">
            <a:solidFill>
              <a:srgbClr val="D864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8"/>
          </a:solidFill>
          <a:ln w="12700">
            <a:solidFill>
              <a:srgbClr val="D147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1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شِيتَ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1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شِيثَ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شِيجَ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شِيحَ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ED5E"/>
          </a:solidFill>
          <a:ln w="12700">
            <a:solidFill>
              <a:srgbClr val="8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شِيخَ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52E0"/>
          </a:solidFill>
          <a:ln w="12700">
            <a:solidFill>
              <a:srgbClr val="D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DB70"/>
          </a:solidFill>
          <a:ln w="12700">
            <a:solidFill>
              <a:srgbClr val="B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شِيدَ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D864"/>
          </a:solidFill>
          <a:ln w="12700">
            <a:solidFill>
              <a:srgbClr val="C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847"/>
          </a:solidFill>
          <a:ln w="12700">
            <a:solidFill>
              <a:srgbClr val="D1C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شِيذَ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77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شِيرَ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شِيزَ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7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شِيسَ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4ED"/>
          </a:solidFill>
          <a:ln w="12700">
            <a:solidFill>
              <a:srgbClr val="5EA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28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أَشِيبَ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D52"/>
          </a:solidFill>
          <a:ln w="12700">
            <a:solidFill>
              <a:srgbClr val="E0A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CDB"/>
          </a:solidFill>
          <a:ln w="12700">
            <a:solidFill>
              <a:srgbClr val="70C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61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80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بَشِيتَ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7"/>
          </a:solidFill>
          <a:ln w="12700">
            <a:solidFill>
              <a:srgbClr val="64D8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5"/>
          </a:solidFill>
          <a:ln w="12700">
            <a:solidFill>
              <a:srgbClr val="47D1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66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6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تَشِيثَ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25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ثَشِيجَ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82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جَشِيحَ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0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13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حَشِيخَ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7"/>
          </a:solidFill>
          <a:ln w="12700">
            <a:solidFill>
              <a:srgbClr val="ED5E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7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3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خَشِيدَ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9"/>
          </a:solidFill>
          <a:ln w="12700">
            <a:solidFill>
              <a:srgbClr val="52E0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89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4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دَشِيذَ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6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7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ذَشِيرَ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81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رَشِيزَ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74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92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زَشِيسَ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5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3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41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سَشِيأَ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ED5E"/>
          </a:solidFill>
          <a:ln w="12700">
            <a:solidFill>
              <a:srgbClr val="E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52E0"/>
          </a:solidFill>
          <a:ln w="12700">
            <a:solidFill>
              <a:srgbClr val="6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5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بَشِي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26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جَشِي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26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حَشِي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24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خَشِي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1"/>
          </a:solidFill>
          <a:ln w="12700">
            <a:solidFill>
              <a:srgbClr val="E052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48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دَشِي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266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رَشِي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082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زَشِي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83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34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06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سَشِي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5EED"/>
          </a:solidFill>
          <a:ln w="12700">
            <a:solidFill>
              <a:srgbClr val="A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23290" y="896112"/>
            <a:ext cx="20128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9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23290" y="896112"/>
            <a:ext cx="20128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كِيسٌ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2507812" y="896112"/>
            <a:ext cx="1795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07812" y="896112"/>
            <a:ext cx="1795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</a:t>
            </a:r>
            <a:endParaRPr lang="ar-SA" sz="4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78568" y="2834640"/>
            <a:ext cx="33868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78568" y="2834640"/>
            <a:ext cx="33868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كِيسٌ كَبِيرٌ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E052"/>
          </a:solidFill>
          <a:ln w="12700">
            <a:solidFill>
              <a:srgbClr val="8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12830" y="896112"/>
            <a:ext cx="17695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7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12830" y="896112"/>
            <a:ext cx="17695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رِيشُ</a:t>
            </a:r>
            <a:endParaRPr lang="ar-SA" sz="4100" dirty="0"/>
          </a:p>
        </p:txBody>
      </p:sp>
      <p:sp>
        <p:nvSpPr>
          <p:cNvPr id="17" name="C2 W2 pill"/>
          <p:cNvSpPr/>
          <p:nvPr/>
        </p:nvSpPr>
        <p:spPr>
          <a:xfrm>
            <a:off x="2561652" y="896112"/>
            <a:ext cx="193113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7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1652" y="896112"/>
            <a:ext cx="193113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طَيۡرٍ</a:t>
            </a:r>
            <a:endParaRPr lang="ar-SA" sz="41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7819" y="2834640"/>
            <a:ext cx="33683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7819" y="2834640"/>
            <a:ext cx="33683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رِيشُ طَيۡرٍ</a:t>
            </a:r>
            <a:endParaRPr lang="ar-SA" sz="4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47808" y="896112"/>
            <a:ext cx="2255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8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47808" y="896112"/>
            <a:ext cx="2255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يَسِيرُ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40549" y="896112"/>
            <a:ext cx="22872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40549" y="896112"/>
            <a:ext cx="22872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سَعِيدٌ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00093" y="2834640"/>
            <a:ext cx="414381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00093" y="2834640"/>
            <a:ext cx="414381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يَسِيرُ سَعِيدٌ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07-seen-sheen</dc:title>
  <dc:subject>PptxGenJS Presentation</dc:subject>
  <dc:creator>PptxGenJS</dc:creator>
  <cp:lastModifiedBy>PptxGenJS</cp:lastModifiedBy>
  <cp:revision>1</cp:revision>
  <dcterms:created xsi:type="dcterms:W3CDTF">2026-10-21T18:02:17Z</dcterms:created>
  <dcterms:modified xsi:type="dcterms:W3CDTF">2026-10-21T18:02:17Z</dcterms:modified>
</cp:coreProperties>
</file>