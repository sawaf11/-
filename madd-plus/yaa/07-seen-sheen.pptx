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8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أَسِيبَ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47D1"/>
          </a:solidFill>
          <a:ln w="12700">
            <a:solidFill>
              <a:srgbClr val="6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بَسِيتَ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تَسِيثَ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جَسِيحَ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حَسِيخَ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A70"/>
          </a:solidFill>
          <a:ln w="12700">
            <a:solidFill>
              <a:srgbClr val="DB9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خَسِيدَ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1"/>
          </a:solidFill>
          <a:ln w="12700">
            <a:solidFill>
              <a:srgbClr val="D147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دَسِيذَ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ذَسِيرَ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5EED"/>
          </a:solidFill>
          <a:ln w="12700">
            <a:solidFill>
              <a:srgbClr val="8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4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96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571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شِيأَ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5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8"/>
          </a:solidFill>
          <a:ln w="12700">
            <a:solidFill>
              <a:srgbClr val="D147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شِيخَ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شِيذَ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شِيرَ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شِيزَ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7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شِيسَ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أَشِيبَ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بَشِيتَ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تَشِيثَ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جَشِيحَ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حَشِيخَ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خَشِيدَ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دَشِيذَ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رَشِيزَ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زَشِيسَ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3290" y="896112"/>
            <a:ext cx="2012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3290" y="896112"/>
            <a:ext cx="2012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07812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7812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8568" y="2834640"/>
            <a:ext cx="33868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8568" y="2834640"/>
            <a:ext cx="33868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كَبِيرٌ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2830" y="896112"/>
            <a:ext cx="1769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2830" y="896112"/>
            <a:ext cx="1769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رِيشُ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1652" y="896112"/>
            <a:ext cx="19311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1652" y="896112"/>
            <a:ext cx="19311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طَيۡرٍ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819" y="2834640"/>
            <a:ext cx="3368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819" y="2834640"/>
            <a:ext cx="3368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رِيشُ طَيۡرٍ</a:t>
            </a:r>
            <a:endParaRPr lang="ar-SA" sz="4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7808" y="896112"/>
            <a:ext cx="225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7808" y="896112"/>
            <a:ext cx="225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40549" y="896112"/>
            <a:ext cx="22872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40549" y="896112"/>
            <a:ext cx="22872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0093" y="2834640"/>
            <a:ext cx="4143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0093" y="2834640"/>
            <a:ext cx="4143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سَعِيدٌ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07-seen-sheen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