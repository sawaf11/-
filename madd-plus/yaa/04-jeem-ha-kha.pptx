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7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7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4"/>
          </a:solidFill>
          <a:ln w="12700">
            <a:solidFill>
              <a:srgbClr val="ED5E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984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9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جِيثَ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1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أَجِيبَ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52E0"/>
          </a:solidFill>
          <a:ln w="12700">
            <a:solidFill>
              <a:srgbClr val="A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23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بَجِيتَ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تَجِيثَ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7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خَجِيدَ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3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F"/>
          </a:solidFill>
          <a:ln w="12700">
            <a:solidFill>
              <a:srgbClr val="47D1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85E"/>
          </a:solidFill>
          <a:ln w="12700">
            <a:solidFill>
              <a:srgbClr val="EDC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5E0"/>
          </a:solidFill>
          <a:ln w="12700">
            <a:solidFill>
              <a:srgbClr val="526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تَحِيثَ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جَحِيخَ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719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بَخِيتَ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تَخِيثَ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72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جَخِيحَ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56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02468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02468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3424" y="896112"/>
            <a:ext cx="22590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3424" y="896112"/>
            <a:ext cx="22590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شَدِيدَةٌ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30975" y="2834640"/>
            <a:ext cx="34820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30975" y="2834640"/>
            <a:ext cx="34820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شَدِيدَةٌ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2935" y="896112"/>
            <a:ext cx="1660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2935" y="896112"/>
            <a:ext cx="1660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وَجْهٌ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541023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1023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97858" y="2834640"/>
            <a:ext cx="33482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97858" y="2834640"/>
            <a:ext cx="33482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وَجْهٌ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0072" y="896112"/>
            <a:ext cx="193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0072" y="896112"/>
            <a:ext cx="193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0354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0354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5502" y="2834640"/>
            <a:ext cx="3232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5502" y="2834640"/>
            <a:ext cx="3232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04-jeem-ha-kha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