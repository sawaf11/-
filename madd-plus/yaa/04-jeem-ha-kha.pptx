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7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7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5016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8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جِيأَ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4"/>
          </a:solidFill>
          <a:ln w="12700">
            <a:solidFill>
              <a:srgbClr val="ED5E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984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59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جِيثَ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جِيحَ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18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جِيدَ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أَجِيبَ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52E0"/>
          </a:solidFill>
          <a:ln w="12700">
            <a:solidFill>
              <a:srgbClr val="A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23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بَجِيتَ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4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تَجِيثَ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ثَجِيحَ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3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حَجِيخَ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7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خَجِيدَ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3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دَجِيأَ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F"/>
          </a:solidFill>
          <a:ln w="12700">
            <a:solidFill>
              <a:srgbClr val="47D1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حَجِي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5016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950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حِيبَ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حِيتَ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85E"/>
          </a:solidFill>
          <a:ln w="12700">
            <a:solidFill>
              <a:srgbClr val="EDC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9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حِيثَ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5E0"/>
          </a:solidFill>
          <a:ln w="12700">
            <a:solidFill>
              <a:srgbClr val="526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بَحِيتَ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4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تَحِيثَ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3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جَحِيخَ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خَحِيدَ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دَحِيأَ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E052"/>
          </a:solidFill>
          <a:ln w="12700">
            <a:solidFill>
              <a:srgbClr val="A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9D1"/>
          </a:solidFill>
          <a:ln w="12700">
            <a:solidFill>
              <a:srgbClr val="479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جَحِي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خَحِي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105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105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439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1719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</a:t>
            </a:r>
            <a:endParaRPr lang="ar-SA" sz="10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50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9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خِيجَ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ED5E"/>
          </a:solidFill>
          <a:ln w="12700">
            <a:solidFill>
              <a:srgbClr val="8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خِيحَ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9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بَخِيتَ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4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تَخِيثَ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725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جَخِيحَ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56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حَخِيدَ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جَخِي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حَخِي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102468" y="896112"/>
            <a:ext cx="15181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02468" y="896112"/>
            <a:ext cx="15181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23424" y="896112"/>
            <a:ext cx="22590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23424" y="896112"/>
            <a:ext cx="22590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شَدِيدَةٌ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30975" y="2834640"/>
            <a:ext cx="34820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30975" y="2834640"/>
            <a:ext cx="34820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 شَدِيدَةٌ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3836" y="896112"/>
            <a:ext cx="2018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3836" y="896112"/>
            <a:ext cx="2018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وَجۡهٌ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61924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61924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8759" y="2834640"/>
            <a:ext cx="37064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8759" y="2834640"/>
            <a:ext cx="37064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وَجۡهٌ جَمِيلٌ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0072" y="896112"/>
            <a:ext cx="1933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0072" y="896112"/>
            <a:ext cx="1933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طَبِيخٌ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0354" y="896112"/>
            <a:ext cx="1709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0354" y="896112"/>
            <a:ext cx="1709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لَذِيذٌ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55502" y="2834640"/>
            <a:ext cx="3232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55502" y="2834640"/>
            <a:ext cx="3232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طَبِيخٌ لَذِيذٌ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04-jeem-ha-kha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