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2789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7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2789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7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05016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88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جِيأَ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4"/>
          </a:solidFill>
          <a:ln w="12700">
            <a:solidFill>
              <a:srgbClr val="ED5E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183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جِيبَ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C"/>
          </a:solidFill>
          <a:ln w="12700">
            <a:solidFill>
              <a:srgbClr val="52E0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5"/>
          </a:solidFill>
          <a:ln w="12700">
            <a:solidFill>
              <a:srgbClr val="DB70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984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جِيتَ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0"/>
          </a:solidFill>
          <a:ln w="12700">
            <a:solidFill>
              <a:srgbClr val="D864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47D1"/>
          </a:solidFill>
          <a:ln w="12700">
            <a:solidFill>
              <a:srgbClr val="C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59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جِيثَ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جِيحَ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3479"/>
          </a:solidFill>
          <a:ln w="12700">
            <a:solidFill>
              <a:srgbClr val="4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18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جِيدَ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ED5E"/>
          </a:solidFill>
          <a:ln w="12700">
            <a:solidFill>
              <a:srgbClr val="A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67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أَجِيبَ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952E0"/>
          </a:solidFill>
          <a:ln w="12700">
            <a:solidFill>
              <a:srgbClr val="A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DB70"/>
          </a:solidFill>
          <a:ln w="12700">
            <a:solidFill>
              <a:srgbClr val="D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23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بَجِيتَ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364"/>
          </a:solidFill>
          <a:ln w="12700">
            <a:solidFill>
              <a:srgbClr val="D8C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147"/>
          </a:solidFill>
          <a:ln w="12700">
            <a:solidFill>
              <a:srgbClr val="D1A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4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تَجِيثَ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ثَجِيحَ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3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حَجِيخَ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337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خَجِيدَ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CED"/>
          </a:solidFill>
          <a:ln w="12700">
            <a:solidFill>
              <a:srgbClr val="5EC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835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دَجِيأَ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552"/>
          </a:solidFill>
          <a:ln w="12700">
            <a:solidFill>
              <a:srgbClr val="E08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C"/>
          </a:solidFill>
          <a:ln w="12700">
            <a:solidFill>
              <a:srgbClr val="70DB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أَجِي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6"/>
          </a:solidFill>
          <a:ln w="12700">
            <a:solidFill>
              <a:srgbClr val="64D8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F"/>
          </a:solidFill>
          <a:ln w="12700">
            <a:solidFill>
              <a:srgbClr val="47D17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بَجِي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تَجِي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ثَجِي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929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حَجِي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5EED"/>
          </a:solidFill>
          <a:ln w="12700">
            <a:solidFill>
              <a:srgbClr val="E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خَجِي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1"/>
          </a:solidFill>
          <a:ln w="12700">
            <a:solidFill>
              <a:srgbClr val="52E0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70DB"/>
          </a:solidFill>
          <a:ln w="12700">
            <a:solidFill>
              <a:srgbClr val="B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دَجِي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64D8"/>
          </a:solidFill>
          <a:ln w="12700">
            <a:solidFill>
              <a:srgbClr val="8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47D1"/>
          </a:solidFill>
          <a:ln w="12700">
            <a:solidFill>
              <a:srgbClr val="5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2789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7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2789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7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05016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950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حِيبَ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4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حِيتَ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85E"/>
          </a:solidFill>
          <a:ln w="12700">
            <a:solidFill>
              <a:srgbClr val="EDC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93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حِيثَ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5E0"/>
          </a:solidFill>
          <a:ln w="12700">
            <a:solidFill>
              <a:srgbClr val="526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770"/>
          </a:solidFill>
          <a:ln w="12700">
            <a:solidFill>
              <a:srgbClr val="DB9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8547"/>
          </a:solidFill>
          <a:ln w="12700">
            <a:solidFill>
              <a:srgbClr val="5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حِيجَ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C64"/>
          </a:solidFill>
          <a:ln w="12700">
            <a:solidFill>
              <a:srgbClr val="D86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5"/>
          </a:solidFill>
          <a:ln w="12700">
            <a:solidFill>
              <a:srgbClr val="D1475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2B64"/>
          </a:solidFill>
          <a:ln w="12700">
            <a:solidFill>
              <a:srgbClr val="5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9"/>
          </a:solidFill>
          <a:ln w="12700">
            <a:solidFill>
              <a:srgbClr val="7934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أَحِيبَ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97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بَحِيتَ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4"/>
          </a:solidFill>
          <a:ln w="12700">
            <a:solidFill>
              <a:srgbClr val="5EED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24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تَحِيثَ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9"/>
          </a:solidFill>
          <a:ln w="12700">
            <a:solidFill>
              <a:srgbClr val="E052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C"/>
          </a:solidFill>
          <a:ln w="12700">
            <a:solidFill>
              <a:srgbClr val="70DB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985"/>
          </a:solidFill>
          <a:ln w="12700">
            <a:solidFill>
              <a:srgbClr val="476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21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ثَحِيجَ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D864"/>
          </a:solidFill>
          <a:ln w="12700">
            <a:solidFill>
              <a:srgbClr val="7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D147"/>
          </a:solidFill>
          <a:ln w="12700">
            <a:solidFill>
              <a:srgbClr val="7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3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جَحِيخَ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47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7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خَحِيدَ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10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دَحِيأَ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أَحِي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5EED"/>
          </a:solidFill>
          <a:ln w="12700">
            <a:solidFill>
              <a:srgbClr val="8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بَحِي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E052"/>
          </a:solidFill>
          <a:ln w="12700">
            <a:solidFill>
              <a:srgbClr val="A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FDB"/>
          </a:solidFill>
          <a:ln w="12700">
            <a:solidFill>
              <a:srgbClr val="707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تَحِي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6D8"/>
          </a:solidFill>
          <a:ln w="12700">
            <a:solidFill>
              <a:srgbClr val="649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9D1"/>
          </a:solidFill>
          <a:ln w="12700">
            <a:solidFill>
              <a:srgbClr val="479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29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ثَحِي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240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929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جَحِي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7"/>
          </a:solidFill>
          <a:ln w="12700">
            <a:solidFill>
              <a:srgbClr val="3479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56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خَحِي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13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دَحِي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0"/>
          </a:solidFill>
          <a:ln w="12700">
            <a:solidFill>
              <a:srgbClr val="ED5E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105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8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4105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439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1719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</a:t>
            </a:r>
            <a:endParaRPr lang="ar-SA" sz="10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0E0"/>
          </a:solidFill>
          <a:ln w="12700">
            <a:solidFill>
              <a:srgbClr val="52D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A"/>
          </a:solidFill>
          <a:ln w="12700">
            <a:solidFill>
              <a:srgbClr val="DB70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خِيأَ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3"/>
          </a:solidFill>
          <a:ln w="12700">
            <a:solidFill>
              <a:srgbClr val="D864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C"/>
          </a:solidFill>
          <a:ln w="12700">
            <a:solidFill>
              <a:srgbClr val="D147B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950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خِيبَ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4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خِيتَ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3479"/>
          </a:solidFill>
          <a:ln w="12700">
            <a:solidFill>
              <a:srgbClr val="5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93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خِيثَ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خِيجَ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3ED5E"/>
          </a:solidFill>
          <a:ln w="12700">
            <a:solidFill>
              <a:srgbClr val="8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خِيحَ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52E0"/>
          </a:solidFill>
          <a:ln w="12700">
            <a:solidFill>
              <a:srgbClr val="C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10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خِيدَ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أَخِيبَ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97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بَخِيتَ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24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تَخِيثَ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ثَخِيجَ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725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جَخِيحَ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A52"/>
          </a:solidFill>
          <a:ln w="12700">
            <a:solidFill>
              <a:srgbClr val="E0A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56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حَخِيدَ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73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4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دَخِيأَ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B"/>
          </a:solidFill>
          <a:ln w="12700">
            <a:solidFill>
              <a:srgbClr val="ED5E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929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جَخِي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47D1"/>
          </a:solidFill>
          <a:ln w="12700">
            <a:solidFill>
              <a:srgbClr val="8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929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حَخِي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3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دَخِي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102468" y="896112"/>
            <a:ext cx="15181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02468" y="896112"/>
            <a:ext cx="15181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رِيحٌ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523424" y="896112"/>
            <a:ext cx="225900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23424" y="896112"/>
            <a:ext cx="22590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شَدِيدَةٌ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30975" y="2834640"/>
            <a:ext cx="34820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30975" y="2834640"/>
            <a:ext cx="34820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رِيحٌ شَدِيدَةٌ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3836" y="896112"/>
            <a:ext cx="20182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3836" y="896112"/>
            <a:ext cx="20182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وَجۡهٌ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61924" y="896112"/>
            <a:ext cx="20818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61924" y="896112"/>
            <a:ext cx="20818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جَمِيلٌ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8759" y="2834640"/>
            <a:ext cx="370648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8759" y="2834640"/>
            <a:ext cx="370648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وَجۡهٌ جَمِيلٌ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C5E"/>
          </a:solidFill>
          <a:ln w="12700">
            <a:solidFill>
              <a:srgbClr val="EDE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20072" y="896112"/>
            <a:ext cx="19335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7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20072" y="896112"/>
            <a:ext cx="19335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طَبِيخٌ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90354" y="896112"/>
            <a:ext cx="17096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90354" y="896112"/>
            <a:ext cx="17096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لَذِيذٌ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955502" y="2834640"/>
            <a:ext cx="3232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955502" y="2834640"/>
            <a:ext cx="3232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طَبِيخٌ لَذِيذٌ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04-jeem-ha-kha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