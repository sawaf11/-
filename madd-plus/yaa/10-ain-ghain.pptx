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409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8"/>
          </a:solidFill>
          <a:ln w="12700">
            <a:solidFill>
              <a:srgbClr val="ED5E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93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64D8"/>
          </a:solidFill>
          <a:ln w="12700">
            <a:solidFill>
              <a:srgbClr val="8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264"/>
          </a:solidFill>
          <a:ln w="12700">
            <a:solidFill>
              <a:srgbClr val="D87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B"/>
          </a:solidFill>
          <a:ln w="12700">
            <a:solidFill>
              <a:srgbClr val="5EED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D147"/>
          </a:solidFill>
          <a:ln w="12700">
            <a:solidFill>
              <a:srgbClr val="7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بَعِيتَ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دَعِيذَ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45E"/>
          </a:solidFill>
          <a:ln w="12700">
            <a:solidFill>
              <a:srgbClr val="ED6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9E0"/>
          </a:solidFill>
          <a:ln w="12700">
            <a:solidFill>
              <a:srgbClr val="52C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4"/>
          </a:solidFill>
          <a:ln w="12700">
            <a:solidFill>
              <a:srgbClr val="DB70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رَعِيزَ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زَعِيسَ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شَعِيصَ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صَعِيضَ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ضَعِيطَ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طَعِيظَ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0ED"/>
          </a:solidFill>
          <a:ln w="12700">
            <a:solidFill>
              <a:srgbClr val="5EA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9"/>
          </a:solidFill>
          <a:ln w="12700">
            <a:solidFill>
              <a:srgbClr val="47D1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6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D"/>
          </a:solidFill>
          <a:ln w="12700">
            <a:solidFill>
              <a:srgbClr val="52E0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ED5E"/>
          </a:solidFill>
          <a:ln w="12700">
            <a:solidFill>
              <a:srgbClr val="E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7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669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4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غِيبَ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غِيتَ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غِيذَ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01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غِيرَ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غِيزَ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7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غِيسَ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غِيشَ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غِيصَ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غِيضَ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غِيطَ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غِيظَ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غِيعَ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بَغِيتَ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02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رَغِيزَ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شَغِيصَ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صَغِيضَ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ضَغِيطَ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65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62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A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13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31367" y="896112"/>
            <a:ext cx="2280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31367" y="896112"/>
            <a:ext cx="2280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طِفۡلٌ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32421" y="896112"/>
            <a:ext cx="2078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32421" y="896112"/>
            <a:ext cx="2078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78913" y="2834640"/>
            <a:ext cx="39861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78913" y="2834640"/>
            <a:ext cx="39861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طِفۡلٌ صَغِيرٌ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78648" y="896112"/>
            <a:ext cx="19642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78648" y="896112"/>
            <a:ext cx="19642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1701065" y="896112"/>
            <a:ext cx="3457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701065" y="896112"/>
            <a:ext cx="3457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عَطۡشَانُ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005338" y="2834640"/>
            <a:ext cx="5133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005338" y="2834640"/>
            <a:ext cx="5133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 عَطۡشَانُ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10-ain-ghain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