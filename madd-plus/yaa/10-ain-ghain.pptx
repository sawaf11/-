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</p:sldIdLst>
  <p:notesMasterIdLst>
    <p:notesMasterId r:id="rId1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notesMaster" Target="notesMasters/notesMaster1.xml"/><Relationship Id="rId113" Type="http://schemas.openxmlformats.org/officeDocument/2006/relationships/presProps" Target="presProps.xml"/><Relationship Id="rId114" Type="http://schemas.openxmlformats.org/officeDocument/2006/relationships/viewProps" Target="viewProps.xml"/><Relationship Id="rId115" Type="http://schemas.openxmlformats.org/officeDocument/2006/relationships/theme" Target="theme/theme1.xml"/><Relationship Id="rId1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642B"/>
          </a:solidFill>
          <a:ln w="12700">
            <a:solidFill>
              <a:srgbClr val="5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37934"/>
          </a:solidFill>
          <a:ln w="12700">
            <a:solidFill>
              <a:srgbClr val="4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3514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2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3514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7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14096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80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8"/>
          </a:solidFill>
          <a:ln w="12700">
            <a:solidFill>
              <a:srgbClr val="ED5EE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893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عِيبَ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8"/>
          </a:solidFill>
          <a:ln w="12700">
            <a:solidFill>
              <a:srgbClr val="52E06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770DB"/>
          </a:solidFill>
          <a:ln w="12700">
            <a:solidFill>
              <a:srgbClr val="B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8"/>
          </a:solidFill>
          <a:ln w="12700">
            <a:solidFill>
              <a:srgbClr val="85474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18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عِيتَ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F64D8"/>
          </a:solidFill>
          <a:ln w="12700">
            <a:solidFill>
              <a:srgbClr val="8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347D1"/>
          </a:solidFill>
          <a:ln w="12700">
            <a:solidFill>
              <a:srgbClr val="6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9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عِيثَ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عِيجَ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264"/>
          </a:solidFill>
          <a:ln w="12700">
            <a:solidFill>
              <a:srgbClr val="2B6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479"/>
          </a:solidFill>
          <a:ln w="12700">
            <a:solidFill>
              <a:srgbClr val="345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عِيحَ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E5E"/>
          </a:solidFill>
          <a:ln w="12700">
            <a:solidFill>
              <a:srgbClr val="EDC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10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FE0"/>
          </a:solidFill>
          <a:ln w="12700">
            <a:solidFill>
              <a:srgbClr val="525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C70"/>
          </a:solidFill>
          <a:ln w="12700">
            <a:solidFill>
              <a:srgbClr val="DB9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8547"/>
          </a:solidFill>
          <a:ln w="12700">
            <a:solidFill>
              <a:srgbClr val="5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51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عِيذَ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264"/>
          </a:solidFill>
          <a:ln w="12700">
            <a:solidFill>
              <a:srgbClr val="D87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E"/>
          </a:solidFill>
          <a:ln w="12700">
            <a:solidFill>
              <a:srgbClr val="D1474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90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82B64"/>
          </a:solidFill>
          <a:ln w="12700">
            <a:solidFill>
              <a:srgbClr val="5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6"/>
          </a:solidFill>
          <a:ln w="12700">
            <a:solidFill>
              <a:srgbClr val="7934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75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75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811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عِيسَ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03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03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97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عِيشَ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B"/>
          </a:solidFill>
          <a:ln w="12700">
            <a:solidFill>
              <a:srgbClr val="5EEDA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895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895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06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عِيصَ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2"/>
          </a:solidFill>
          <a:ln w="12700">
            <a:solidFill>
              <a:srgbClr val="E0528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1"/>
          </a:solidFill>
          <a:ln w="12700">
            <a:solidFill>
              <a:srgbClr val="70DB8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685"/>
          </a:solidFill>
          <a:ln w="12700">
            <a:solidFill>
              <a:srgbClr val="476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03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03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992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عِيضَ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3D864"/>
          </a:solidFill>
          <a:ln w="12700">
            <a:solidFill>
              <a:srgbClr val="7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0D147"/>
          </a:solidFill>
          <a:ln w="12700">
            <a:solidFill>
              <a:srgbClr val="7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44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عِيطَ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44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عِيظَ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92B"/>
          </a:solidFill>
          <a:ln w="12700">
            <a:solidFill>
              <a:srgbClr val="644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77934"/>
          </a:solidFill>
          <a:ln w="12700">
            <a:solidFill>
              <a:srgbClr val="7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أَعِيبَ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73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بَعِيتَ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75EED"/>
          </a:solidFill>
          <a:ln w="12700">
            <a:solidFill>
              <a:srgbClr val="8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21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تَعِيثَ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6E052"/>
          </a:solidFill>
          <a:ln w="12700">
            <a:solidFill>
              <a:srgbClr val="A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ADB"/>
          </a:solidFill>
          <a:ln w="12700">
            <a:solidFill>
              <a:srgbClr val="707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6"/>
          </a:solidFill>
          <a:ln w="12700">
            <a:solidFill>
              <a:srgbClr val="85477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ثَعِيجَ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0D8"/>
          </a:solidFill>
          <a:ln w="12700">
            <a:solidFill>
              <a:srgbClr val="649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3D1"/>
          </a:solidFill>
          <a:ln w="12700">
            <a:solidFill>
              <a:srgbClr val="479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646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جَعِيحَ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725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725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حَعِيخَ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B"/>
          </a:solidFill>
          <a:ln w="12700">
            <a:solidFill>
              <a:srgbClr val="2B64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B"/>
          </a:solidFill>
          <a:ln w="12700">
            <a:solidFill>
              <a:srgbClr val="34796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725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725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058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خَعِيدَ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40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دَعِيذَ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45E"/>
          </a:solidFill>
          <a:ln w="12700">
            <a:solidFill>
              <a:srgbClr val="ED6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ذَعِيرَ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9E0"/>
          </a:solidFill>
          <a:ln w="12700">
            <a:solidFill>
              <a:srgbClr val="52C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4"/>
          </a:solidFill>
          <a:ln w="12700">
            <a:solidFill>
              <a:srgbClr val="DB709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447"/>
          </a:solidFill>
          <a:ln w="12700">
            <a:solidFill>
              <a:srgbClr val="858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825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رَعِيزَ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D"/>
          </a:solidFill>
          <a:ln w="12700">
            <a:solidFill>
              <a:srgbClr val="D864A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5"/>
          </a:solidFill>
          <a:ln w="12700">
            <a:solidFill>
              <a:srgbClr val="D147B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631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631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60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زَعِيسَ</a:t>
            </a:r>
            <a:endParaRPr lang="ar-SA" sz="5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867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867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6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سَعِيشَ</a:t>
            </a:r>
            <a:endParaRPr lang="ar-SA" sz="4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2B64"/>
          </a:solidFill>
          <a:ln w="12700">
            <a:solidFill>
              <a:srgbClr val="2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3479"/>
          </a:solidFill>
          <a:ln w="12700">
            <a:solidFill>
              <a:srgbClr val="5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867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867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72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شَعِيصَ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914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914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82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صَعِيضَ</a:t>
            </a:r>
            <a:endParaRPr lang="ar-SA" sz="4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DED5E"/>
          </a:solidFill>
          <a:ln w="12700">
            <a:solidFill>
              <a:srgbClr val="7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914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914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92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ضَعِيطَ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452E0"/>
          </a:solidFill>
          <a:ln w="12700">
            <a:solidFill>
              <a:srgbClr val="D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FDB70"/>
          </a:solidFill>
          <a:ln w="12700">
            <a:solidFill>
              <a:srgbClr val="A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5"/>
          </a:solidFill>
          <a:ln w="12700">
            <a:solidFill>
              <a:srgbClr val="47857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01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طَعِيظَ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AD864"/>
          </a:solidFill>
          <a:ln w="12700">
            <a:solidFill>
              <a:srgbClr val="C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B47"/>
          </a:solidFill>
          <a:ln w="12700">
            <a:solidFill>
              <a:srgbClr val="D1C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48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548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ظَعِيأَ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أَعِي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7"/>
          </a:solidFill>
          <a:ln w="12700">
            <a:solidFill>
              <a:srgbClr val="642B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834"/>
          </a:solidFill>
          <a:ln w="12700">
            <a:solidFill>
              <a:srgbClr val="794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بَعِي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تَعِي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0ED"/>
          </a:solidFill>
          <a:ln w="12700">
            <a:solidFill>
              <a:srgbClr val="5EA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ثَعِي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052"/>
          </a:solidFill>
          <a:ln w="12700">
            <a:solidFill>
              <a:srgbClr val="E0B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ADB"/>
          </a:solidFill>
          <a:ln w="12700">
            <a:solidFill>
              <a:srgbClr val="70C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4785"/>
          </a:solidFill>
          <a:ln w="12700">
            <a:solidFill>
              <a:srgbClr val="6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70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جَعِي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9"/>
          </a:solidFill>
          <a:ln w="12700">
            <a:solidFill>
              <a:srgbClr val="64D8C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9"/>
          </a:solidFill>
          <a:ln w="12700">
            <a:solidFill>
              <a:srgbClr val="47D1A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70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حَعِي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خَعِي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642B"/>
          </a:solidFill>
          <a:ln w="12700">
            <a:solidFill>
              <a:srgbClr val="4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7"/>
          </a:solidFill>
          <a:ln w="12700">
            <a:solidFill>
              <a:srgbClr val="34793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دَعِي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ذَعِي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4"/>
          </a:solidFill>
          <a:ln w="12700">
            <a:solidFill>
              <a:srgbClr val="ED5EC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86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رَعِي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D"/>
          </a:solidFill>
          <a:ln w="12700">
            <a:solidFill>
              <a:srgbClr val="52E08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270DB"/>
          </a:solidFill>
          <a:ln w="12700">
            <a:solidFill>
              <a:srgbClr val="D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747"/>
          </a:solidFill>
          <a:ln w="12700">
            <a:solidFill>
              <a:srgbClr val="855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00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زَعِي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C64D8"/>
          </a:solidFill>
          <a:ln w="12700">
            <a:solidFill>
              <a:srgbClr val="A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647D1"/>
          </a:solidFill>
          <a:ln w="12700">
            <a:solidFill>
              <a:srgbClr val="8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75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753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89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سَعِي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03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03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04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شَعِي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364"/>
          </a:solidFill>
          <a:ln w="12700">
            <a:solidFill>
              <a:srgbClr val="2B5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379"/>
          </a:solidFill>
          <a:ln w="12700">
            <a:solidFill>
              <a:srgbClr val="344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895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895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168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صَعِي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03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036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13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ضَعِي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7ED5E"/>
          </a:solidFill>
          <a:ln w="12700">
            <a:solidFill>
              <a:srgbClr val="E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طَعِي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952E0"/>
          </a:solidFill>
          <a:ln w="12700">
            <a:solidFill>
              <a:srgbClr val="6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770"/>
          </a:solidFill>
          <a:ln w="12700">
            <a:solidFill>
              <a:srgbClr val="DBB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7"/>
          </a:solidFill>
          <a:ln w="12700">
            <a:solidFill>
              <a:srgbClr val="4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61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ظَعِي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F64"/>
          </a:solidFill>
          <a:ln w="12700">
            <a:solidFill>
              <a:srgbClr val="D88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447"/>
          </a:solidFill>
          <a:ln w="12700">
            <a:solidFill>
              <a:srgbClr val="D16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571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5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4571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3573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5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26697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</a:t>
            </a:r>
            <a:endParaRPr lang="ar-SA" sz="9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80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غِيأَ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2"/>
          </a:solidFill>
          <a:ln w="12700">
            <a:solidFill>
              <a:srgbClr val="642B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4"/>
          </a:solidFill>
          <a:ln w="12700">
            <a:solidFill>
              <a:srgbClr val="79345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141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غِيبَ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18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غِيتَ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F"/>
          </a:solidFill>
          <a:ln w="12700">
            <a:solidFill>
              <a:srgbClr val="5EEDC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9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غِيثَ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E"/>
          </a:solidFill>
          <a:ln w="12700">
            <a:solidFill>
              <a:srgbClr val="E0525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D"/>
          </a:solidFill>
          <a:ln w="12700">
            <a:solidFill>
              <a:srgbClr val="70DB9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785"/>
          </a:solidFill>
          <a:ln w="12700">
            <a:solidFill>
              <a:srgbClr val="475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غِيجَ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2"/>
          </a:solidFill>
          <a:ln w="12700">
            <a:solidFill>
              <a:srgbClr val="64D87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DD147"/>
          </a:solidFill>
          <a:ln w="12700">
            <a:solidFill>
              <a:srgbClr val="4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غِيحَ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غِيخَ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82B"/>
          </a:solidFill>
          <a:ln w="12700">
            <a:solidFill>
              <a:srgbClr val="645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7934"/>
          </a:solidFill>
          <a:ln w="12700">
            <a:solidFill>
              <a:srgbClr val="6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10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غِيدَ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51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غِيذَ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C5EED"/>
          </a:solidFill>
          <a:ln w="12700">
            <a:solidFill>
              <a:srgbClr val="A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801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غِيرَ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1E052"/>
          </a:solidFill>
          <a:ln w="12700">
            <a:solidFill>
              <a:srgbClr val="8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270DB"/>
          </a:solidFill>
          <a:ln w="12700">
            <a:solidFill>
              <a:srgbClr val="8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6"/>
          </a:solidFill>
          <a:ln w="12700">
            <a:solidFill>
              <a:srgbClr val="85476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غِيزَ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2D8"/>
          </a:solidFill>
          <a:ln w="12700">
            <a:solidFill>
              <a:srgbClr val="647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0D1"/>
          </a:solidFill>
          <a:ln w="12700">
            <a:solidFill>
              <a:srgbClr val="477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78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غِيسَ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495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495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97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غِيشَ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A"/>
          </a:solidFill>
          <a:ln w="12700">
            <a:solidFill>
              <a:srgbClr val="2B644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679"/>
          </a:solidFill>
          <a:ln w="12700">
            <a:solidFill>
              <a:srgbClr val="347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38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38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13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غِيصَ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95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95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92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غِيضَ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85E"/>
          </a:solidFill>
          <a:ln w="12700">
            <a:solidFill>
              <a:srgbClr val="ED8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44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غِيطَ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5E0"/>
          </a:solidFill>
          <a:ln w="12700">
            <a:solidFill>
              <a:srgbClr val="52A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9"/>
          </a:solidFill>
          <a:ln w="12700">
            <a:solidFill>
              <a:srgbClr val="DB707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8547"/>
          </a:solidFill>
          <a:ln w="12700">
            <a:solidFill>
              <a:srgbClr val="7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44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غِيظَ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F"/>
          </a:solidFill>
          <a:ln w="12700">
            <a:solidFill>
              <a:srgbClr val="D8648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2"/>
          </a:solidFill>
          <a:ln w="12700">
            <a:solidFill>
              <a:srgbClr val="D1479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155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غِيعَ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أَغِيبَ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2B64"/>
          </a:solidFill>
          <a:ln w="12700">
            <a:solidFill>
              <a:srgbClr val="3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3479"/>
          </a:solidFill>
          <a:ln w="12700">
            <a:solidFill>
              <a:srgbClr val="6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73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بَغِيتَ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21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تَغِيثَ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5"/>
          </a:solidFill>
          <a:ln w="12700">
            <a:solidFill>
              <a:srgbClr val="5EED6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ثَغِيجَ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8"/>
          </a:solidFill>
          <a:ln w="12700">
            <a:solidFill>
              <a:srgbClr val="E052C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4DB70"/>
          </a:solidFill>
          <a:ln w="12700">
            <a:solidFill>
              <a:srgbClr val="9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485"/>
          </a:solidFill>
          <a:ln w="12700">
            <a:solidFill>
              <a:srgbClr val="478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5646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جَغِيحَ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CD864"/>
          </a:solidFill>
          <a:ln w="12700">
            <a:solidFill>
              <a:srgbClr val="A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4D147"/>
          </a:solidFill>
          <a:ln w="12700">
            <a:solidFill>
              <a:srgbClr val="B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حَغِيخَ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058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خَغِيدَ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D2B"/>
          </a:solidFill>
          <a:ln w="12700">
            <a:solidFill>
              <a:srgbClr val="642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A34"/>
          </a:solidFill>
          <a:ln w="12700">
            <a:solidFill>
              <a:srgbClr val="795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540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دَغِيذَ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ذَغِيرَ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CED"/>
          </a:solidFill>
          <a:ln w="12700">
            <a:solidFill>
              <a:srgbClr val="5E7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802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رَغِيزَ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552"/>
          </a:solidFill>
          <a:ln w="12700">
            <a:solidFill>
              <a:srgbClr val="E0D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EDB"/>
          </a:solidFill>
          <a:ln w="12700">
            <a:solidFill>
              <a:srgbClr val="70A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4785"/>
          </a:solidFill>
          <a:ln w="12700">
            <a:solidFill>
              <a:srgbClr val="7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44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زَغِيسَ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9D8"/>
          </a:solidFill>
          <a:ln w="12700">
            <a:solidFill>
              <a:srgbClr val="64C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C"/>
          </a:solidFill>
          <a:ln w="12700">
            <a:solidFill>
              <a:srgbClr val="47D1C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26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26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69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سَغِيشَ</a:t>
            </a:r>
            <a:endParaRPr lang="ar-SA" sz="4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26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269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72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شَغِيصَ</a:t>
            </a:r>
            <a:endParaRPr lang="ar-SA" sz="4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642B"/>
          </a:solidFill>
          <a:ln w="12700">
            <a:solidFill>
              <a:srgbClr val="3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8"/>
          </a:solidFill>
          <a:ln w="12700">
            <a:solidFill>
              <a:srgbClr val="3479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305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305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082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صَغِيضَ</a:t>
            </a:r>
            <a:endParaRPr lang="ar-SA" sz="4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05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05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92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ضَغِيطَ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F"/>
          </a:solidFill>
          <a:ln w="12700">
            <a:solidFill>
              <a:srgbClr val="ED5E9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501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طَغِيظَ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1"/>
          </a:solidFill>
          <a:ln w="12700">
            <a:solidFill>
              <a:srgbClr val="52E0B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9"/>
          </a:solidFill>
          <a:ln w="12700">
            <a:solidFill>
              <a:srgbClr val="DB70C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647"/>
          </a:solidFill>
          <a:ln w="12700">
            <a:solidFill>
              <a:srgbClr val="856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ظَغِيعَ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A64D8"/>
          </a:solidFill>
          <a:ln w="12700">
            <a:solidFill>
              <a:srgbClr val="C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947D1"/>
          </a:solidFill>
          <a:ln w="12700">
            <a:solidFill>
              <a:srgbClr val="A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16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548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عَغِيأَ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أَغِي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564"/>
          </a:solidFill>
          <a:ln w="12700">
            <a:solidFill>
              <a:srgbClr val="2B4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3479"/>
          </a:solidFill>
          <a:ln w="12700">
            <a:solidFill>
              <a:srgbClr val="3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بَغِي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تَغِي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3ED5E"/>
          </a:solidFill>
          <a:ln w="12700">
            <a:solidFill>
              <a:srgbClr val="C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ثَغِي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E52E0"/>
          </a:solidFill>
          <a:ln w="12700">
            <a:solidFill>
              <a:srgbClr val="8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370"/>
          </a:solidFill>
          <a:ln w="12700">
            <a:solidFill>
              <a:srgbClr val="DBD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7"/>
          </a:solidFill>
          <a:ln w="12700">
            <a:solidFill>
              <a:srgbClr val="4785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70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جَغِي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D64"/>
          </a:solidFill>
          <a:ln w="12700">
            <a:solidFill>
              <a:srgbClr val="D8A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747"/>
          </a:solidFill>
          <a:ln w="12700">
            <a:solidFill>
              <a:srgbClr val="D18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70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حَغِي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خَغِي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3"/>
          </a:solidFill>
          <a:ln w="12700">
            <a:solidFill>
              <a:srgbClr val="642B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2"/>
          </a:solidFill>
          <a:ln w="12700">
            <a:solidFill>
              <a:srgbClr val="7934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دَغِي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ذَغِي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7ED"/>
          </a:solidFill>
          <a:ln w="12700">
            <a:solidFill>
              <a:srgbClr val="5EE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965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رَغِي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A52"/>
          </a:solidFill>
          <a:ln w="12700">
            <a:solidFill>
              <a:srgbClr val="E06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8"/>
          </a:solidFill>
          <a:ln w="12700">
            <a:solidFill>
              <a:srgbClr val="70DBB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4785"/>
          </a:solidFill>
          <a:ln w="12700">
            <a:solidFill>
              <a:srgbClr val="4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00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زَغِي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0"/>
          </a:solidFill>
          <a:ln w="12700">
            <a:solidFill>
              <a:srgbClr val="64D89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5"/>
          </a:solidFill>
          <a:ln w="12700">
            <a:solidFill>
              <a:srgbClr val="47D16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962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سَغِي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495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495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04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شَغِي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642B"/>
          </a:solidFill>
          <a:ln w="12700">
            <a:solidFill>
              <a:srgbClr val="6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7934"/>
          </a:solidFill>
          <a:ln w="12700">
            <a:solidFill>
              <a:srgbClr val="5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38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38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168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صَغِي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495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495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13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ضَغِي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05EED"/>
          </a:solidFill>
          <a:ln w="12700">
            <a:solidFill>
              <a:srgbClr val="D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طَغِي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DE052"/>
          </a:solidFill>
          <a:ln w="12700">
            <a:solidFill>
              <a:srgbClr val="5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D70DB"/>
          </a:solidFill>
          <a:ln w="12700">
            <a:solidFill>
              <a:srgbClr val="9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6"/>
          </a:solidFill>
          <a:ln w="12700">
            <a:solidFill>
              <a:srgbClr val="8547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ظَغِي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364D8"/>
          </a:solidFill>
          <a:ln w="12700">
            <a:solidFill>
              <a:srgbClr val="7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CD1"/>
          </a:solidFill>
          <a:ln w="12700">
            <a:solidFill>
              <a:srgbClr val="474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35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266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عَغِي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034540" y="896112"/>
            <a:ext cx="181781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A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034540" y="896112"/>
            <a:ext cx="181781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عِيدٌ</a:t>
            </a:r>
            <a:endParaRPr lang="ar-SA" sz="6100" dirty="0"/>
          </a:p>
        </p:txBody>
      </p:sp>
      <p:sp>
        <p:nvSpPr>
          <p:cNvPr id="13" name="C2 W2 pill"/>
          <p:cNvSpPr/>
          <p:nvPr/>
        </p:nvSpPr>
        <p:spPr>
          <a:xfrm>
            <a:off x="2291646" y="896112"/>
            <a:ext cx="242285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A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291646" y="896112"/>
            <a:ext cx="242285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سَعِيدٌ</a:t>
            </a:r>
            <a:endParaRPr lang="ar-SA" sz="61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33188" y="2834640"/>
            <a:ext cx="387762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33188" y="2834640"/>
            <a:ext cx="387762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عِيدٌ سَعِيدٌ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10466" y="896112"/>
            <a:ext cx="192201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C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10466" y="896112"/>
            <a:ext cx="19220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طِفْلٌ</a:t>
            </a:r>
            <a:endParaRPr lang="ar-SA" sz="4700" dirty="0"/>
          </a:p>
        </p:txBody>
      </p:sp>
      <p:sp>
        <p:nvSpPr>
          <p:cNvPr id="14" name="C2 W2 pill"/>
          <p:cNvSpPr/>
          <p:nvPr/>
        </p:nvSpPr>
        <p:spPr>
          <a:xfrm>
            <a:off x="2411520" y="896112"/>
            <a:ext cx="207890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C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11520" y="896112"/>
            <a:ext cx="207890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صَغِيرٌ</a:t>
            </a:r>
            <a:endParaRPr lang="ar-SA" sz="47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58012" y="2834640"/>
            <a:ext cx="362797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58012" y="2834640"/>
            <a:ext cx="362797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طِفْلٌ صَغِيرٌ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170033" y="896112"/>
            <a:ext cx="17506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70033" y="896112"/>
            <a:ext cx="17506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بَعِيرٌ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223285" y="896112"/>
            <a:ext cx="262670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6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23285" y="896112"/>
            <a:ext cx="26267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عَطْشَانُ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54519" y="2834640"/>
            <a:ext cx="403496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54519" y="2834640"/>
            <a:ext cx="403496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بَعِيرٌ عَطْشَانُ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110</Slides>
  <Notes>110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10-ain-ghain</dc:title>
  <dc:subject>PptxGenJS Presentation</dc:subject>
  <dc:creator>PptxGenJS</dc:creator>
  <cp:lastModifiedBy>PptxGenJS</cp:lastModifiedBy>
  <cp:revision>1</cp:revision>
  <dcterms:created xsi:type="dcterms:W3CDTF">2026-10-21T17:58:00Z</dcterms:created>
  <dcterms:modified xsi:type="dcterms:W3CDTF">2026-10-21T17:58:00Z</dcterms:modified>
</cp:coreProperties>
</file>