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35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35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1409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8"/>
          </a:solidFill>
          <a:ln w="12700">
            <a:solidFill>
              <a:srgbClr val="ED5E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93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1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64D8"/>
          </a:solidFill>
          <a:ln w="12700">
            <a:solidFill>
              <a:srgbClr val="8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264"/>
          </a:solidFill>
          <a:ln w="12700">
            <a:solidFill>
              <a:srgbClr val="D87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1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B"/>
          </a:solidFill>
          <a:ln w="12700">
            <a:solidFill>
              <a:srgbClr val="5EED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6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D147"/>
          </a:solidFill>
          <a:ln w="12700">
            <a:solidFill>
              <a:srgbClr val="7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أَعِيبَ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بَعِيتَ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تَعِيثَ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ثَعِيجَ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64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جَعِيحَ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حَعِيخَ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5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خَعِيدَ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دَعِيذَ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45E"/>
          </a:solidFill>
          <a:ln w="12700">
            <a:solidFill>
              <a:srgbClr val="ED6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ذَعِيرَ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9E0"/>
          </a:solidFill>
          <a:ln w="12700">
            <a:solidFill>
              <a:srgbClr val="52C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4"/>
          </a:solidFill>
          <a:ln w="12700">
            <a:solidFill>
              <a:srgbClr val="DB70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2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رَعِيزَ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1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1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6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زَعِيسَ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سَعِيشَ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شَعِيصَ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صَعِيضَ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ضَعِيطَ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طَعِيظَ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ظَعِيأَ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0ED"/>
          </a:solidFill>
          <a:ln w="12700">
            <a:solidFill>
              <a:srgbClr val="5EA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جَعِي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9"/>
          </a:solidFill>
          <a:ln w="12700">
            <a:solidFill>
              <a:srgbClr val="47D1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حَعِي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دَعِي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6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رَعِي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D"/>
          </a:solidFill>
          <a:ln w="12700">
            <a:solidFill>
              <a:srgbClr val="52E0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68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صَعِي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ضَعِي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ED5E"/>
          </a:solidFill>
          <a:ln w="12700">
            <a:solidFill>
              <a:srgbClr val="E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طَعِي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571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571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57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2669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4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غِيبَ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غِيتَ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9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غِيحَ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غِيخَ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غِيذَ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01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غِيرَ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غِيزَ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7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غِيسَ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غِيشَ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غِيصَ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غِيضَ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غِيطَ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غِيظَ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غِيعَ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أَغِيبَ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بَغِيتَ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تَغِيثَ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64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جَغِيحَ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خَغِيدَ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دَغِيذَ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ذَغِيرَ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02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رَغِيزَ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زَغِيسَ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سَغِيشَ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شَغِيصَ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صَغِيضَ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ضَغِيطَ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طَغِيظَ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ظَغِيعَ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جَغِي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حَغِي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65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رَغِي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62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68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ضَغِي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4540" y="896112"/>
            <a:ext cx="18178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A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4540" y="896112"/>
            <a:ext cx="18178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</a:t>
            </a:r>
            <a:endParaRPr lang="ar-SA" sz="6100" dirty="0"/>
          </a:p>
        </p:txBody>
      </p:sp>
      <p:sp>
        <p:nvSpPr>
          <p:cNvPr id="13" name="C2 W2 pill"/>
          <p:cNvSpPr/>
          <p:nvPr/>
        </p:nvSpPr>
        <p:spPr>
          <a:xfrm>
            <a:off x="2291646" y="896112"/>
            <a:ext cx="2422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1646" y="896112"/>
            <a:ext cx="2422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6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3188" y="2834640"/>
            <a:ext cx="38776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3188" y="2834640"/>
            <a:ext cx="38776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 سَعِيدٌ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31367" y="896112"/>
            <a:ext cx="2280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31367" y="896112"/>
            <a:ext cx="2280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طِفۡلٌ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232421" y="896112"/>
            <a:ext cx="2078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32421" y="896112"/>
            <a:ext cx="2078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78913" y="2834640"/>
            <a:ext cx="39861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78913" y="2834640"/>
            <a:ext cx="39861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طِفۡلٌ صَغِيرٌ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78648" y="896112"/>
            <a:ext cx="19642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78648" y="896112"/>
            <a:ext cx="19642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1701065" y="896112"/>
            <a:ext cx="3457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701065" y="896112"/>
            <a:ext cx="3457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عَطۡشَانُ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005338" y="2834640"/>
            <a:ext cx="5133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005338" y="2834640"/>
            <a:ext cx="5133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بَعِيرٌ عَطۡشَانُ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10-ain-ghain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