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D"/>
          </a:solidFill>
          <a:ln w="12700">
            <a:solidFill>
              <a:srgbClr val="5EED7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3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0928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73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33502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34529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</a:t>
            </a:r>
            <a:endParaRPr lang="ar-SA" sz="91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0"/>
          </a:solidFill>
          <a:ln w="12700">
            <a:solidFill>
              <a:srgbClr val="E052B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1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كِيبَ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1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كِيتَ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4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كِيثَ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CDB"/>
          </a:solidFill>
          <a:ln w="12700">
            <a:solidFill>
              <a:srgbClr val="709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FD1"/>
          </a:solidFill>
          <a:ln w="12700">
            <a:solidFill>
              <a:srgbClr val="47B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3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7"/>
          </a:solidFill>
          <a:ln w="12700">
            <a:solidFill>
              <a:srgbClr val="ED5E8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42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7"/>
          </a:solidFill>
          <a:ln w="12700">
            <a:solidFill>
              <a:srgbClr val="DB70B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95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كِيشَ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47D1"/>
          </a:solidFill>
          <a:ln w="12700">
            <a:solidFill>
              <a:srgbClr val="C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78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كِيصَ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86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كِيضَ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كِيطَ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6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كِيظَ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كِيعَ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52E0"/>
          </a:solidFill>
          <a:ln w="12700">
            <a:solidFill>
              <a:srgbClr val="A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5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164"/>
          </a:solidFill>
          <a:ln w="12700">
            <a:solidFill>
              <a:srgbClr val="D8C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كِيفَ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92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كِيقَ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3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99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بَكِيتَ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EED"/>
          </a:solidFill>
          <a:ln w="12700">
            <a:solidFill>
              <a:srgbClr val="5EC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486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4"/>
          </a:solidFill>
          <a:ln w="12700">
            <a:solidFill>
              <a:srgbClr val="64D8A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جَكِيحَ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حَكِيخَ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281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74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خَكِيدَ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54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دَكِيذَ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ذَكِيرَ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F"/>
          </a:solidFill>
          <a:ln w="12700">
            <a:solidFill>
              <a:srgbClr val="52E0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9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رَكِيزَ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764D8"/>
          </a:solidFill>
          <a:ln w="12700">
            <a:solidFill>
              <a:srgbClr val="8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47D1"/>
          </a:solidFill>
          <a:ln w="12700">
            <a:solidFill>
              <a:srgbClr val="5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05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زَكِيسَ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78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سَكِيشَ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6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40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721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شَكِيصَ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82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صَكِيضَ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55E"/>
          </a:solidFill>
          <a:ln w="12700">
            <a:solidFill>
              <a:srgbClr val="EDC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8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30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ضَكِيطَ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8E0"/>
          </a:solidFill>
          <a:ln w="12700">
            <a:solidFill>
              <a:srgbClr val="526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570"/>
          </a:solidFill>
          <a:ln w="12700">
            <a:solidFill>
              <a:srgbClr val="DB9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71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33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طَكِيظَ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A64"/>
          </a:solidFill>
          <a:ln w="12700">
            <a:solidFill>
              <a:srgbClr val="D86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7"/>
          </a:solidFill>
          <a:ln w="12700">
            <a:solidFill>
              <a:srgbClr val="D1475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ظَكِيعَ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486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عَكِيغَ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507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727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غَكِيفَ</a:t>
            </a:r>
            <a:endParaRPr lang="ar-SA" sz="5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4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فَكِيقَ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83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9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45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قَكِيأَ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BD864"/>
          </a:solidFill>
          <a:ln w="12700">
            <a:solidFill>
              <a:srgbClr val="7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بَكِي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جَكِي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5EED"/>
          </a:solidFill>
          <a:ln w="12700">
            <a:solidFill>
              <a:srgbClr val="7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حَكِي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E052"/>
          </a:solidFill>
          <a:ln w="12700">
            <a:solidFill>
              <a:srgbClr val="A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66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0119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خَكِي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8D8"/>
          </a:solidFill>
          <a:ln w="12700">
            <a:solidFill>
              <a:srgbClr val="649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رَكِي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007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زَكِي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43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سَكِي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4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شَكِي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77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00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735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صَكِي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11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78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30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ضَكِي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طَكِي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09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01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ظَكِي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6ED5E"/>
          </a:solidFill>
          <a:ln w="12700">
            <a:solidFill>
              <a:srgbClr val="8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597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عَكِي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88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78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0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غَكِي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2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فَكِي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قَكِي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8497" y="896112"/>
            <a:ext cx="18079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9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8497" y="896112"/>
            <a:ext cx="18079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647532" y="896112"/>
            <a:ext cx="172092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47532" y="896112"/>
            <a:ext cx="172092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دِيكٌ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05164" y="2834640"/>
            <a:ext cx="31336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05164" y="2834640"/>
            <a:ext cx="31336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صَاحَ دِيكٌ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28197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28197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320364" y="896112"/>
            <a:ext cx="238779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20364" y="896112"/>
            <a:ext cx="238779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وَصَغِيرٌ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1045" y="2834640"/>
            <a:ext cx="37619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1045" y="2834640"/>
            <a:ext cx="37619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 وَصَغِيرٌ</a:t>
            </a:r>
            <a:endParaRPr lang="ar-SA" sz="4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77048" y="896112"/>
            <a:ext cx="19869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77048" y="896112"/>
            <a:ext cx="19869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79987" y="896112"/>
            <a:ext cx="18770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9987" y="896112"/>
            <a:ext cx="18770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ثَقِيلٌ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1610" y="2834640"/>
            <a:ext cx="34207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1610" y="2834640"/>
            <a:ext cx="34207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ثَقِيلٌ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12-kaf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