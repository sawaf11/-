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D"/>
          </a:solidFill>
          <a:ln w="12700">
            <a:solidFill>
              <a:srgbClr val="5EED7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92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3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6092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7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3452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</a:t>
            </a:r>
            <a:endParaRPr lang="ar-SA" sz="9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0"/>
          </a:solidFill>
          <a:ln w="12700">
            <a:solidFill>
              <a:srgbClr val="E052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DB70"/>
          </a:solidFill>
          <a:ln w="12700">
            <a:solidFill>
              <a:srgbClr val="8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D864"/>
          </a:solidFill>
          <a:ln w="12700">
            <a:solidFill>
              <a:srgbClr val="9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D147"/>
          </a:solidFill>
          <a:ln w="12700">
            <a:solidFill>
              <a:srgbClr val="9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5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كِيبَ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1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كِيتَ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634"/>
          </a:solidFill>
          <a:ln w="12700">
            <a:solidFill>
              <a:srgbClr val="796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94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كِيثَ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3ED"/>
          </a:solidFill>
          <a:ln w="12700">
            <a:solidFill>
              <a:srgbClr val="5E6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3E052"/>
          </a:solidFill>
          <a:ln w="12700">
            <a:solidFill>
              <a:srgbClr val="D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CDB"/>
          </a:solidFill>
          <a:ln w="12700">
            <a:solidFill>
              <a:srgbClr val="709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6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5D8"/>
          </a:solidFill>
          <a:ln w="12700">
            <a:solidFill>
              <a:srgbClr val="64B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FD1"/>
          </a:solidFill>
          <a:ln w="12700">
            <a:solidFill>
              <a:srgbClr val="47B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3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7"/>
          </a:solidFill>
          <a:ln w="12700">
            <a:solidFill>
              <a:srgbClr val="ED5E8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4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4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42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كِيسَ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A"/>
          </a:solidFill>
          <a:ln w="12700">
            <a:solidFill>
              <a:srgbClr val="52E0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7"/>
          </a:solidFill>
          <a:ln w="12700">
            <a:solidFill>
              <a:srgbClr val="DB70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147"/>
          </a:solidFill>
          <a:ln w="12700">
            <a:solidFill>
              <a:srgbClr val="857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9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كِيشَ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2"/>
          </a:solidFill>
          <a:ln w="12700">
            <a:solidFill>
              <a:srgbClr val="D864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47D1"/>
          </a:solidFill>
          <a:ln w="12700">
            <a:solidFill>
              <a:srgbClr val="C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7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7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78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كِيصَ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86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كِيضَ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3479"/>
          </a:solidFill>
          <a:ln w="12700">
            <a:solidFill>
              <a:srgbClr val="4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كِيطَ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كِيظَ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AED5E"/>
          </a:solidFill>
          <a:ln w="12700">
            <a:solidFill>
              <a:srgbClr val="A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كِيعَ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652E0"/>
          </a:solidFill>
          <a:ln w="12700">
            <a:solidFill>
              <a:srgbClr val="A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DB70"/>
          </a:solidFill>
          <a:ln w="12700">
            <a:solidFill>
              <a:srgbClr val="D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2"/>
          </a:solidFill>
          <a:ln w="12700">
            <a:solidFill>
              <a:srgbClr val="4785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8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8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164"/>
          </a:solidFill>
          <a:ln w="12700">
            <a:solidFill>
              <a:srgbClr val="D8C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F47"/>
          </a:solidFill>
          <a:ln w="12700">
            <a:solidFill>
              <a:srgbClr val="D19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كِيفَ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9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كِيقَ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9"/>
          </a:solidFill>
          <a:ln w="12700">
            <a:solidFill>
              <a:srgbClr val="642B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6"/>
          </a:solidFill>
          <a:ln w="12700">
            <a:solidFill>
              <a:srgbClr val="7934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3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أَكِيبَ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99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بَكِيتَ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EED"/>
          </a:solidFill>
          <a:ln w="12700">
            <a:solidFill>
              <a:srgbClr val="5EC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48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تَكِيثَ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352"/>
          </a:solidFill>
          <a:ln w="12700">
            <a:solidFill>
              <a:srgbClr val="E08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B"/>
          </a:solidFill>
          <a:ln w="12700">
            <a:solidFill>
              <a:srgbClr val="70DB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ثَكِيجَ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4"/>
          </a:solidFill>
          <a:ln w="12700">
            <a:solidFill>
              <a:srgbClr val="64D8A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D"/>
          </a:solidFill>
          <a:ln w="12700">
            <a:solidFill>
              <a:srgbClr val="47D17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92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جَكِيحَ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2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حَكِيخَ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7934"/>
          </a:solidFill>
          <a:ln w="12700">
            <a:solidFill>
              <a:srgbClr val="4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28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74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خَكِيدَ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5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دَكِيذَ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95EED"/>
          </a:solidFill>
          <a:ln w="12700">
            <a:solidFill>
              <a:srgbClr val="E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ذَكِيرَ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F"/>
          </a:solidFill>
          <a:ln w="12700">
            <a:solidFill>
              <a:srgbClr val="52E05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70DB"/>
          </a:solidFill>
          <a:ln w="12700">
            <a:solidFill>
              <a:srgbClr val="B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94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رَكِيزَ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47D1"/>
          </a:solidFill>
          <a:ln w="12700">
            <a:solidFill>
              <a:srgbClr val="5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0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0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زَكِيسَ</a:t>
            </a:r>
            <a:endParaRPr lang="ar-SA" sz="5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6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6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سَكِيشَ</a:t>
            </a:r>
            <a:endParaRPr lang="ar-SA" sz="4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979"/>
          </a:solidFill>
          <a:ln w="12700">
            <a:solidFill>
              <a:srgbClr val="345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6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6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شَكِيصَ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82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صَكِيضَ</a:t>
            </a:r>
            <a:endParaRPr lang="ar-SA" sz="4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55E"/>
          </a:solidFill>
          <a:ln w="12700">
            <a:solidFill>
              <a:srgbClr val="EDC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30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ضَكِيطَ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8E0"/>
          </a:solidFill>
          <a:ln w="12700">
            <a:solidFill>
              <a:srgbClr val="526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570"/>
          </a:solidFill>
          <a:ln w="12700">
            <a:solidFill>
              <a:srgbClr val="DB9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7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33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طَكِيظَ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A64"/>
          </a:solidFill>
          <a:ln w="12700">
            <a:solidFill>
              <a:srgbClr val="D86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7"/>
          </a:solidFill>
          <a:ln w="12700">
            <a:solidFill>
              <a:srgbClr val="D147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94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94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ظَكِيعَ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5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5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عَكِيغَ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A"/>
          </a:solidFill>
          <a:ln w="12700">
            <a:solidFill>
              <a:srgbClr val="7934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5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5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72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غَكِيفَ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94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94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فَكِيقَ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2"/>
          </a:solidFill>
          <a:ln w="12700">
            <a:solidFill>
              <a:srgbClr val="5EEDA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83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83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قَكِيأَ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B"/>
          </a:solidFill>
          <a:ln w="12700">
            <a:solidFill>
              <a:srgbClr val="E052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B"/>
          </a:solidFill>
          <a:ln w="12700">
            <a:solidFill>
              <a:srgbClr val="70DB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A85"/>
          </a:solidFill>
          <a:ln w="12700">
            <a:solidFill>
              <a:srgbClr val="476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أَكِي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D864"/>
          </a:solidFill>
          <a:ln w="12700">
            <a:solidFill>
              <a:srgbClr val="7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D147"/>
          </a:solidFill>
          <a:ln w="12700">
            <a:solidFill>
              <a:srgbClr val="7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بَكِي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تَكِي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ثَكِي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جَكِي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5EED"/>
          </a:solidFill>
          <a:ln w="12700">
            <a:solidFill>
              <a:srgbClr val="7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حَكِي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FE052"/>
          </a:solidFill>
          <a:ln w="12700">
            <a:solidFill>
              <a:srgbClr val="A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0DB"/>
          </a:solidFill>
          <a:ln w="12700">
            <a:solidFill>
              <a:srgbClr val="708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6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6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خَكِي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8D8"/>
          </a:solidFill>
          <a:ln w="12700">
            <a:solidFill>
              <a:srgbClr val="649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BD1"/>
          </a:solidFill>
          <a:ln w="12700">
            <a:solidFill>
              <a:srgbClr val="479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دَكِي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ذَكِي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رَكِي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زَكِي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2"/>
          </a:solidFill>
          <a:ln w="12700">
            <a:solidFill>
              <a:srgbClr val="ED5E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4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4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735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سَكِي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2E0"/>
          </a:solidFill>
          <a:ln w="12700">
            <a:solidFill>
              <a:srgbClr val="52D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شَكِي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4"/>
          </a:solidFill>
          <a:ln w="12700">
            <a:solidFill>
              <a:srgbClr val="D864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E"/>
          </a:solidFill>
          <a:ln w="12700">
            <a:solidFill>
              <a:srgbClr val="D147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7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735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صَكِي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1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13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ضَكِي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طَكِي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ظَكِي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6ED5E"/>
          </a:solidFill>
          <a:ln w="12700">
            <a:solidFill>
              <a:srgbClr val="8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97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عَكِي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52E0"/>
          </a:solidFill>
          <a:ln w="12700">
            <a:solidFill>
              <a:srgbClr val="C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DB70"/>
          </a:solidFill>
          <a:ln w="12700">
            <a:solidFill>
              <a:srgbClr val="B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8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8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غَكِي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D864"/>
          </a:solidFill>
          <a:ln w="12700">
            <a:solidFill>
              <a:srgbClr val="D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247"/>
          </a:solidFill>
          <a:ln w="12700">
            <a:solidFill>
              <a:srgbClr val="D1C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32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فَكِي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2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2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قَكِي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434"/>
          </a:solidFill>
          <a:ln w="12700">
            <a:solidFill>
              <a:srgbClr val="7944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88497" y="896112"/>
            <a:ext cx="18079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9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88497" y="896112"/>
            <a:ext cx="18079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647532" y="896112"/>
            <a:ext cx="17209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47532" y="896112"/>
            <a:ext cx="17209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دِيكٌ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05164" y="2834640"/>
            <a:ext cx="313367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05164" y="2834640"/>
            <a:ext cx="313367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 دِيكٌ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28197" y="896112"/>
            <a:ext cx="17954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28197" y="896112"/>
            <a:ext cx="17954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كَبِيرٌ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2320364" y="896112"/>
            <a:ext cx="23877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20364" y="896112"/>
            <a:ext cx="23877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وَصَغِيرٌ</a:t>
            </a:r>
            <a:endParaRPr lang="ar-SA" sz="4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91045" y="2834640"/>
            <a:ext cx="37619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91045" y="2834640"/>
            <a:ext cx="37619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كَبِيرٌ وَصَغِيرٌ</a:t>
            </a:r>
            <a:endParaRPr lang="ar-SA" sz="4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9ED"/>
          </a:solidFill>
          <a:ln w="12700">
            <a:solidFill>
              <a:srgbClr val="5EA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77048" y="896112"/>
            <a:ext cx="19869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8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77048" y="896112"/>
            <a:ext cx="19869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كِيسٌ</a:t>
            </a:r>
            <a:endParaRPr lang="ar-SA" sz="4700" dirty="0"/>
          </a:p>
        </p:txBody>
      </p:sp>
      <p:sp>
        <p:nvSpPr>
          <p:cNvPr id="20" name="C2 W2 pill"/>
          <p:cNvSpPr/>
          <p:nvPr/>
        </p:nvSpPr>
        <p:spPr>
          <a:xfrm>
            <a:off x="2479987" y="896112"/>
            <a:ext cx="18770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8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79987" y="896112"/>
            <a:ext cx="18770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ثَقِيلٌ</a:t>
            </a:r>
            <a:endParaRPr lang="ar-SA" sz="47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61610" y="2834640"/>
            <a:ext cx="342078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61610" y="2834640"/>
            <a:ext cx="342078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كِيسٌ ثَقِيلٌ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12-kaf</dc:title>
  <dc:subject>PptxGenJS Presentation</dc:subject>
  <dc:creator>PptxGenJS</dc:creator>
  <cp:lastModifiedBy>PptxGenJS</cp:lastModifiedBy>
  <cp:revision>1</cp:revision>
  <dcterms:created xsi:type="dcterms:W3CDTF">2026-10-21T19:56:09Z</dcterms:created>
  <dcterms:modified xsi:type="dcterms:W3CDTF">2026-10-21T19:56:09Z</dcterms:modified>
</cp:coreProperties>
</file>