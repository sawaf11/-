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9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3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09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7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كِيبَ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1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كِيتَ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4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كِيثَ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4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كِيشَ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8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كِيصَ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8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كِيضَ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كِيعَ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9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بَكِيتَ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تَكِيثَ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جَكِيحَ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7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خَكِيدَ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دَكِيذَ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ذَكِيرَ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رَكِيزَ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0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0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زَكِيسَ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سَكِيشَ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شَكِيصَ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صَكِيضَ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30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ضَكِيطَ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33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طَكِيظَ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ظَكِيعَ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عَكِيغَ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غَكِيفَ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فَكِيقَ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3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3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قَكِيأَ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بَكِي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جَكِي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3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سَكِي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3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صَكِي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ضَكِي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فَكِي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قَكِي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8497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8497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47532" y="896112"/>
            <a:ext cx="17209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47532" y="896112"/>
            <a:ext cx="17209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05164" y="2834640"/>
            <a:ext cx="313367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05164" y="2834640"/>
            <a:ext cx="313367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دِيكٌ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28197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28197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0364" y="896112"/>
            <a:ext cx="23877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0364" y="896112"/>
            <a:ext cx="23877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وَصَغِيرٌ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1045" y="2834640"/>
            <a:ext cx="37619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1045" y="2834640"/>
            <a:ext cx="37619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 وَصَغِيرٌ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77048" y="896112"/>
            <a:ext cx="19869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77048" y="896112"/>
            <a:ext cx="19869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479987" y="896112"/>
            <a:ext cx="18770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9987" y="896112"/>
            <a:ext cx="18770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ثَقِيلٌ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61610" y="2834640"/>
            <a:ext cx="34207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61610" y="2834640"/>
            <a:ext cx="34207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 ثَقِيلٌ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12-kaf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