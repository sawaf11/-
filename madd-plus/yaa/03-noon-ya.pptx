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</p:sldIdLst>
  <p:notesMasterIdLst>
    <p:notesMasterId r:id="rId1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notesMaster" Target="notesMasters/notesMaster1.xml"/><Relationship Id="rId161" Type="http://schemas.openxmlformats.org/officeDocument/2006/relationships/presProps" Target="presProps.xml"/><Relationship Id="rId162" Type="http://schemas.openxmlformats.org/officeDocument/2006/relationships/viewProps" Target="viewProps.xml"/><Relationship Id="rId163" Type="http://schemas.openxmlformats.org/officeDocument/2006/relationships/theme" Target="theme/theme1.xml"/><Relationship Id="rId1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370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8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3701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8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2235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</a:t>
            </a:r>
            <a:endParaRPr lang="ar-SA" sz="10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40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56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852E0"/>
          </a:solidFill>
          <a:ln w="12700">
            <a:solidFill>
              <a:srgbClr val="7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87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10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نِيذَ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8"/>
          </a:solidFill>
          <a:ln w="12700">
            <a:solidFill>
              <a:srgbClr val="70DB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590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0"/>
          </a:solidFill>
          <a:ln w="12700">
            <a:solidFill>
              <a:srgbClr val="47D1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50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نِيسَ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876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نِيطَ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1D1"/>
          </a:solidFill>
          <a:ln w="12700">
            <a:solidFill>
              <a:srgbClr val="476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نِيظَ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نِيعَ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نِيفَ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75E"/>
          </a:solidFill>
          <a:ln w="12700">
            <a:solidFill>
              <a:srgbClr val="ED9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1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نِيكَ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796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نِيمَ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أَنِيبَ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3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بَنِيتَ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1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تَنِيثَ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ثَنِيجَ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6D147"/>
          </a:solidFill>
          <a:ln w="12700">
            <a:solidFill>
              <a:srgbClr val="A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63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48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جَنِيحَ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حَنِيخَ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57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27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خَنِيدَ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6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دَنِيذَ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DED"/>
          </a:solidFill>
          <a:ln w="12700">
            <a:solidFill>
              <a:srgbClr val="5E6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38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31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2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ذَنِيرَ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E052"/>
          </a:solidFill>
          <a:ln w="12700">
            <a:solidFill>
              <a:srgbClr val="D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3DB"/>
          </a:solidFill>
          <a:ln w="12700">
            <a:solidFill>
              <a:srgbClr val="70A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رَنِيزَ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8D1"/>
          </a:solidFill>
          <a:ln w="12700">
            <a:solidFill>
              <a:srgbClr val="47C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0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زَنِيسَ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سَنِيشَ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7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شَنِيصَ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627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صَنِيضَ</a:t>
            </a:r>
            <a:endParaRPr lang="ar-SA" sz="4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1"/>
          </a:solidFill>
          <a:ln w="12700">
            <a:solidFill>
              <a:srgbClr val="ED5E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2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0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ضَنِيطَ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0"/>
          </a:solidFill>
          <a:ln w="12700">
            <a:solidFill>
              <a:srgbClr val="52E0C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E"/>
          </a:solidFill>
          <a:ln w="12700">
            <a:solidFill>
              <a:srgbClr val="DB70B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12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طَنِيظَ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664D8"/>
          </a:solidFill>
          <a:ln w="12700">
            <a:solidFill>
              <a:srgbClr val="D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ظَنِيعَ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عَنِيغَ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F64"/>
          </a:solidFill>
          <a:ln w="12700">
            <a:solidFill>
              <a:srgbClr val="2B3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3479"/>
          </a:solidFill>
          <a:ln w="12700">
            <a:solidFill>
              <a:srgbClr val="3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34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44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غَنِيفَ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4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فَنِيقَ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4ED5E"/>
          </a:solidFill>
          <a:ln w="12700">
            <a:solidFill>
              <a:srgbClr val="B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24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قَنِيكَ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C52E0"/>
          </a:solidFill>
          <a:ln w="12700">
            <a:solidFill>
              <a:srgbClr val="9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DB70"/>
          </a:solidFill>
          <a:ln w="12700">
            <a:solidFill>
              <a:srgbClr val="D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D"/>
          </a:solidFill>
          <a:ln w="12700">
            <a:solidFill>
              <a:srgbClr val="4785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كَنِيلَ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964"/>
          </a:solidFill>
          <a:ln w="12700">
            <a:solidFill>
              <a:srgbClr val="D8B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547"/>
          </a:solidFill>
          <a:ln w="12700">
            <a:solidFill>
              <a:srgbClr val="D19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لَنِيمَ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786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48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مَنِيأَ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B"/>
          </a:solidFill>
          <a:ln w="12700">
            <a:solidFill>
              <a:srgbClr val="7934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20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بَنِي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8ED"/>
          </a:solidFill>
          <a:ln w="12700">
            <a:solidFill>
              <a:srgbClr val="5ED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952"/>
          </a:solidFill>
          <a:ln w="12700">
            <a:solidFill>
              <a:srgbClr val="E07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3"/>
          </a:solidFill>
          <a:ln w="12700">
            <a:solidFill>
              <a:srgbClr val="70DBC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4785"/>
          </a:solidFill>
          <a:ln w="12700">
            <a:solidFill>
              <a:srgbClr val="4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37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C"/>
          </a:solidFill>
          <a:ln w="12700">
            <a:solidFill>
              <a:srgbClr val="64D8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3"/>
          </a:solidFill>
          <a:ln w="12700">
            <a:solidFill>
              <a:srgbClr val="47D1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جَنِي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حَنِي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23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خَنِي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6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دَنِي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5EED"/>
          </a:solidFill>
          <a:ln w="12700">
            <a:solidFill>
              <a:srgbClr val="D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3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5"/>
          </a:solidFill>
          <a:ln w="12700">
            <a:solidFill>
              <a:srgbClr val="52E05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870DB"/>
          </a:solidFill>
          <a:ln w="12700">
            <a:solidFill>
              <a:srgbClr val="A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رَنِي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F64D8"/>
          </a:solidFill>
          <a:ln w="12700">
            <a:solidFill>
              <a:srgbClr val="7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147D1"/>
          </a:solidFill>
          <a:ln w="12700">
            <a:solidFill>
              <a:srgbClr val="5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63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سَنِي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E"/>
          </a:solidFill>
          <a:ln w="12700">
            <a:solidFill>
              <a:srgbClr val="2B64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E79"/>
          </a:solidFill>
          <a:ln w="12700">
            <a:solidFill>
              <a:srgbClr val="345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69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954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صَنِي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B5E"/>
          </a:solidFill>
          <a:ln w="12700">
            <a:solidFill>
              <a:srgbClr val="EDB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385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ضَنِي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2E0"/>
          </a:solidFill>
          <a:ln w="12700">
            <a:solidFill>
              <a:srgbClr val="527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E70"/>
          </a:solidFill>
          <a:ln w="12700">
            <a:solidFill>
              <a:srgbClr val="DB8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6"/>
          </a:solidFill>
          <a:ln w="12700">
            <a:solidFill>
              <a:srgbClr val="D864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1"/>
          </a:solidFill>
          <a:ln w="12700">
            <a:solidFill>
              <a:srgbClr val="D1476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ظَنِي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عَنِي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2B64"/>
          </a:solidFill>
          <a:ln w="12700">
            <a:solidFill>
              <a:srgbClr val="5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F"/>
          </a:solidFill>
          <a:ln w="12700">
            <a:solidFill>
              <a:srgbClr val="7934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08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غَنِي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14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فَنِي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8"/>
          </a:solidFill>
          <a:ln w="12700">
            <a:solidFill>
              <a:srgbClr val="5EED9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قَنِي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5"/>
          </a:solidFill>
          <a:ln w="12700">
            <a:solidFill>
              <a:srgbClr val="E052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3"/>
          </a:solidFill>
          <a:ln w="12700">
            <a:solidFill>
              <a:srgbClr val="70DB7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كَنِي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3D864"/>
          </a:solidFill>
          <a:ln w="12700">
            <a:solidFill>
              <a:srgbClr val="8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D147"/>
          </a:solidFill>
          <a:ln w="12700">
            <a:solidFill>
              <a:srgbClr val="8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لَنِي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7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مَنِي</a:t>
            </a:r>
            <a:endParaRPr lang="ar-SA" sz="8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279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4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2790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7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0571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</a:t>
            </a:r>
            <a:endParaRPr lang="ar-SA" sz="11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68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5EED"/>
          </a:solidFill>
          <a:ln w="12700">
            <a:solidFill>
              <a:srgbClr val="7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837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يِيبَ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9E052"/>
          </a:solidFill>
          <a:ln w="12700">
            <a:solidFill>
              <a:srgbClr val="B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8DB"/>
          </a:solidFill>
          <a:ln w="12700">
            <a:solidFill>
              <a:srgbClr val="708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8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يِيتَ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0D8"/>
          </a:solidFill>
          <a:ln w="12700">
            <a:solidFill>
              <a:srgbClr val="64A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5D1"/>
          </a:solidFill>
          <a:ln w="12700">
            <a:solidFill>
              <a:srgbClr val="47A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5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يِيثَ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يِيجَ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يِيحَ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C"/>
          </a:solidFill>
          <a:ln w="12700">
            <a:solidFill>
              <a:srgbClr val="ED5E6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يِيدَ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CE0"/>
          </a:solidFill>
          <a:ln w="12700">
            <a:solidFill>
              <a:srgbClr val="52D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3"/>
          </a:solidFill>
          <a:ln w="12700">
            <a:solidFill>
              <a:srgbClr val="DB70A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1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يِيذَ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D"/>
          </a:solidFill>
          <a:ln w="12700">
            <a:solidFill>
              <a:srgbClr val="D864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8"/>
          </a:solidFill>
          <a:ln w="12700">
            <a:solidFill>
              <a:srgbClr val="D147C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898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09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يِيزَ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3479"/>
          </a:solidFill>
          <a:ln w="12700">
            <a:solidFill>
              <a:srgbClr val="5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968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يِيسَ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1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يِيشَ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ED5E"/>
          </a:solidFill>
          <a:ln w="12700">
            <a:solidFill>
              <a:srgbClr val="9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273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يِيصَ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152E0"/>
          </a:solidFill>
          <a:ln w="12700">
            <a:solidFill>
              <a:srgbClr val="C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DB70"/>
          </a:solidFill>
          <a:ln w="12700">
            <a:solidFill>
              <a:srgbClr val="B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40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يِيضَ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764"/>
          </a:solidFill>
          <a:ln w="12700">
            <a:solidFill>
              <a:srgbClr val="D8D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847"/>
          </a:solidFill>
          <a:ln w="12700">
            <a:solidFill>
              <a:srgbClr val="D1B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يِيطَ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يِيظَ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F34"/>
          </a:solidFill>
          <a:ln w="12700">
            <a:solidFill>
              <a:srgbClr val="793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55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يِيعَ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يِيغَ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3ED"/>
          </a:solidFill>
          <a:ln w="12700">
            <a:solidFill>
              <a:srgbClr val="5EB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80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يِيفَ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D52"/>
          </a:solidFill>
          <a:ln w="12700">
            <a:solidFill>
              <a:srgbClr val="E09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8DB"/>
          </a:solidFill>
          <a:ln w="12700">
            <a:solidFill>
              <a:srgbClr val="70D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4785"/>
          </a:solidFill>
          <a:ln w="12700">
            <a:solidFill>
              <a:srgbClr val="5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91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يِيقَ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A"/>
          </a:solidFill>
          <a:ln w="12700">
            <a:solidFill>
              <a:srgbClr val="64D8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6"/>
          </a:solidFill>
          <a:ln w="12700">
            <a:solidFill>
              <a:srgbClr val="47D1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96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يِيكَ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52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يِيلَ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7960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يِيمَ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86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يِينَ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7"/>
          </a:solidFill>
          <a:ln w="12700">
            <a:solidFill>
              <a:srgbClr val="ED5ED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653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يِيهَ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A"/>
          </a:solidFill>
          <a:ln w="12700">
            <a:solidFill>
              <a:srgbClr val="52E07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70DB"/>
          </a:solidFill>
          <a:ln w="12700">
            <a:solidFill>
              <a:srgbClr val="C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82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يِيوَ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D64D8"/>
          </a:solidFill>
          <a:ln w="12700">
            <a:solidFill>
              <a:srgbClr val="9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47D1"/>
          </a:solidFill>
          <a:ln w="12700">
            <a:solidFill>
              <a:srgbClr val="7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52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أَيِيبَ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8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082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بَيِيتَ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B64"/>
          </a:solidFill>
          <a:ln w="12700">
            <a:solidFill>
              <a:srgbClr val="2B5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C79"/>
          </a:solidFill>
          <a:ln w="12700">
            <a:solidFill>
              <a:srgbClr val="344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69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تَيِيثَ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ثَيِيجَ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05E"/>
          </a:solidFill>
          <a:ln w="12700">
            <a:solidFill>
              <a:srgbClr val="EDE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115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5516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جَيِيحَ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حَيِيخَ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147"/>
          </a:solidFill>
          <a:ln w="12700">
            <a:solidFill>
              <a:srgbClr val="D15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393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8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خَيِيدَ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95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دَيِيذَ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71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95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ذَيِيرَ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33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1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80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رَيِيزَ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451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زَيِيسَ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1"/>
          </a:solidFill>
          <a:ln w="12700">
            <a:solidFill>
              <a:srgbClr val="E052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E"/>
          </a:solidFill>
          <a:ln w="12700">
            <a:solidFill>
              <a:srgbClr val="70DB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71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سَيِيشَ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D147"/>
          </a:solidFill>
          <a:ln w="12700">
            <a:solidFill>
              <a:srgbClr val="6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610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شَيِيصَ</a:t>
            </a:r>
            <a:endParaRPr lang="ar-SA" sz="5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8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صَيِيضَ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1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62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ضَيِيطَ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67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08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طَيِيظَ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ظَيِيعَ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عَيِيغَ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50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61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غَيِيفَ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226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89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فَيِيقَ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17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17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89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قَيِيكَ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17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كَيِيلَ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282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لَيِيمَ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293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293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599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مَيِينَ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10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52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نَيِيهَ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65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5744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هَيِيوَ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93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05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5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18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وَيِيأَ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أَيِي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023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بَيِي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C"/>
          </a:solidFill>
          <a:ln w="12700">
            <a:solidFill>
              <a:srgbClr val="E052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تَيِي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8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ثَيِي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جَيِي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13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حَيِي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464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خَيِي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دَيِي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ذَيِي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3607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رَيِي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زَيِي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63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سَيِي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شَيِي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3"/>
          </a:solidFill>
          <a:ln w="12700">
            <a:solidFill>
              <a:srgbClr val="ED5E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520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3985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صَيِي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68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112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ضَيِي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طَيِي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ظَيِي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66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عَيِي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576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غَيِي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297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فَيِي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A52E0"/>
          </a:solidFill>
          <a:ln w="12700">
            <a:solidFill>
              <a:srgbClr val="7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24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قَيِي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83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59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كَيِي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353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6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لَيِي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367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مَيِي</a:t>
            </a:r>
            <a:endParaRPr lang="ar-SA" sz="8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نَيِي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3E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70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387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هَيِي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5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13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352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وَيِي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550383" y="896112"/>
            <a:ext cx="201657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550383" y="896112"/>
            <a:ext cx="201657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577045" y="896112"/>
            <a:ext cx="1653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77045" y="896112"/>
            <a:ext cx="1653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69772" y="2834640"/>
            <a:ext cx="32044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69772" y="2834640"/>
            <a:ext cx="32044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 فِيلٌ</a:t>
            </a:r>
            <a:endParaRPr lang="ar-SA" sz="4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63742" y="896112"/>
            <a:ext cx="195010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E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63742" y="896112"/>
            <a:ext cx="195010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طِينٌ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230155" y="896112"/>
            <a:ext cx="24135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E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30155" y="896112"/>
            <a:ext cx="24135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وَتُرَابٌ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43260" y="2834640"/>
            <a:ext cx="40574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43260" y="2834640"/>
            <a:ext cx="40574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طِينٌ وَتُرَابٌ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032191" y="896112"/>
            <a:ext cx="15722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5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032191" y="896112"/>
            <a:ext cx="15722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دِينٌ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539601" y="896112"/>
            <a:ext cx="21725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5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39601" y="896112"/>
            <a:ext cx="21725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وَإِيمَانٌ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03972" y="2834640"/>
            <a:ext cx="333605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03972" y="2834640"/>
            <a:ext cx="333605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دِينٌ وَإِيمَانٌ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158</Slides>
  <Notes>158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03-noon-ya</dc:title>
  <dc:subject>PptxGenJS Presentation</dc:subject>
  <dc:creator>PptxGenJS</dc:creator>
  <cp:lastModifiedBy>PptxGenJS</cp:lastModifiedBy>
  <cp:revision>1</cp:revision>
  <dcterms:created xsi:type="dcterms:W3CDTF">2026-10-21T19:56:09Z</dcterms:created>
  <dcterms:modified xsi:type="dcterms:W3CDTF">2026-10-21T19:56:09Z</dcterms:modified>
</cp:coreProperties>
</file>