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notesMasterIdLst>
    <p:notesMasterId r:id="rId1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70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370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8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2235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4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52E0"/>
          </a:solidFill>
          <a:ln w="12700">
            <a:solidFill>
              <a:srgbClr val="7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0"/>
          </a:solidFill>
          <a:ln w="12700">
            <a:solidFill>
              <a:srgbClr val="47D1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50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76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75E"/>
          </a:solidFill>
          <a:ln w="12700">
            <a:solidFill>
              <a:srgbClr val="ED9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نِيكَ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نِيمَ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أَنِيبَ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بَنِيتَ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تَنِيثَ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ثَنِيجَ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D147"/>
          </a:solidFill>
          <a:ln w="12700">
            <a:solidFill>
              <a:srgbClr val="A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جَنِيحَ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حَنِيخَ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27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خَنِيدَ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دَنِيذَ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DED"/>
          </a:solidFill>
          <a:ln w="12700">
            <a:solidFill>
              <a:srgbClr val="5E6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ذَنِيرَ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E052"/>
          </a:solidFill>
          <a:ln w="12700">
            <a:solidFill>
              <a:srgbClr val="D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3DB"/>
          </a:solidFill>
          <a:ln w="12700">
            <a:solidFill>
              <a:srgbClr val="70A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رَنِيزَ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8D1"/>
          </a:solidFill>
          <a:ln w="12700">
            <a:solidFill>
              <a:srgbClr val="47C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0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زَنِيسَ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سَنِيشَ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شَنِيصَ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صَنِيضَ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ضَنِيطَ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طَنِيظَ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ظَنِيعَ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عَنِيغَ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44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غَنِيفَ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فَنِيقَ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ED5E"/>
          </a:solidFill>
          <a:ln w="12700">
            <a:solidFill>
              <a:srgbClr val="B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24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قَنِيكَ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كَنِيلَ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547"/>
          </a:solidFill>
          <a:ln w="12700">
            <a:solidFill>
              <a:srgbClr val="D19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لَنِيمَ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حَنِي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6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سَنِي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54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صَنِي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قَنِي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مَنِي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79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4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79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37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8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يِيتَ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يِيثَ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يِيجَ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يِيحَ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يِيدَ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1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يِيذَ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8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0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يِيزَ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968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يِيسَ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1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يِيشَ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7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يِيصَ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يِيضَ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يِيطَ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يِيظَ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يِيعَ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يِيغَ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يِيفَ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91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يِيقَ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9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يِيكَ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5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يِيلَ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يِيمَ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6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يِينَ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65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يِيهَ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82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أَيِيبَ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08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بَيِيتَ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69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تَيِيثَ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جَيِيحَ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8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خَيِيدَ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95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دَيِيذَ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5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ذَيِيرَ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80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رَيِيزَ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51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زَيِيسَ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سَيِيشَ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شَيِيصَ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8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صَيِيضَ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62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ضَيِيطَ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08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طَيِيظَ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ظَيِيعَ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عَيِيغَ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6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غَيِيفَ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89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فَيِيقَ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7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7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89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قَيِيكَ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1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كَيِيلَ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لَيِيمَ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93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93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9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مَيِينَ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5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نَيِيهَ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744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هَيِيوَ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وَيِيأَ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أَيِي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بَيِي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ذَيِي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رَيِي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زَيِي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6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سَيِي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شَيِي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8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صَيِي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عَيِي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فَيِي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مَيِي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نَيِي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3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5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52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وَيِي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50383" y="896112"/>
            <a:ext cx="20165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50383" y="896112"/>
            <a:ext cx="20165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577045" y="896112"/>
            <a:ext cx="1653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77045" y="896112"/>
            <a:ext cx="1653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9772" y="2834640"/>
            <a:ext cx="32044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9772" y="2834640"/>
            <a:ext cx="32044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 فِيلٌ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63742" y="896112"/>
            <a:ext cx="19501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63742" y="896112"/>
            <a:ext cx="19501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طِينٌ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230155" y="896112"/>
            <a:ext cx="24135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30155" y="896112"/>
            <a:ext cx="24135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وَتُرَابٌ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43260" y="2834640"/>
            <a:ext cx="40574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43260" y="2834640"/>
            <a:ext cx="4057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طِينٌ وَتُرَابٌ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2191" y="896112"/>
            <a:ext cx="15722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5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2191" y="896112"/>
            <a:ext cx="15722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دِينٌ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9601" y="896112"/>
            <a:ext cx="21725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9601" y="896112"/>
            <a:ext cx="21725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وَإِيمَانٌ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03972" y="2834640"/>
            <a:ext cx="33360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03972" y="2834640"/>
            <a:ext cx="33360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دِينٌ وَإِيمَانٌ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03-noon-ya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