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slideMasters/slideMaster130.xml" ContentType="application/vnd.openxmlformats-officedocument.presentationml.slideMaster+xml"/>
  <Override PartName="/ppt/slides/slide130.xml" ContentType="application/vnd.openxmlformats-officedocument.presentationml.slide+xml"/>
  <Override PartName="/ppt/slideMasters/slideMaster131.xml" ContentType="application/vnd.openxmlformats-officedocument.presentationml.slideMaster+xml"/>
  <Override PartName="/ppt/slides/slide131.xml" ContentType="application/vnd.openxmlformats-officedocument.presentationml.slide+xml"/>
  <Override PartName="/ppt/slideMasters/slideMaster132.xml" ContentType="application/vnd.openxmlformats-officedocument.presentationml.slideMaster+xml"/>
  <Override PartName="/ppt/slides/slide132.xml" ContentType="application/vnd.openxmlformats-officedocument.presentationml.slide+xml"/>
  <Override PartName="/ppt/slideMasters/slideMaster133.xml" ContentType="application/vnd.openxmlformats-officedocument.presentationml.slideMaster+xml"/>
  <Override PartName="/ppt/slides/slide133.xml" ContentType="application/vnd.openxmlformats-officedocument.presentationml.slide+xml"/>
  <Override PartName="/ppt/slideMasters/slideMaster134.xml" ContentType="application/vnd.openxmlformats-officedocument.presentationml.slideMaster+xml"/>
  <Override PartName="/ppt/slides/slide134.xml" ContentType="application/vnd.openxmlformats-officedocument.presentationml.slide+xml"/>
  <Override PartName="/ppt/slideMasters/slideMaster135.xml" ContentType="application/vnd.openxmlformats-officedocument.presentationml.slideMaster+xml"/>
  <Override PartName="/ppt/slides/slide135.xml" ContentType="application/vnd.openxmlformats-officedocument.presentationml.slide+xml"/>
  <Override PartName="/ppt/slideMasters/slideMaster136.xml" ContentType="application/vnd.openxmlformats-officedocument.presentationml.slideMaster+xml"/>
  <Override PartName="/ppt/slides/slide136.xml" ContentType="application/vnd.openxmlformats-officedocument.presentationml.slide+xml"/>
  <Override PartName="/ppt/slideMasters/slideMaster137.xml" ContentType="application/vnd.openxmlformats-officedocument.presentationml.slideMaster+xml"/>
  <Override PartName="/ppt/slides/slide137.xml" ContentType="application/vnd.openxmlformats-officedocument.presentationml.slide+xml"/>
  <Override PartName="/ppt/slideMasters/slideMaster138.xml" ContentType="application/vnd.openxmlformats-officedocument.presentationml.slideMaster+xml"/>
  <Override PartName="/ppt/slides/slide138.xml" ContentType="application/vnd.openxmlformats-officedocument.presentationml.slide+xml"/>
  <Override PartName="/ppt/slideMasters/slideMaster139.xml" ContentType="application/vnd.openxmlformats-officedocument.presentationml.slideMaster+xml"/>
  <Override PartName="/ppt/slides/slide139.xml" ContentType="application/vnd.openxmlformats-officedocument.presentationml.slide+xml"/>
  <Override PartName="/ppt/slideMasters/slideMaster140.xml" ContentType="application/vnd.openxmlformats-officedocument.presentationml.slideMaster+xml"/>
  <Override PartName="/ppt/slides/slide140.xml" ContentType="application/vnd.openxmlformats-officedocument.presentationml.slide+xml"/>
  <Override PartName="/ppt/slideMasters/slideMaster141.xml" ContentType="application/vnd.openxmlformats-officedocument.presentationml.slideMaster+xml"/>
  <Override PartName="/ppt/slides/slide141.xml" ContentType="application/vnd.openxmlformats-officedocument.presentationml.slide+xml"/>
  <Override PartName="/ppt/slideMasters/slideMaster142.xml" ContentType="application/vnd.openxmlformats-officedocument.presentationml.slideMaster+xml"/>
  <Override PartName="/ppt/slides/slide142.xml" ContentType="application/vnd.openxmlformats-officedocument.presentationml.slide+xml"/>
  <Override PartName="/ppt/slideMasters/slideMaster143.xml" ContentType="application/vnd.openxmlformats-officedocument.presentationml.slideMaster+xml"/>
  <Override PartName="/ppt/slides/slide143.xml" ContentType="application/vnd.openxmlformats-officedocument.presentationml.slide+xml"/>
  <Override PartName="/ppt/slideMasters/slideMaster144.xml" ContentType="application/vnd.openxmlformats-officedocument.presentationml.slideMaster+xml"/>
  <Override PartName="/ppt/slides/slide144.xml" ContentType="application/vnd.openxmlformats-officedocument.presentationml.slide+xml"/>
  <Override PartName="/ppt/slideMasters/slideMaster145.xml" ContentType="application/vnd.openxmlformats-officedocument.presentationml.slideMaster+xml"/>
  <Override PartName="/ppt/slides/slide145.xml" ContentType="application/vnd.openxmlformats-officedocument.presentationml.slide+xml"/>
  <Override PartName="/ppt/slideMasters/slideMaster146.xml" ContentType="application/vnd.openxmlformats-officedocument.presentationml.slideMaster+xml"/>
  <Override PartName="/ppt/slides/slide146.xml" ContentType="application/vnd.openxmlformats-officedocument.presentationml.slide+xml"/>
  <Override PartName="/ppt/slideMasters/slideMaster147.xml" ContentType="application/vnd.openxmlformats-officedocument.presentationml.slideMaster+xml"/>
  <Override PartName="/ppt/slides/slide147.xml" ContentType="application/vnd.openxmlformats-officedocument.presentationml.slide+xml"/>
  <Override PartName="/ppt/slideMasters/slideMaster148.xml" ContentType="application/vnd.openxmlformats-officedocument.presentationml.slideMaster+xml"/>
  <Override PartName="/ppt/slides/slide148.xml" ContentType="application/vnd.openxmlformats-officedocument.presentationml.slide+xml"/>
  <Override PartName="/ppt/slideMasters/slideMaster149.xml" ContentType="application/vnd.openxmlformats-officedocument.presentationml.slideMaster+xml"/>
  <Override PartName="/ppt/slides/slide149.xml" ContentType="application/vnd.openxmlformats-officedocument.presentationml.slide+xml"/>
  <Override PartName="/ppt/slideMasters/slideMaster150.xml" ContentType="application/vnd.openxmlformats-officedocument.presentationml.slideMaster+xml"/>
  <Override PartName="/ppt/slides/slide150.xml" ContentType="application/vnd.openxmlformats-officedocument.presentationml.slide+xml"/>
  <Override PartName="/ppt/slideMasters/slideMaster151.xml" ContentType="application/vnd.openxmlformats-officedocument.presentationml.slideMaster+xml"/>
  <Override PartName="/ppt/slides/slide151.xml" ContentType="application/vnd.openxmlformats-officedocument.presentationml.slide+xml"/>
  <Override PartName="/ppt/slideMasters/slideMaster152.xml" ContentType="application/vnd.openxmlformats-officedocument.presentationml.slideMaster+xml"/>
  <Override PartName="/ppt/slides/slide152.xml" ContentType="application/vnd.openxmlformats-officedocument.presentationml.slide+xml"/>
  <Override PartName="/ppt/slideMasters/slideMaster153.xml" ContentType="application/vnd.openxmlformats-officedocument.presentationml.slideMaster+xml"/>
  <Override PartName="/ppt/slides/slide153.xml" ContentType="application/vnd.openxmlformats-officedocument.presentationml.slide+xml"/>
  <Override PartName="/ppt/slideMasters/slideMaster154.xml" ContentType="application/vnd.openxmlformats-officedocument.presentationml.slideMaster+xml"/>
  <Override PartName="/ppt/slides/slide154.xml" ContentType="application/vnd.openxmlformats-officedocument.presentationml.slide+xml"/>
  <Override PartName="/ppt/slideMasters/slideMaster155.xml" ContentType="application/vnd.openxmlformats-officedocument.presentationml.slideMaster+xml"/>
  <Override PartName="/ppt/slides/slide155.xml" ContentType="application/vnd.openxmlformats-officedocument.presentationml.slide+xml"/>
  <Override PartName="/ppt/slideMasters/slideMaster156.xml" ContentType="application/vnd.openxmlformats-officedocument.presentationml.slideMaster+xml"/>
  <Override PartName="/ppt/slides/slide156.xml" ContentType="application/vnd.openxmlformats-officedocument.presentationml.slide+xml"/>
  <Override PartName="/ppt/slideMasters/slideMaster157.xml" ContentType="application/vnd.openxmlformats-officedocument.presentationml.slideMaster+xml"/>
  <Override PartName="/ppt/slides/slide157.xml" ContentType="application/vnd.openxmlformats-officedocument.presentationml.slide+xml"/>
  <Override PartName="/ppt/slideMasters/slideMaster158.xml" ContentType="application/vnd.openxmlformats-officedocument.presentationml.slideMaster+xml"/>
  <Override PartName="/ppt/slides/slide15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</p:sldIdLst>
  <p:notesMasterIdLst>
    <p:notesMasterId r:id="rId16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slide" Target="slides/slide141.xml"/><Relationship Id="rId143" Type="http://schemas.openxmlformats.org/officeDocument/2006/relationships/slide" Target="slides/slide142.xml"/><Relationship Id="rId144" Type="http://schemas.openxmlformats.org/officeDocument/2006/relationships/slide" Target="slides/slide143.xml"/><Relationship Id="rId145" Type="http://schemas.openxmlformats.org/officeDocument/2006/relationships/slide" Target="slides/slide144.xml"/><Relationship Id="rId146" Type="http://schemas.openxmlformats.org/officeDocument/2006/relationships/slide" Target="slides/slide145.xml"/><Relationship Id="rId147" Type="http://schemas.openxmlformats.org/officeDocument/2006/relationships/slide" Target="slides/slide146.xml"/><Relationship Id="rId148" Type="http://schemas.openxmlformats.org/officeDocument/2006/relationships/slide" Target="slides/slide147.xml"/><Relationship Id="rId149" Type="http://schemas.openxmlformats.org/officeDocument/2006/relationships/slide" Target="slides/slide148.xml"/><Relationship Id="rId150" Type="http://schemas.openxmlformats.org/officeDocument/2006/relationships/slide" Target="slides/slide149.xml"/><Relationship Id="rId151" Type="http://schemas.openxmlformats.org/officeDocument/2006/relationships/slide" Target="slides/slide150.xml"/><Relationship Id="rId152" Type="http://schemas.openxmlformats.org/officeDocument/2006/relationships/slide" Target="slides/slide151.xml"/><Relationship Id="rId153" Type="http://schemas.openxmlformats.org/officeDocument/2006/relationships/slide" Target="slides/slide152.xml"/><Relationship Id="rId154" Type="http://schemas.openxmlformats.org/officeDocument/2006/relationships/slide" Target="slides/slide153.xml"/><Relationship Id="rId155" Type="http://schemas.openxmlformats.org/officeDocument/2006/relationships/slide" Target="slides/slide154.xml"/><Relationship Id="rId156" Type="http://schemas.openxmlformats.org/officeDocument/2006/relationships/slide" Target="slides/slide155.xml"/><Relationship Id="rId157" Type="http://schemas.openxmlformats.org/officeDocument/2006/relationships/slide" Target="slides/slide156.xml"/><Relationship Id="rId158" Type="http://schemas.openxmlformats.org/officeDocument/2006/relationships/slide" Target="slides/slide157.xml"/><Relationship Id="rId159" Type="http://schemas.openxmlformats.org/officeDocument/2006/relationships/slide" Target="slides/slide158.xml"/><Relationship Id="rId160" Type="http://schemas.openxmlformats.org/officeDocument/2006/relationships/notesMaster" Target="notesMasters/notesMaster1.xml"/><Relationship Id="rId161" Type="http://schemas.openxmlformats.org/officeDocument/2006/relationships/presProps" Target="presProps.xml"/><Relationship Id="rId162" Type="http://schemas.openxmlformats.org/officeDocument/2006/relationships/viewProps" Target="viewProps.xml"/><Relationship Id="rId163" Type="http://schemas.openxmlformats.org/officeDocument/2006/relationships/theme" Target="theme/theme1.xml"/><Relationship Id="rId16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_rels/notesSlide1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0.xml"/>
		</Relationships>
</file>

<file path=ppt/notesSlides/_rels/notesSlide1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1.xml"/>
		</Relationships>
</file>

<file path=ppt/notesSlides/_rels/notesSlide1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2.xml"/>
		</Relationships>
</file>

<file path=ppt/notesSlides/_rels/notesSlide1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3.xml"/>
		</Relationships>
</file>

<file path=ppt/notesSlides/_rels/notesSlide1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4.xml"/>
		</Relationships>
</file>

<file path=ppt/notesSlides/_rels/notesSlide1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5.xml"/>
		</Relationships>
</file>

<file path=ppt/notesSlides/_rels/notesSlide1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6.xml"/>
		</Relationships>
</file>

<file path=ppt/notesSlides/_rels/notesSlide1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7.xml"/>
		</Relationships>
</file>

<file path=ppt/notesSlides/_rels/notesSlide1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8.xml"/>
		</Relationships>
</file>

<file path=ppt/notesSlides/_rels/notesSlide1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9.xml"/>
		</Relationships>
</file>

<file path=ppt/notesSlides/_rels/notesSlide1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0.xml"/>
		</Relationships>
</file>

<file path=ppt/notesSlides/_rels/notesSlide1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1.xml"/>
		</Relationships>
</file>

<file path=ppt/notesSlides/_rels/notesSlide1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2.xml"/>
		</Relationships>
</file>

<file path=ppt/notesSlides/_rels/notesSlide1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3.xml"/>
		</Relationships>
</file>

<file path=ppt/notesSlides/_rels/notesSlide1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4.xml"/>
		</Relationships>
</file>

<file path=ppt/notesSlides/_rels/notesSlide1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5.xml"/>
		</Relationships>
</file>

<file path=ppt/notesSlides/_rels/notesSlide1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6.xml"/>
		</Relationships>
</file>

<file path=ppt/notesSlides/_rels/notesSlide1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7.xml"/>
		</Relationships>
</file>

<file path=ppt/notesSlides/_rels/notesSlide1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8.xml"/>
		</Relationships>
</file>

<file path=ppt/notesSlides/_rels/notesSlide1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9.xml"/>
		</Relationships>
</file>

<file path=ppt/notesSlides/_rels/notesSlide1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0.xml"/>
		</Relationships>
</file>

<file path=ppt/notesSlides/_rels/notesSlide1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1.xml"/>
		</Relationships>
</file>

<file path=ppt/notesSlides/_rels/notesSlide1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2.xml"/>
		</Relationships>
</file>

<file path=ppt/notesSlides/_rels/notesSlide1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3.xml"/>
		</Relationships>
</file>

<file path=ppt/notesSlides/_rels/notesSlide1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4.xml"/>
		</Relationships>
</file>

<file path=ppt/notesSlides/_rels/notesSlide1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5.xml"/>
		</Relationships>
</file>

<file path=ppt/notesSlides/_rels/notesSlide1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6.xml"/>
		</Relationships>
</file>

<file path=ppt/notesSlides/_rels/notesSlide1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7.xml"/>
		</Relationships>
</file>

<file path=ppt/notesSlides/_rels/notesSlide1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TrSnd" Type="http://schemas.openxmlformats.org/officeDocument/2006/relationships/audio" Target="../media/harp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TrSnd" Type="http://schemas.openxmlformats.org/officeDocument/2006/relationships/audio" Target="../media/chime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TrSnd" Type="http://schemas.openxmlformats.org/officeDocument/2006/relationships/audio" Target="../media/whoosh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TrSnd" Type="http://schemas.openxmlformats.org/officeDocument/2006/relationships/audio" Target="../media/bubbles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TrSnd" Type="http://schemas.openxmlformats.org/officeDocument/2006/relationships/audio" Target="../media/sparkle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TrSnd" Type="http://schemas.openxmlformats.org/officeDocument/2006/relationships/audio" Target="../media/marimba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TrSnd" Type="http://schemas.openxmlformats.org/officeDocument/2006/relationships/audio" Target="../media/harp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TrSnd" Type="http://schemas.openxmlformats.org/officeDocument/2006/relationships/audio" Target="../media/chime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TrSnd" Type="http://schemas.openxmlformats.org/officeDocument/2006/relationships/audio" Target="../media/whoosh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TrSnd" Type="http://schemas.openxmlformats.org/officeDocument/2006/relationships/audio" Target="../media/bubbles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TrSnd" Type="http://schemas.openxmlformats.org/officeDocument/2006/relationships/audio" Target="../media/sparkle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TrSnd" Type="http://schemas.openxmlformats.org/officeDocument/2006/relationships/audio" Target="../media/marimba.wav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TrSnd" Type="http://schemas.openxmlformats.org/officeDocument/2006/relationships/audio" Target="../media/harp.wav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TrSnd" Type="http://schemas.openxmlformats.org/officeDocument/2006/relationships/audio" Target="../media/chime.wav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TrSnd" Type="http://schemas.openxmlformats.org/officeDocument/2006/relationships/audio" Target="../media/whoosh.wav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TrSnd" Type="http://schemas.openxmlformats.org/officeDocument/2006/relationships/audio" Target="../media/bubbles.wav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TrSnd" Type="http://schemas.openxmlformats.org/officeDocument/2006/relationships/audio" Target="../media/sparkle.wav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TrSnd" Type="http://schemas.openxmlformats.org/officeDocument/2006/relationships/audio" Target="../media/marimba.wav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TrSnd" Type="http://schemas.openxmlformats.org/officeDocument/2006/relationships/audio" Target="../media/harp.wav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TrSnd" Type="http://schemas.openxmlformats.org/officeDocument/2006/relationships/audio" Target="../media/chime.wav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TrSnd" Type="http://schemas.openxmlformats.org/officeDocument/2006/relationships/audio" Target="../media/whoosh.wav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TrSnd" Type="http://schemas.openxmlformats.org/officeDocument/2006/relationships/audio" Target="../media/bubbles.wav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TrSnd" Type="http://schemas.openxmlformats.org/officeDocument/2006/relationships/audio" Target="../media/sparkle.wav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TrSnd" Type="http://schemas.openxmlformats.org/officeDocument/2006/relationships/audio" Target="../media/marimba.wav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TrSnd" Type="http://schemas.openxmlformats.org/officeDocument/2006/relationships/audio" Target="../media/harp.wav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Relationship Id="rIdTrSnd" Type="http://schemas.openxmlformats.org/officeDocument/2006/relationships/audio" Target="../media/chime.wav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Relationship Id="rIdTrSnd" Type="http://schemas.openxmlformats.org/officeDocument/2006/relationships/audio" Target="../media/whoosh.wav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Relationship Id="rIdTrSnd" Type="http://schemas.openxmlformats.org/officeDocument/2006/relationships/audio" Target="../media/bubbles.wav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Relationship Id="rIdTrSnd" Type="http://schemas.openxmlformats.org/officeDocument/2006/relationships/audio" Target="../media/sparkle.wav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Relationship Id="rIdTrSnd" Type="http://schemas.openxmlformats.org/officeDocument/2006/relationships/audio" Target="../media/marimba.wav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Relationship Id="rIdTrSnd" Type="http://schemas.openxmlformats.org/officeDocument/2006/relationships/audio" Target="../media/harp.wav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Relationship Id="rIdTrSnd" Type="http://schemas.openxmlformats.org/officeDocument/2006/relationships/audio" Target="../media/chime.wav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Relationship Id="rIdTrSnd" Type="http://schemas.openxmlformats.org/officeDocument/2006/relationships/audio" Target="../media/whoosh.wav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Relationship Id="rIdTrSnd" Type="http://schemas.openxmlformats.org/officeDocument/2006/relationships/audio" Target="../media/bubbles.wav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Relationship Id="rIdTrSnd" Type="http://schemas.openxmlformats.org/officeDocument/2006/relationships/audio" Target="../media/sparkle.wav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Relationship Id="rIdTrSnd" Type="http://schemas.openxmlformats.org/officeDocument/2006/relationships/audio" Target="../media/marimba.wav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Relationship Id="rIdTrSnd" Type="http://schemas.openxmlformats.org/officeDocument/2006/relationships/audio" Target="../media/harp.wav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Relationship Id="rIdTrSnd" Type="http://schemas.openxmlformats.org/officeDocument/2006/relationships/audio" Target="../media/chime.wav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Relationship Id="rIdTrSnd" Type="http://schemas.openxmlformats.org/officeDocument/2006/relationships/audio" Target="../media/whoosh.wav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Relationship Id="rIdTrSnd" Type="http://schemas.openxmlformats.org/officeDocument/2006/relationships/audio" Target="../media/bubbles.wav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Relationship Id="rIdTrSnd" Type="http://schemas.openxmlformats.org/officeDocument/2006/relationships/audio" Target="../media/sparkle.wav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Relationship Id="rIdTrSnd" Type="http://schemas.openxmlformats.org/officeDocument/2006/relationships/audio" Target="../media/marimba.wav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Relationship Id="rIdTrSnd" Type="http://schemas.openxmlformats.org/officeDocument/2006/relationships/audio" Target="../media/harp.wav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Relationship Id="rIdTrSnd" Type="http://schemas.openxmlformats.org/officeDocument/2006/relationships/audio" Target="../media/chime.wav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Relationship Id="rIdTrSnd" Type="http://schemas.openxmlformats.org/officeDocument/2006/relationships/audio" Target="../media/whoosh.wav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Relationship Id="rIdTrSnd" Type="http://schemas.openxmlformats.org/officeDocument/2006/relationships/audio" Target="../media/bubbles.wav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Relationship Id="rIdTrSnd" Type="http://schemas.openxmlformats.org/officeDocument/2006/relationships/audio" Target="../media/sparkle.wav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Relationship Id="rIdTrSnd" Type="http://schemas.openxmlformats.org/officeDocument/2006/relationships/audio" Target="../media/marimba.wav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Relationship Id="rIdTrSnd" Type="http://schemas.openxmlformats.org/officeDocument/2006/relationships/audio" Target="../media/harp.wav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Relationship Id="rIdTrSnd" Type="http://schemas.openxmlformats.org/officeDocument/2006/relationships/audio" Target="../media/chime.wav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Relationship Id="rIdTrSnd" Type="http://schemas.openxmlformats.org/officeDocument/2006/relationships/audio" Target="../media/whoosh.wav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Relationship Id="rIdTrSnd" Type="http://schemas.openxmlformats.org/officeDocument/2006/relationships/audio" Target="../media/bubbles.wav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Relationship Id="rIdTrSnd" Type="http://schemas.openxmlformats.org/officeDocument/2006/relationships/audio" Target="../media/sparkle.wav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Relationship Id="rIdTrSnd" Type="http://schemas.openxmlformats.org/officeDocument/2006/relationships/audio" Target="../media/marimba.wav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<Relationship Id="rIdTrSnd" Type="http://schemas.openxmlformats.org/officeDocument/2006/relationships/audio" Target="../media/harp.wav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7.xml"/><Relationship Id="rIdTrSnd" Type="http://schemas.openxmlformats.org/officeDocument/2006/relationships/audio" Target="../media/chime.wav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8.xml"/><Relationship Id="rIdTrSnd" Type="http://schemas.openxmlformats.org/officeDocument/2006/relationships/audio" Target="../media/whoosh.wav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9.xml"/><Relationship Id="rIdTrSnd" Type="http://schemas.openxmlformats.org/officeDocument/2006/relationships/audio" Target="../media/bubbles.wav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0.xml"/><Relationship Id="rIdTrSnd" Type="http://schemas.openxmlformats.org/officeDocument/2006/relationships/audio" Target="../media/sparkle.wav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1.xml"/><Relationship Id="rIdTrSnd" Type="http://schemas.openxmlformats.org/officeDocument/2006/relationships/audio" Target="../media/marimba.wav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2.xml"/><Relationship Id="rIdTrSnd" Type="http://schemas.openxmlformats.org/officeDocument/2006/relationships/audio" Target="../media/harp.wav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3.xml"/><Relationship Id="rIdTrSnd" Type="http://schemas.openxmlformats.org/officeDocument/2006/relationships/audio" Target="../media/chime.wav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4.xml"/><Relationship Id="rIdTrSnd" Type="http://schemas.openxmlformats.org/officeDocument/2006/relationships/audio" Target="../media/whoosh.wav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5.xml"/><Relationship Id="rIdTrSnd" Type="http://schemas.openxmlformats.org/officeDocument/2006/relationships/audio" Target="../media/bubbles.wav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6.xml"/><Relationship Id="rIdTrSnd" Type="http://schemas.openxmlformats.org/officeDocument/2006/relationships/audio" Target="../media/sparkle.wav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7.xml"/><Relationship Id="rIdTrSnd" Type="http://schemas.openxmlformats.org/officeDocument/2006/relationships/audio" Target="../media/marimba.wav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8.xml"/><Relationship Id="rIdTrSnd" Type="http://schemas.openxmlformats.org/officeDocument/2006/relationships/audio" Target="../media/harp.wav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9.xml"/><Relationship Id="rIdTrSnd" Type="http://schemas.openxmlformats.org/officeDocument/2006/relationships/audio" Target="../media/chime.wav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0.xml"/><Relationship Id="rIdTrSnd" Type="http://schemas.openxmlformats.org/officeDocument/2006/relationships/audio" Target="../media/whoosh.wav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1.xml"/><Relationship Id="rIdTrSnd" Type="http://schemas.openxmlformats.org/officeDocument/2006/relationships/audio" Target="../media/bubbles.wav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2.xml"/><Relationship Id="rIdTrSnd" Type="http://schemas.openxmlformats.org/officeDocument/2006/relationships/audio" Target="../media/sparkle.wav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3.xml"/><Relationship Id="rIdTrSnd" Type="http://schemas.openxmlformats.org/officeDocument/2006/relationships/audio" Target="../media/marimba.wav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4.xml"/><Relationship Id="rIdTrSnd" Type="http://schemas.openxmlformats.org/officeDocument/2006/relationships/audio" Target="../media/harp.wav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5.xml"/><Relationship Id="rIdTrSnd" Type="http://schemas.openxmlformats.org/officeDocument/2006/relationships/audio" Target="../media/chime.wav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6.xml"/><Relationship Id="rIdTrSnd" Type="http://schemas.openxmlformats.org/officeDocument/2006/relationships/audio" Target="../media/whoosh.wav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7.xml"/><Relationship Id="rIdTrSnd" Type="http://schemas.openxmlformats.org/officeDocument/2006/relationships/audio" Target="../media/bubbles.wav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8.xml"/><Relationship Id="rIdTrSnd" Type="http://schemas.openxmlformats.org/officeDocument/2006/relationships/audio" Target="../media/sparkle.wav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9.xml"/><Relationship Id="rIdTrSnd" Type="http://schemas.openxmlformats.org/officeDocument/2006/relationships/audio" Target="../media/marimba.wav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0.xml"/><Relationship Id="rIdTrSnd" Type="http://schemas.openxmlformats.org/officeDocument/2006/relationships/audio" Target="../media/harp.wav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1.xml"/><Relationship Id="rIdTrSnd" Type="http://schemas.openxmlformats.org/officeDocument/2006/relationships/audio" Target="../media/chime.wav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2.xml"/><Relationship Id="rIdTrSnd" Type="http://schemas.openxmlformats.org/officeDocument/2006/relationships/audio" Target="../media/whoosh.wav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3.xml"/><Relationship Id="rIdTrSnd" Type="http://schemas.openxmlformats.org/officeDocument/2006/relationships/audio" Target="../media/bubbles.wav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4.xml"/><Relationship Id="rIdTrSnd" Type="http://schemas.openxmlformats.org/officeDocument/2006/relationships/audio" Target="../media/sparkle.wav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5.xml"/><Relationship Id="rIdTrSnd" Type="http://schemas.openxmlformats.org/officeDocument/2006/relationships/audio" Target="../media/marimba.wav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6.xml"/><Relationship Id="rIdTrSnd" Type="http://schemas.openxmlformats.org/officeDocument/2006/relationships/audio" Target="../media/harp.wav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7.xml"/><Relationship Id="rIdTrSnd" Type="http://schemas.openxmlformats.org/officeDocument/2006/relationships/audio" Target="../media/chime.wav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8.xml"/><Relationship Id="rIdTrSnd" Type="http://schemas.openxmlformats.org/officeDocument/2006/relationships/audio" Target="../media/whoosh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E3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3701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8300" dirty="0"/>
          </a:p>
        </p:txBody>
      </p:sp>
      <p:sp>
        <p:nvSpPr>
          <p:cNvPr id="15" name="C2 V1 vowel"/>
          <p:cNvSpPr txBox="1"/>
          <p:nvPr/>
        </p:nvSpPr>
        <p:spPr>
          <a:xfrm>
            <a:off x="6720840" y="13701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83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6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4343400" y="133502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8000" dirty="0"/>
          </a:p>
        </p:txBody>
      </p:sp>
      <p:sp>
        <p:nvSpPr>
          <p:cNvPr id="18" name="C4 S2 stretch"/>
          <p:cNvSpPr/>
          <p:nvPr/>
        </p:nvSpPr>
        <p:spPr>
          <a:xfrm>
            <a:off x="4919472" y="136245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R result"/>
          <p:cNvSpPr txBox="1"/>
          <p:nvPr/>
        </p:nvSpPr>
        <p:spPr>
          <a:xfrm>
            <a:off x="685800" y="1223505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نِي</a:t>
            </a:r>
            <a:endParaRPr lang="ar-SA" sz="102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43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E64"/>
          </a:solidFill>
          <a:ln w="12700">
            <a:solidFill>
              <a:srgbClr val="2B4E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3C79"/>
          </a:solidFill>
          <a:ln w="12700">
            <a:solidFill>
              <a:srgbClr val="343C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6920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3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6920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53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3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3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78072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نِيأَ</a:t>
            </a:r>
            <a:endParaRPr lang="ar-SA" sz="7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C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6920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3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6920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5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3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3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47409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نِيبَ</a:t>
            </a:r>
            <a:endParaRPr lang="ar-SA" sz="90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DF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D9ED5E"/>
          </a:solidFill>
          <a:ln w="12700">
            <a:solidFill>
              <a:srgbClr val="D9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6882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4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6882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5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911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911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7562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نِيتَ</a:t>
            </a:r>
            <a:endParaRPr lang="ar-SA" sz="90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F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7852E0"/>
          </a:solidFill>
          <a:ln w="12700">
            <a:solidFill>
              <a:srgbClr val="78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B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C270"/>
          </a:solidFill>
          <a:ln w="12700">
            <a:solidFill>
              <a:srgbClr val="DBC2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4E"/>
          </a:solidFill>
          <a:ln w="12700">
            <a:solidFill>
              <a:srgbClr val="47854E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037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0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037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5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A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A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3873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نِيثَ</a:t>
            </a:r>
            <a:endParaRPr lang="ar-SA" sz="87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C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9B64"/>
          </a:solidFill>
          <a:ln w="12700">
            <a:solidFill>
              <a:srgbClr val="D89B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7247"/>
          </a:solidFill>
          <a:ln w="12700">
            <a:solidFill>
              <a:srgbClr val="D172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6998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6998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1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1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41831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نِيجَ</a:t>
            </a:r>
            <a:endParaRPr lang="ar-SA" sz="8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C5F7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6998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6998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5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1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1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41831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نِيحَ</a:t>
            </a:r>
            <a:endParaRPr lang="ar-SA" sz="87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32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C"/>
          </a:solidFill>
          <a:ln w="12700">
            <a:solidFill>
              <a:srgbClr val="642B5C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D"/>
          </a:solidFill>
          <a:ln w="12700">
            <a:solidFill>
              <a:srgbClr val="79344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230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5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7230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4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6655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2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459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نِيخَ</a:t>
            </a:r>
            <a:endParaRPr lang="ar-SA" sz="7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3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6765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7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6765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5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3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3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0063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7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0063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7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510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نِيدَ</a:t>
            </a:r>
            <a:endParaRPr lang="ar-SA" sz="90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C5E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DE"/>
          </a:solidFill>
          <a:ln w="12700">
            <a:solidFill>
              <a:srgbClr val="5EEDD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6765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7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6765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57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9737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7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9737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7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6512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نِيذَ</a:t>
            </a:r>
            <a:endParaRPr lang="ar-SA" sz="84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431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452"/>
          </a:solidFill>
          <a:ln w="12700">
            <a:solidFill>
              <a:srgbClr val="E054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C1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A8"/>
          </a:solidFill>
          <a:ln w="12700">
            <a:solidFill>
              <a:srgbClr val="70DBA8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085"/>
          </a:solidFill>
          <a:ln w="12700">
            <a:solidFill>
              <a:srgbClr val="4750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6765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7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6765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57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7790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7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7790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7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45904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نِيرَ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C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7E"/>
          </a:solidFill>
          <a:ln w="12700">
            <a:solidFill>
              <a:srgbClr val="64D87E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50"/>
          </a:solidFill>
          <a:ln w="12700">
            <a:solidFill>
              <a:srgbClr val="47D15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6959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2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6959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5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2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2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7607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نِيزَ</a:t>
            </a:r>
            <a:endParaRPr lang="ar-SA" sz="88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CA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153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7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7153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47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7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4650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نِيسَ</a:t>
            </a:r>
            <a:endParaRPr lang="ar-SA" sz="84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432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E2B"/>
          </a:solidFill>
          <a:ln w="12700">
            <a:solidFill>
              <a:srgbClr val="645E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E7934"/>
          </a:solidFill>
          <a:ln w="12700">
            <a:solidFill>
              <a:srgbClr val="5E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385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7385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4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6878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2821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نِيشَ</a:t>
            </a:r>
            <a:endParaRPr lang="ar-SA" sz="82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C5F7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269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4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269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4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700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1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48762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نِيصَ</a:t>
            </a:r>
            <a:endParaRPr lang="ar-SA" sz="82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BA5EED"/>
          </a:solidFill>
          <a:ln w="12700">
            <a:solidFill>
              <a:srgbClr val="BA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385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1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385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4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6878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9280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نِيضَ</a:t>
            </a:r>
            <a:endParaRPr lang="ar-SA" sz="8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36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73E052"/>
          </a:solidFill>
          <a:ln w="12700">
            <a:solidFill>
              <a:srgbClr val="73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A8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D70DB"/>
          </a:solidFill>
          <a:ln w="12700">
            <a:solidFill>
              <a:srgbClr val="8D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0"/>
          </a:solidFill>
          <a:ln w="12700">
            <a:solidFill>
              <a:srgbClr val="854760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6959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2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6959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52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2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2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6444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نِيطَ</a:t>
            </a:r>
            <a:endParaRPr lang="ar-SA" sz="84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C5D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67D8"/>
          </a:solidFill>
          <a:ln w="12700">
            <a:solidFill>
              <a:srgbClr val="6467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61D1"/>
          </a:solidFill>
          <a:ln w="12700">
            <a:solidFill>
              <a:srgbClr val="4761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6959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2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6959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5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8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8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2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2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6444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نِيظَ</a:t>
            </a:r>
            <a:endParaRPr lang="ar-SA" sz="8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C5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114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8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7114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4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8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8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41554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نِيعَ</a:t>
            </a:r>
            <a:endParaRPr lang="ar-SA" sz="87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4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0"/>
          </a:solidFill>
          <a:ln w="12700">
            <a:solidFill>
              <a:srgbClr val="2B6450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F79"/>
          </a:solidFill>
          <a:ln w="12700">
            <a:solidFill>
              <a:srgbClr val="346F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308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3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7308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43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6789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9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3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3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4352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نِيغَ</a:t>
            </a:r>
            <a:endParaRPr lang="ar-SA" sz="75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DB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114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8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114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4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8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8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4260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نِيفَ</a:t>
            </a:r>
            <a:endParaRPr lang="ar-SA" sz="87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E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975E"/>
          </a:solidFill>
          <a:ln w="12700">
            <a:solidFill>
              <a:srgbClr val="ED97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075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9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075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4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9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9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4924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نِيقَ</a:t>
            </a:r>
            <a:endParaRPr lang="ar-SA" sz="87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442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96E0"/>
          </a:solidFill>
          <a:ln w="12700">
            <a:solidFill>
              <a:srgbClr val="5296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E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270"/>
          </a:solidFill>
          <a:ln w="12700">
            <a:solidFill>
              <a:srgbClr val="DB72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F8547"/>
          </a:solidFill>
          <a:ln w="12700">
            <a:solidFill>
              <a:srgbClr val="6F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6882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4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6882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5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9407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4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9407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4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2415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نِيكَ</a:t>
            </a:r>
            <a:endParaRPr lang="ar-SA" sz="89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C5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84"/>
          </a:solidFill>
          <a:ln w="12700">
            <a:solidFill>
              <a:srgbClr val="D8648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84"/>
          </a:solidFill>
          <a:ln w="12700">
            <a:solidFill>
              <a:srgbClr val="D1478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153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7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153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4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7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7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6672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نِيلَ</a:t>
            </a:r>
            <a:endParaRPr lang="ar-SA" sz="78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D9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6882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6882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5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7444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4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7444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4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37960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نِيمَ</a:t>
            </a:r>
            <a:endParaRPr lang="ar-SA" sz="90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419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12B64"/>
          </a:solidFill>
          <a:ln w="12700">
            <a:solidFill>
              <a:srgbClr val="41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23479"/>
          </a:solidFill>
          <a:ln w="12700">
            <a:solidFill>
              <a:srgbClr val="72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6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6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C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7786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6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7786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46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C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C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6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6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6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8304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أَنِيبَ</a:t>
            </a:r>
            <a:endParaRPr lang="ar-SA" sz="6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C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6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B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7786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6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7786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46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B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B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69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6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69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6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4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8346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بَنِيتَ</a:t>
            </a:r>
            <a:endParaRPr lang="ar-SA" sz="69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C5F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73"/>
          </a:solidFill>
          <a:ln w="12700">
            <a:solidFill>
              <a:srgbClr val="5EED73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4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4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7863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4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7863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44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4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4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73174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تَنِيثَ</a:t>
            </a:r>
            <a:endParaRPr lang="ar-SA" sz="68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38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BA"/>
          </a:solidFill>
          <a:ln w="12700">
            <a:solidFill>
              <a:srgbClr val="E052BA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A4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9DB70"/>
          </a:solidFill>
          <a:ln w="12700">
            <a:solidFill>
              <a:srgbClr val="89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E85"/>
          </a:solidFill>
          <a:ln w="12700">
            <a:solidFill>
              <a:srgbClr val="477E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4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4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7863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4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7863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44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4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4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4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4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6939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ثَنِيجَ</a:t>
            </a:r>
            <a:endParaRPr lang="ar-SA" sz="61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1D864"/>
          </a:solidFill>
          <a:ln w="12700">
            <a:solidFill>
              <a:srgbClr val="A1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A6D147"/>
          </a:solidFill>
          <a:ln w="12700">
            <a:solidFill>
              <a:srgbClr val="A6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3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7863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4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7863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4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3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3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4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4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9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54899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جَنِيحَ</a:t>
            </a:r>
            <a:endParaRPr lang="ar-SA" sz="72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C5E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6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057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39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8057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6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7562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5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6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65068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حَنِيخَ</a:t>
            </a:r>
            <a:endParaRPr lang="ar-SA" sz="65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43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32B"/>
          </a:solidFill>
          <a:ln w="12700">
            <a:solidFill>
              <a:srgbClr val="6433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134"/>
          </a:solidFill>
          <a:ln w="12700">
            <a:solidFill>
              <a:srgbClr val="7961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057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39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8057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39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7562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5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9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8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70274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خَنِيدَ</a:t>
            </a:r>
            <a:endParaRPr lang="ar-SA" sz="79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C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596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0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596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0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C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7631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0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7631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50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C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C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20238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0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20238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0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5404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دَنِيذَ</a:t>
            </a:r>
            <a:endParaRPr lang="ar-SA" sz="73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D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6DED"/>
          </a:solidFill>
          <a:ln w="12700">
            <a:solidFill>
              <a:srgbClr val="5E6D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20238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0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20238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0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B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7631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0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7631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50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B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B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852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0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852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0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3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72891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ذَنِيرَ</a:t>
            </a:r>
            <a:endParaRPr lang="ar-SA" sz="70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432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DDE052"/>
          </a:solidFill>
          <a:ln w="12700">
            <a:solidFill>
              <a:srgbClr val="DD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D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A3DB"/>
          </a:solidFill>
          <a:ln w="12700">
            <a:solidFill>
              <a:srgbClr val="70A3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C4785"/>
          </a:solidFill>
          <a:ln w="12700">
            <a:solidFill>
              <a:srgbClr val="7C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612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6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8612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6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7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7786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6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7786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46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7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7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920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6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920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6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4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67703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رَنِيزَ</a:t>
            </a:r>
            <a:endParaRPr lang="ar-SA" sz="76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C5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BED8"/>
          </a:solidFill>
          <a:ln w="12700">
            <a:solidFill>
              <a:srgbClr val="64BE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C8D1"/>
          </a:solidFill>
          <a:ln w="12700">
            <a:solidFill>
              <a:srgbClr val="47C8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242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242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7980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1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7980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41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667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1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667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1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7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9052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زَنِيسَ</a:t>
            </a:r>
            <a:endParaRPr lang="ar-SA" sz="59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C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77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6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877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36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3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173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36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8173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36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3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7740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1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3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6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6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72613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سَنِيشَ</a:t>
            </a:r>
            <a:endParaRPr lang="ar-SA" sz="52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30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1642B"/>
          </a:solidFill>
          <a:ln w="12700">
            <a:solidFill>
              <a:srgbClr val="31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50"/>
          </a:solidFill>
          <a:ln w="12700">
            <a:solidFill>
              <a:srgbClr val="34795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6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6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6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173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36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8173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36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6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7740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1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6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887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6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887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6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72656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شَنِيصَ</a:t>
            </a:r>
            <a:endParaRPr lang="ar-SA" sz="5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C5D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89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5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89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A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212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35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212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A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785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0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A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5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5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0627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صَنِيضَ</a:t>
            </a:r>
            <a:endParaRPr lang="ar-SA" sz="48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C5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91"/>
          </a:solidFill>
          <a:ln w="12700">
            <a:solidFill>
              <a:srgbClr val="ED5E91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5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5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D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212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35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8212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35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D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7785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0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D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5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35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5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75015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ضَنِيطَ</a:t>
            </a:r>
            <a:endParaRPr lang="ar-SA" sz="58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44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C0"/>
          </a:solidFill>
          <a:ln w="12700">
            <a:solidFill>
              <a:srgbClr val="52E0C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D7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BE"/>
          </a:solidFill>
          <a:ln w="12700">
            <a:solidFill>
              <a:srgbClr val="DB70BE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C47"/>
          </a:solidFill>
          <a:ln w="12700">
            <a:solidFill>
              <a:srgbClr val="856C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20180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6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20180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6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7786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6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7786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46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20180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6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20180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6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7512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طَنِيظَ</a:t>
            </a:r>
            <a:endParaRPr lang="ar-SA" sz="63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E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664D8"/>
          </a:solidFill>
          <a:ln w="12700">
            <a:solidFill>
              <a:srgbClr val="D6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B747D1"/>
          </a:solidFill>
          <a:ln w="12700">
            <a:solidFill>
              <a:srgbClr val="B7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127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2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20127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2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7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7941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2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7941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42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7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7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690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2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690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2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6816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ظَنِيعَ</a:t>
            </a:r>
            <a:endParaRPr lang="ar-SA" sz="64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7F0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795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7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8795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37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4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134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37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8134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37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4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7651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3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4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7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37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64861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عَنِيغَ</a:t>
            </a:r>
            <a:endParaRPr lang="ar-SA" sz="65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43C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F64"/>
          </a:solidFill>
          <a:ln w="12700">
            <a:solidFill>
              <a:srgbClr val="2B3F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E3479"/>
          </a:solidFill>
          <a:ln w="12700">
            <a:solidFill>
              <a:srgbClr val="3E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7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37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4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134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37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8134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37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4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7651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3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4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2009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7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2009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37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9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74444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غَنِيفَ</a:t>
            </a:r>
            <a:endParaRPr lang="ar-SA" sz="62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7C5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168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2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20168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2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7941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2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7941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42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2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2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A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3523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فَنِيقَ</a:t>
            </a:r>
            <a:endParaRPr lang="ar-SA" sz="67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D2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B4ED5E"/>
          </a:solidFill>
          <a:ln w="12700">
            <a:solidFill>
              <a:srgbClr val="B4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486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3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9486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3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A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7902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3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7902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43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A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A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9913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3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9913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3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77241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قَنِيكَ</a:t>
            </a:r>
            <a:endParaRPr lang="ar-SA" sz="69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5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C52E0"/>
          </a:solidFill>
          <a:ln w="12700">
            <a:solidFill>
              <a:srgbClr val="9C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F0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9DB70"/>
          </a:solidFill>
          <a:ln w="12700">
            <a:solidFill>
              <a:srgbClr val="D9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D"/>
          </a:solidFill>
          <a:ln w="12700">
            <a:solidFill>
              <a:srgbClr val="47855D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897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1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9897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1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7980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1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7980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41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9687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1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9687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1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75549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كَنِيلَ</a:t>
            </a:r>
            <a:endParaRPr lang="ar-SA" sz="68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7D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B964"/>
          </a:solidFill>
          <a:ln w="12700">
            <a:solidFill>
              <a:srgbClr val="D8B9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9547"/>
          </a:solidFill>
          <a:ln w="12700">
            <a:solidFill>
              <a:srgbClr val="D195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687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687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A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7980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1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7980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41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A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A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407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1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407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1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3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9320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لَنِيمَ</a:t>
            </a:r>
            <a:endParaRPr lang="ar-SA" sz="6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C5F7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265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6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8265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6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7786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6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7786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46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6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6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5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85483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مَنِيأَ</a:t>
            </a:r>
            <a:endParaRPr lang="ar-SA" sz="61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3E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D"/>
          </a:solidFill>
          <a:ln w="12700">
            <a:solidFill>
              <a:srgbClr val="642B4D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3B"/>
          </a:solidFill>
          <a:ln w="12700">
            <a:solidFill>
              <a:srgbClr val="79343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3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3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6920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3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6920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53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569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أَنِي</a:t>
            </a:r>
            <a:endParaRPr lang="ar-SA" sz="63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E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3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6920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3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6920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5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4023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بَنِي</a:t>
            </a:r>
            <a:endParaRPr lang="ar-SA" sz="86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C5D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D8ED"/>
          </a:solidFill>
          <a:ln w="12700">
            <a:solidFill>
              <a:srgbClr val="5ED8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11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11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6882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4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6882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5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312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تَنِي</a:t>
            </a:r>
            <a:endParaRPr lang="ar-SA" sz="74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4314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7952"/>
          </a:solidFill>
          <a:ln w="12700">
            <a:solidFill>
              <a:srgbClr val="E079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DB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C3"/>
          </a:solidFill>
          <a:ln w="12700">
            <a:solidFill>
              <a:srgbClr val="70DBC3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E4785"/>
          </a:solidFill>
          <a:ln w="12700">
            <a:solidFill>
              <a:srgbClr val="4E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7037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0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7037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5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8720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ثَنِي</a:t>
            </a:r>
            <a:endParaRPr lang="ar-SA" sz="69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C5F7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9C"/>
          </a:solidFill>
          <a:ln w="12700">
            <a:solidFill>
              <a:srgbClr val="64D89C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73"/>
          </a:solidFill>
          <a:ln w="12700">
            <a:solidFill>
              <a:srgbClr val="47D17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6998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1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6998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5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36131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جَنِي</a:t>
            </a:r>
            <a:endParaRPr lang="ar-SA" sz="90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D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6998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1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6998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51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36131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حَنِي</a:t>
            </a:r>
            <a:endParaRPr lang="ar-SA" sz="90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433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B642B"/>
          </a:solidFill>
          <a:ln w="12700">
            <a:solidFill>
              <a:srgbClr val="5B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C7934"/>
          </a:solidFill>
          <a:ln w="12700">
            <a:solidFill>
              <a:srgbClr val="4C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7230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5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7230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45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6655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2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0119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خَنِي</a:t>
            </a:r>
            <a:endParaRPr lang="ar-SA" sz="7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C5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063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7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0063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6765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7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6765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5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43878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دَنِي</a:t>
            </a:r>
            <a:endParaRPr lang="ar-SA" sz="83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7C5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DF5EED"/>
          </a:solidFill>
          <a:ln w="12700">
            <a:solidFill>
              <a:srgbClr val="DF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737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7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737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7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6765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7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6765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57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5859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ذَنِي</a:t>
            </a:r>
            <a:endParaRPr lang="ar-SA" sz="7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2A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55"/>
          </a:solidFill>
          <a:ln w="12700">
            <a:solidFill>
              <a:srgbClr val="52E055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C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870DB"/>
          </a:solidFill>
          <a:ln w="12700">
            <a:solidFill>
              <a:srgbClr val="A8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0"/>
          </a:solidFill>
          <a:ln w="12700">
            <a:solidFill>
              <a:srgbClr val="854750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790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7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790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7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6765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7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6765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57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36074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رَنِي</a:t>
            </a:r>
            <a:endParaRPr lang="ar-SA" sz="90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C5C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F64D8"/>
          </a:solidFill>
          <a:ln w="12700">
            <a:solidFill>
              <a:srgbClr val="7F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5147D1"/>
          </a:solidFill>
          <a:ln w="12700">
            <a:solidFill>
              <a:srgbClr val="51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2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6959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2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6959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5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0070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زَنِي</a:t>
            </a:r>
            <a:endParaRPr lang="ar-SA" sz="77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7C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7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7153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7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7153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47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36633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سَنِي</a:t>
            </a:r>
            <a:endParaRPr lang="ar-SA" sz="85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1443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E"/>
          </a:solidFill>
          <a:ln w="12700">
            <a:solidFill>
              <a:srgbClr val="2B645E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5E79"/>
          </a:solidFill>
          <a:ln w="12700">
            <a:solidFill>
              <a:srgbClr val="345E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7385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1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7385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41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6878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5042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شَنِي</a:t>
            </a:r>
            <a:endParaRPr lang="ar-SA" sz="73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E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269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4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7269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4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700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1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39546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صَنِي</a:t>
            </a:r>
            <a:endParaRPr lang="ar-SA" sz="82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7F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BB5E"/>
          </a:solidFill>
          <a:ln w="12700">
            <a:solidFill>
              <a:srgbClr val="EDBB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2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7385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1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7385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41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2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6878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1127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ضَنِي</a:t>
            </a:r>
            <a:endParaRPr lang="ar-SA" sz="76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1436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72E0"/>
          </a:solidFill>
          <a:ln w="12700">
            <a:solidFill>
              <a:srgbClr val="527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8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8E70"/>
          </a:solidFill>
          <a:ln w="12700">
            <a:solidFill>
              <a:srgbClr val="DB8E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F8547"/>
          </a:solidFill>
          <a:ln w="12700">
            <a:solidFill>
              <a:srgbClr val="5F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2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2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6959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2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6959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52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B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5801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طَنِي</a:t>
            </a:r>
            <a:endParaRPr lang="ar-SA" sz="72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7C5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66"/>
          </a:solidFill>
          <a:ln w="12700">
            <a:solidFill>
              <a:srgbClr val="D86466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61"/>
          </a:solidFill>
          <a:ln w="12700">
            <a:solidFill>
              <a:srgbClr val="D1476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2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6959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2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6959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5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5801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ظَنِي</a:t>
            </a:r>
            <a:endParaRPr lang="ar-SA" sz="7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C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8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7114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8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7114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4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42669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عَنِي</a:t>
            </a:r>
            <a:endParaRPr lang="ar-SA" sz="84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1B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02B64"/>
          </a:solidFill>
          <a:ln w="12700">
            <a:solidFill>
              <a:srgbClr val="50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6F"/>
          </a:solidFill>
          <a:ln w="12700">
            <a:solidFill>
              <a:srgbClr val="7934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3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3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7308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3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7308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43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6789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9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4903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غَنِي</a:t>
            </a:r>
            <a:endParaRPr lang="ar-SA" sz="7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7D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8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114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8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7114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4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8057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فَنِي</a:t>
            </a:r>
            <a:endParaRPr lang="ar-SA" sz="70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C5F7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98"/>
          </a:solidFill>
          <a:ln w="12700">
            <a:solidFill>
              <a:srgbClr val="5EED98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9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7075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9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7075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4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8057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قَنِي</a:t>
            </a:r>
            <a:endParaRPr lang="ar-SA" sz="70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4314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95"/>
          </a:solidFill>
          <a:ln w="12700">
            <a:solidFill>
              <a:srgbClr val="E05295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F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73"/>
          </a:solidFill>
          <a:ln w="12700">
            <a:solidFill>
              <a:srgbClr val="70DB73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6F85"/>
          </a:solidFill>
          <a:ln w="12700">
            <a:solidFill>
              <a:srgbClr val="476F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407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4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407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6882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4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6882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5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3596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كَنِي</a:t>
            </a:r>
            <a:endParaRPr lang="ar-SA" sz="74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E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3D864"/>
          </a:solidFill>
          <a:ln w="12700">
            <a:solidFill>
              <a:srgbClr val="83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83D147"/>
          </a:solidFill>
          <a:ln w="12700">
            <a:solidFill>
              <a:srgbClr val="83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7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153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7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7153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4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8633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لَنِي</a:t>
            </a:r>
            <a:endParaRPr lang="ar-SA" sz="69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C5D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444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7444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6882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4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6882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5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36786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مَنِي</a:t>
            </a:r>
            <a:endParaRPr lang="ar-SA" sz="89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431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22B"/>
          </a:solidFill>
          <a:ln w="12700">
            <a:solidFill>
              <a:srgbClr val="6442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7334"/>
          </a:solidFill>
          <a:ln w="12700">
            <a:solidFill>
              <a:srgbClr val="7973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2790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7400" dirty="0"/>
          </a:p>
        </p:txBody>
      </p:sp>
      <p:sp>
        <p:nvSpPr>
          <p:cNvPr id="16" name="C2 V1 vowel"/>
          <p:cNvSpPr txBox="1"/>
          <p:nvPr/>
        </p:nvSpPr>
        <p:spPr>
          <a:xfrm>
            <a:off x="6720840" y="12790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74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4343400" y="133502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8000" dirty="0"/>
          </a:p>
        </p:txBody>
      </p:sp>
      <p:sp>
        <p:nvSpPr>
          <p:cNvPr id="19" name="C4 S2 stretch"/>
          <p:cNvSpPr/>
          <p:nvPr/>
        </p:nvSpPr>
        <p:spPr>
          <a:xfrm>
            <a:off x="4919472" y="136245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6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R result"/>
          <p:cNvSpPr txBox="1"/>
          <p:nvPr/>
        </p:nvSpPr>
        <p:spPr>
          <a:xfrm>
            <a:off x="685800" y="1057148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يِي</a:t>
            </a:r>
            <a:endParaRPr lang="ar-SA" sz="110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C5F7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613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613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20429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1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20429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1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9683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يِيأَ</a:t>
            </a:r>
            <a:endParaRPr lang="ar-SA" sz="63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DD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745EED"/>
          </a:solidFill>
          <a:ln w="12700">
            <a:solidFill>
              <a:srgbClr val="74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613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1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613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5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8000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1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8000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1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38379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يِيبَ</a:t>
            </a:r>
            <a:endParaRPr lang="ar-SA" sz="9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4339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B9E052"/>
          </a:solidFill>
          <a:ln w="12700">
            <a:solidFill>
              <a:srgbClr val="B9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3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88DB"/>
          </a:solidFill>
          <a:ln w="12700">
            <a:solidFill>
              <a:srgbClr val="7088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7E"/>
          </a:solidFill>
          <a:ln w="12700">
            <a:solidFill>
              <a:srgbClr val="85477E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613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1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613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5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9109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1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9109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1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48833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يِيتَ</a:t>
            </a:r>
            <a:endParaRPr lang="ar-SA" sz="83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C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A0D8"/>
          </a:solidFill>
          <a:ln w="12700">
            <a:solidFill>
              <a:srgbClr val="64A0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A5D1"/>
          </a:solidFill>
          <a:ln w="12700">
            <a:solidFill>
              <a:srgbClr val="47A5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6186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0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6186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5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5350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يِيثَ</a:t>
            </a:r>
            <a:endParaRPr lang="ar-SA" sz="7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7C5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613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613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5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1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1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41831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يِيجَ</a:t>
            </a:r>
            <a:endParaRPr lang="ar-SA" sz="87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24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4"/>
          </a:solidFill>
          <a:ln w="12700">
            <a:solidFill>
              <a:srgbClr val="2B643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61"/>
          </a:solidFill>
          <a:ln w="12700">
            <a:solidFill>
              <a:srgbClr val="34796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613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613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5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1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1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41831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يِيحَ</a:t>
            </a:r>
            <a:endParaRPr lang="ar-SA" sz="87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C5C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64649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5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64649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655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2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459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يِيخَ</a:t>
            </a:r>
            <a:endParaRPr lang="ar-SA" sz="75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7D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6C"/>
          </a:solidFill>
          <a:ln w="12700">
            <a:solidFill>
              <a:srgbClr val="ED5E6C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613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1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613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5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9002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1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9002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1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4591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يِيدَ</a:t>
            </a:r>
            <a:endParaRPr lang="ar-SA" sz="86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144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DCE0"/>
          </a:solidFill>
          <a:ln w="12700">
            <a:solidFill>
              <a:srgbClr val="52DC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B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A3"/>
          </a:solidFill>
          <a:ln w="12700">
            <a:solidFill>
              <a:srgbClr val="DB70A3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C47"/>
          </a:solidFill>
          <a:ln w="12700">
            <a:solidFill>
              <a:srgbClr val="857C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613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1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613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5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9657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1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9657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1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8013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يِيذَ</a:t>
            </a:r>
            <a:endParaRPr lang="ar-SA" sz="74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EE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BD"/>
          </a:solidFill>
          <a:ln w="12700">
            <a:solidFill>
              <a:srgbClr val="D864BD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C8"/>
          </a:solidFill>
          <a:ln w="12700">
            <a:solidFill>
              <a:srgbClr val="D147C8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613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613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7914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1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7914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1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38988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يِيرَ</a:t>
            </a:r>
            <a:endParaRPr lang="ar-SA" sz="90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1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613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613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5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85689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1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85689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1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2095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يِيزَ</a:t>
            </a:r>
            <a:endParaRPr lang="ar-SA" sz="80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1430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064"/>
          </a:solidFill>
          <a:ln w="12700">
            <a:solidFill>
              <a:srgbClr val="2B30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03479"/>
          </a:solidFill>
          <a:ln w="12700">
            <a:solidFill>
              <a:srgbClr val="50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6353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6353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7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7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39682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يِيسَ</a:t>
            </a:r>
            <a:endParaRPr lang="ar-SA" sz="8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7C5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668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668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A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878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A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7210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يِيشَ</a:t>
            </a:r>
            <a:endParaRPr lang="ar-SA" sz="75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C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0ED5E"/>
          </a:solidFill>
          <a:ln w="12700">
            <a:solidFill>
              <a:srgbClr val="90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6520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4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6520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6700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1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42732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يِيصَ</a:t>
            </a:r>
            <a:endParaRPr lang="ar-SA" sz="8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21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152E0"/>
          </a:solidFill>
          <a:ln w="12700">
            <a:solidFill>
              <a:srgbClr val="C1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D6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DDB70"/>
          </a:solidFill>
          <a:ln w="12700">
            <a:solidFill>
              <a:srgbClr val="BD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D"/>
          </a:solidFill>
          <a:ln w="12700">
            <a:solidFill>
              <a:srgbClr val="47856D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668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1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668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6878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3405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يِيضَ</a:t>
            </a:r>
            <a:endParaRPr lang="ar-SA" sz="79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7E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D764"/>
          </a:solidFill>
          <a:ln w="12700">
            <a:solidFill>
              <a:srgbClr val="D8D7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B847"/>
          </a:solidFill>
          <a:ln w="12700">
            <a:solidFill>
              <a:srgbClr val="D1B8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613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613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653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1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653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1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7953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يِيطَ</a:t>
            </a:r>
            <a:endParaRPr lang="ar-SA" sz="74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C5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613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613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5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9653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1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9653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1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7953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يِيظَ</a:t>
            </a:r>
            <a:endParaRPr lang="ar-SA" sz="74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4314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F"/>
          </a:solidFill>
          <a:ln w="12700">
            <a:solidFill>
              <a:srgbClr val="642B3F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F34"/>
          </a:solidFill>
          <a:ln w="12700">
            <a:solidFill>
              <a:srgbClr val="793F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6297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8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6297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8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8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41554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يِيعَ</a:t>
            </a:r>
            <a:endParaRPr lang="ar-SA" sz="87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E1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6576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3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6576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789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9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3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3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4352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يِيغَ</a:t>
            </a:r>
            <a:endParaRPr lang="ar-SA" sz="75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C5D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B3ED"/>
          </a:solidFill>
          <a:ln w="12700">
            <a:solidFill>
              <a:srgbClr val="5EB3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6297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8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6297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A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A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8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8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5808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يِيفَ</a:t>
            </a:r>
            <a:endParaRPr lang="ar-SA" sz="76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4315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9D52"/>
          </a:solidFill>
          <a:ln w="12700">
            <a:solidFill>
              <a:srgbClr val="E09D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F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8DB"/>
          </a:solidFill>
          <a:ln w="12700">
            <a:solidFill>
              <a:srgbClr val="70D8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E4785"/>
          </a:solidFill>
          <a:ln w="12700">
            <a:solidFill>
              <a:srgbClr val="5E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6241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9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6241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9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9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091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يِيقَ</a:t>
            </a:r>
            <a:endParaRPr lang="ar-SA" sz="81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C5F7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BA"/>
          </a:solidFill>
          <a:ln w="12700">
            <a:solidFill>
              <a:srgbClr val="64D8BA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96"/>
          </a:solidFill>
          <a:ln w="12700">
            <a:solidFill>
              <a:srgbClr val="47D19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613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613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383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1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383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1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3967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يِيكَ</a:t>
            </a:r>
            <a:endParaRPr lang="ar-SA" sz="78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E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6353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6353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7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7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7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0522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يِيلَ</a:t>
            </a:r>
            <a:endParaRPr lang="ar-SA" sz="72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433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D642B"/>
          </a:solidFill>
          <a:ln w="12700">
            <a:solidFill>
              <a:srgbClr val="4D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B7934"/>
          </a:solidFill>
          <a:ln w="12700">
            <a:solidFill>
              <a:srgbClr val="3B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613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613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5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3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3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7529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1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7529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1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37960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يِيمَ</a:t>
            </a:r>
            <a:endParaRPr lang="ar-SA" sz="9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C5E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613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613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452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1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452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1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4867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يِينَ</a:t>
            </a:r>
            <a:endParaRPr lang="ar-SA" sz="83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7C5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D7"/>
          </a:solidFill>
          <a:ln w="12700">
            <a:solidFill>
              <a:srgbClr val="ED5ED7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613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1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613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5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8970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1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8970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1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0653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يِيهَ</a:t>
            </a:r>
            <a:endParaRPr lang="ar-SA" sz="81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1E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7A"/>
          </a:solidFill>
          <a:ln w="12700">
            <a:solidFill>
              <a:srgbClr val="52E07A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D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470DB"/>
          </a:solidFill>
          <a:ln w="12700">
            <a:solidFill>
              <a:srgbClr val="C4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E47"/>
          </a:solidFill>
          <a:ln w="12700">
            <a:solidFill>
              <a:srgbClr val="854E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613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1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613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5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7869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1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7869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1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38245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يِيوَ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C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D64D8"/>
          </a:solidFill>
          <a:ln w="12700">
            <a:solidFill>
              <a:srgbClr val="9D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7447D1"/>
          </a:solidFill>
          <a:ln w="12700">
            <a:solidFill>
              <a:srgbClr val="74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852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5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20852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5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C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70592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5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70592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5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C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C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709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5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709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5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6525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أَيِيبَ</a:t>
            </a:r>
            <a:endParaRPr lang="ar-SA" sz="56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F7D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709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5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8709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5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9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70592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5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70592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5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9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9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9688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5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9688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5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3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6082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بَيِيتَ</a:t>
            </a:r>
            <a:endParaRPr lang="ar-SA" sz="68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144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B64"/>
          </a:solidFill>
          <a:ln w="12700">
            <a:solidFill>
              <a:srgbClr val="2B5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C79"/>
          </a:solidFill>
          <a:ln w="12700">
            <a:solidFill>
              <a:srgbClr val="344C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4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4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7115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4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7115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4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4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5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65695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تَيِيثَ</a:t>
            </a:r>
            <a:endParaRPr lang="ar-SA" sz="67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F4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3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7115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4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7115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3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3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4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4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939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ثَيِيجَ</a:t>
            </a:r>
            <a:endParaRPr lang="ar-SA" sz="61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EB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E05E"/>
          </a:solidFill>
          <a:ln w="12700">
            <a:solidFill>
              <a:srgbClr val="EDE0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4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4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5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7115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4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7115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4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5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5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4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4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55161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جَيِيحَ</a:t>
            </a:r>
            <a:endParaRPr lang="ar-SA" sz="7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14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652E0"/>
          </a:solidFill>
          <a:ln w="12700">
            <a:solidFill>
              <a:srgbClr val="56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2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A970"/>
          </a:solidFill>
          <a:ln w="12700">
            <a:solidFill>
              <a:srgbClr val="DBA9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08547"/>
          </a:solidFill>
          <a:ln w="12700">
            <a:solidFill>
              <a:srgbClr val="50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9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8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73937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9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73937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39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8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7562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5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8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9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65068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حَيِيخَ</a:t>
            </a:r>
            <a:endParaRPr lang="ar-SA" sz="65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F7C5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8064"/>
          </a:solidFill>
          <a:ln w="12700">
            <a:solidFill>
              <a:srgbClr val="D880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5147"/>
          </a:solidFill>
          <a:ln w="12700">
            <a:solidFill>
              <a:srgbClr val="D15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B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73937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9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73937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B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562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5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B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9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7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2845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خَيِيدَ</a:t>
            </a:r>
            <a:endParaRPr lang="ar-SA" sz="7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C5F7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593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5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9593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5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70592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5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70592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5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20171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5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20171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5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67957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دَيِيذَ</a:t>
            </a:r>
            <a:endParaRPr lang="ar-SA" sz="65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27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F2B64"/>
          </a:solidFill>
          <a:ln w="12700">
            <a:solidFill>
              <a:srgbClr val="5F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D"/>
          </a:solidFill>
          <a:ln w="12700">
            <a:solidFill>
              <a:srgbClr val="79345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20171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5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20171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5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9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70592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5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70592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5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9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9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8633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5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8633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5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67957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ذَيِيرَ</a:t>
            </a:r>
            <a:endParaRPr lang="ar-SA" sz="65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F7E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633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5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633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5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5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70592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5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70592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5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5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5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2109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5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2109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5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6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2801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رَيِيزَ</a:t>
            </a:r>
            <a:endParaRPr lang="ar-SA" sz="70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C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BC"/>
          </a:solidFill>
          <a:ln w="12700">
            <a:solidFill>
              <a:srgbClr val="5EEDBC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242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1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9242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1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7282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1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7282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1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8667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1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8667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1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8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64519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زَيِيسَ</a:t>
            </a:r>
            <a:endParaRPr lang="ar-SA" sz="59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431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71"/>
          </a:solidFill>
          <a:ln w="12700">
            <a:solidFill>
              <a:srgbClr val="E05271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A9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8E"/>
          </a:solidFill>
          <a:ln w="12700">
            <a:solidFill>
              <a:srgbClr val="70DB8E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F85"/>
          </a:solidFill>
          <a:ln w="12700">
            <a:solidFill>
              <a:srgbClr val="475F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77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6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877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36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5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75610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6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75610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36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5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7740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1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5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6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6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68716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سَيِيشَ</a:t>
            </a:r>
            <a:endParaRPr lang="ar-SA" sz="51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D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5D864"/>
          </a:solidFill>
          <a:ln w="12700">
            <a:solidFill>
              <a:srgbClr val="65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0D147"/>
          </a:solidFill>
          <a:ln w="12700">
            <a:solidFill>
              <a:srgbClr val="60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6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8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75610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6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75610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8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740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1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8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87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6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87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6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9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8814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شَيِيصَ</a:t>
            </a:r>
            <a:endParaRPr lang="ar-SA" sz="50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C5C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89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5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889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5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C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761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5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761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35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C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7785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0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C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5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5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6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67080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صَيِيضَ</a:t>
            </a:r>
            <a:endParaRPr lang="ar-SA" sz="47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431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02B"/>
          </a:solidFill>
          <a:ln w="12700">
            <a:solidFill>
              <a:srgbClr val="6450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E7934"/>
          </a:solidFill>
          <a:ln w="12700">
            <a:solidFill>
              <a:srgbClr val="6E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5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5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B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761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5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761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35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B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7785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0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B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5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35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4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68622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ضَيِيطَ</a:t>
            </a:r>
            <a:endParaRPr lang="ar-SA" sz="5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C5F7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167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5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20167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5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8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70592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5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70592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5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8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8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20167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5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20167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5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3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8084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طَيِيظَ</a:t>
            </a:r>
            <a:endParaRPr lang="ar-SA" sz="63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EA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95EED"/>
          </a:solidFill>
          <a:ln w="12700">
            <a:solidFill>
              <a:srgbClr val="99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20127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2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20127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2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5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7226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2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7226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2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5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5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8690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2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8690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2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66816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ظَيِيعَ</a:t>
            </a:r>
            <a:endParaRPr lang="ar-SA" sz="6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42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4E052"/>
          </a:solidFill>
          <a:ln w="12700">
            <a:solidFill>
              <a:srgbClr val="94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90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470DB"/>
          </a:solidFill>
          <a:ln w="12700">
            <a:solidFill>
              <a:srgbClr val="74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E"/>
          </a:solidFill>
          <a:ln w="12700">
            <a:solidFill>
              <a:srgbClr val="85476E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795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7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8795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37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75053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7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75053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37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7651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3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7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37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64861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عَيِيغَ</a:t>
            </a:r>
            <a:endParaRPr lang="ar-SA" sz="65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C5E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82D8"/>
          </a:solidFill>
          <a:ln w="12700">
            <a:solidFill>
              <a:srgbClr val="6482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82D1"/>
          </a:solidFill>
          <a:ln w="12700">
            <a:solidFill>
              <a:srgbClr val="4782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7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37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6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75053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7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75053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37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6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651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3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6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2009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7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2009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37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B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7615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غَيِيفَ</a:t>
            </a:r>
            <a:endParaRPr lang="ar-SA" sz="61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F7C5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20168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2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20168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2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7226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2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7226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2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2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2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9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69895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فَيِيقَ</a:t>
            </a:r>
            <a:endParaRPr lang="ar-SA" sz="63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solidFill>
          <a:srgbClr val="18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2"/>
          </a:solidFill>
          <a:ln w="12700">
            <a:solidFill>
              <a:srgbClr val="2B6442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73"/>
          </a:solidFill>
          <a:ln w="12700">
            <a:solidFill>
              <a:srgbClr val="34797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486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3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9486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3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C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71707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3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71707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3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C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C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9913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3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9913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3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69895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قَيِيكَ</a:t>
            </a:r>
            <a:endParaRPr lang="ar-SA" sz="63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solidFill>
          <a:srgbClr val="C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897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897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B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7282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1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7282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1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B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B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687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1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687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1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4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0175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كَيِيلَ</a:t>
            </a:r>
            <a:endParaRPr lang="ar-SA" sz="63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bg>
      <p:bgPr>
        <a:solidFill>
          <a:srgbClr val="F7DD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755E"/>
          </a:solidFill>
          <a:ln w="12700">
            <a:solidFill>
              <a:srgbClr val="ED75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687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1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9687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1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8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7282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1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7282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1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8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8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8407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1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8407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1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4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69320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لَيِيمَ</a:t>
            </a:r>
            <a:endParaRPr lang="ar-SA" sz="61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bg>
      <p:bgPr>
        <a:solidFill>
          <a:srgbClr val="1443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B8E0"/>
          </a:solidFill>
          <a:ln w="12700">
            <a:solidFill>
              <a:srgbClr val="52B8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A2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87"/>
          </a:solidFill>
          <a:ln w="12700">
            <a:solidFill>
              <a:srgbClr val="DB7087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D8547"/>
          </a:solidFill>
          <a:ln w="12700">
            <a:solidFill>
              <a:srgbClr val="7D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293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5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8293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5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70592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5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70592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5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910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5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910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5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6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59928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مَيِينَ</a:t>
            </a:r>
            <a:endParaRPr lang="ar-SA" sz="72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bg>
      <p:bgPr>
        <a:solidFill>
          <a:srgbClr val="F7C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9F"/>
          </a:solidFill>
          <a:ln w="12700">
            <a:solidFill>
              <a:srgbClr val="D8649F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A4"/>
          </a:solidFill>
          <a:ln w="12700">
            <a:solidFill>
              <a:srgbClr val="D147A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10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5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10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5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70592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5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70592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5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5653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5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5653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45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5524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نَيِيهَ</a:t>
            </a:r>
            <a:endParaRPr lang="ar-SA" sz="6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bg>
      <p:bgPr>
        <a:solidFill>
          <a:srgbClr val="E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5653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5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95653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45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6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70592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5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70592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5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6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6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85937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5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85937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45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B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57448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هَيِيوَ</a:t>
            </a:r>
            <a:endParaRPr lang="ar-SA" sz="75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bg>
      <p:bgPr>
        <a:solidFill>
          <a:srgbClr val="142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42B64"/>
          </a:solidFill>
          <a:ln w="12700">
            <a:solidFill>
              <a:srgbClr val="34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23479"/>
          </a:solidFill>
          <a:ln w="12700">
            <a:solidFill>
              <a:srgbClr val="62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5937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5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85937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45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9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70592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5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70592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5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9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9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20852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5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20852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5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78181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وَيِيأَ</a:t>
            </a:r>
            <a:endParaRPr lang="ar-SA" sz="5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bg>
      <p:bgPr>
        <a:solidFill>
          <a:srgbClr val="F7C5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20429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20429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D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613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1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613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5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D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569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أَيِي</a:t>
            </a:r>
            <a:endParaRPr lang="ar-SA" sz="63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bg>
      <p:bgPr>
        <a:solidFill>
          <a:srgbClr val="C5F7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BED5E"/>
          </a:solidFill>
          <a:ln w="12700">
            <a:solidFill>
              <a:srgbClr val="6B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000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1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000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613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1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613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51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4023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بَيِي</a:t>
            </a:r>
            <a:endParaRPr lang="ar-SA" sz="86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bg>
      <p:bgPr>
        <a:solidFill>
          <a:srgbClr val="2D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DC"/>
          </a:solidFill>
          <a:ln w="12700">
            <a:solidFill>
              <a:srgbClr val="E052DC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B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2DB70"/>
          </a:solidFill>
          <a:ln w="12700">
            <a:solidFill>
              <a:srgbClr val="A2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C"/>
          </a:solidFill>
          <a:ln w="12700">
            <a:solidFill>
              <a:srgbClr val="47857C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109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1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109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613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1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613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51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312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تَيِي</a:t>
            </a:r>
            <a:endParaRPr lang="ar-SA" sz="74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bg>
      <p:bgPr>
        <a:solidFill>
          <a:srgbClr val="F7E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CD864"/>
          </a:solidFill>
          <a:ln w="12700">
            <a:solidFill>
              <a:srgbClr val="BC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7D147"/>
          </a:solidFill>
          <a:ln w="12700">
            <a:solidFill>
              <a:srgbClr val="C7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6186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0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6186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5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8720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ثَيِي</a:t>
            </a:r>
            <a:endParaRPr lang="ar-SA" sz="69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bg>
      <p:bgPr>
        <a:solidFill>
          <a:srgbClr val="C5F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613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1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613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51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36131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جَيِي</a:t>
            </a:r>
            <a:endParaRPr lang="ar-SA" sz="90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bg>
      <p:bgPr>
        <a:solidFill>
          <a:srgbClr val="431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0"/>
          </a:solidFill>
          <a:ln w="12700">
            <a:solidFill>
              <a:srgbClr val="642B30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034"/>
          </a:solidFill>
          <a:ln w="12700">
            <a:solidFill>
              <a:srgbClr val="7950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613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1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613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51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36131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حَيِي</a:t>
            </a:r>
            <a:endParaRPr lang="ar-SA" sz="90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bg>
      <p:bgPr>
        <a:solidFill>
          <a:srgbClr val="D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64649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5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64649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655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2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0119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خَيِي</a:t>
            </a:r>
            <a:endParaRPr lang="ar-SA" sz="77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bg>
      <p:bgPr>
        <a:solidFill>
          <a:srgbClr val="C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8FED"/>
          </a:solidFill>
          <a:ln w="12700">
            <a:solidFill>
              <a:srgbClr val="5E8F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002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1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002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D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613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1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613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51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D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43878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دَيِي</a:t>
            </a:r>
            <a:endParaRPr lang="ar-SA" sz="8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bg>
      <p:bgPr>
        <a:solidFill>
          <a:srgbClr val="4321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C252"/>
          </a:solidFill>
          <a:ln w="12700">
            <a:solidFill>
              <a:srgbClr val="E0C2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5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BDDB"/>
          </a:solidFill>
          <a:ln w="12700">
            <a:solidFill>
              <a:srgbClr val="70BD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D4785"/>
          </a:solidFill>
          <a:ln w="12700">
            <a:solidFill>
              <a:srgbClr val="6D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657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1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657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613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1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613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51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5859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ذَيِي</a:t>
            </a:r>
            <a:endParaRPr lang="ar-SA" sz="72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bg>
      <p:bgPr>
        <a:solidFill>
          <a:srgbClr val="C5F7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D7"/>
          </a:solidFill>
          <a:ln w="12700">
            <a:solidFill>
              <a:srgbClr val="64D8D7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B9"/>
          </a:solidFill>
          <a:ln w="12700">
            <a:solidFill>
              <a:srgbClr val="47D1B9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14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914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613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1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613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5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36074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رَيِي</a:t>
            </a:r>
            <a:endParaRPr lang="ar-SA" sz="9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bg>
      <p:bgPr>
        <a:solidFill>
          <a:srgbClr val="F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5689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5689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613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1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613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51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0070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زَيِي</a:t>
            </a:r>
            <a:endParaRPr lang="ar-SA" sz="77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0">
    <p:bg>
      <p:bgPr>
        <a:solidFill>
          <a:srgbClr val="3C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E642B"/>
          </a:solidFill>
          <a:ln w="12700">
            <a:solidFill>
              <a:srgbClr val="3E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3F"/>
          </a:solidFill>
          <a:ln w="12700">
            <a:solidFill>
              <a:srgbClr val="34793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7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6353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6353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7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36633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سَيِي</a:t>
            </a:r>
            <a:endParaRPr lang="ar-SA" sz="85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1">
    <p:bg>
      <p:bgPr>
        <a:solidFill>
          <a:srgbClr val="C5E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668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1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668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878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5042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شَيِي</a:t>
            </a:r>
            <a:endParaRPr lang="ar-SA" sz="73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2">
    <p:bg>
      <p:bgPr>
        <a:solidFill>
          <a:srgbClr val="F7C5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B3"/>
          </a:solidFill>
          <a:ln w="12700">
            <a:solidFill>
              <a:srgbClr val="ED5EB3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6520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4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6520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6700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1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39851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صَيِي</a:t>
            </a:r>
            <a:endParaRPr lang="ar-SA" sz="81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3">
    <p:bg>
      <p:bgPr>
        <a:solidFill>
          <a:srgbClr val="1443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9E"/>
          </a:solidFill>
          <a:ln w="12700">
            <a:solidFill>
              <a:srgbClr val="52E09E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EF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D7"/>
          </a:solidFill>
          <a:ln w="12700">
            <a:solidFill>
              <a:srgbClr val="DB70D7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E47"/>
          </a:solidFill>
          <a:ln w="12700">
            <a:solidFill>
              <a:srgbClr val="855E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D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668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1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668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1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D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6878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1127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ضَيِي</a:t>
            </a:r>
            <a:endParaRPr lang="ar-SA" sz="76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4">
    <p:bg>
      <p:bgPr>
        <a:solidFill>
          <a:srgbClr val="D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A64D8"/>
          </a:solidFill>
          <a:ln w="12700">
            <a:solidFill>
              <a:srgbClr val="BA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747D1"/>
          </a:solidFill>
          <a:ln w="12700">
            <a:solidFill>
              <a:srgbClr val="97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653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653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613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1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613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5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5801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طَيِي</a:t>
            </a:r>
            <a:endParaRPr lang="ar-SA" sz="72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5">
    <p:bg>
      <p:bgPr>
        <a:solidFill>
          <a:srgbClr val="F7E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653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653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613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1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613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51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5801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ظَيِي</a:t>
            </a:r>
            <a:endParaRPr lang="ar-SA" sz="72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6">
    <p:bg>
      <p:bgPr>
        <a:solidFill>
          <a:srgbClr val="144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C64"/>
          </a:solidFill>
          <a:ln w="12700">
            <a:solidFill>
              <a:srgbClr val="2B4C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3A79"/>
          </a:solidFill>
          <a:ln w="12700">
            <a:solidFill>
              <a:srgbClr val="343A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8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6297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8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6297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42669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عَيِي</a:t>
            </a:r>
            <a:endParaRPr lang="ar-SA" sz="8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7">
    <p:bg>
      <p:bgPr>
        <a:solidFill>
          <a:srgbClr val="F7C5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3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6576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3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6576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789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9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4903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غَيِي</a:t>
            </a:r>
            <a:endParaRPr lang="ar-SA" sz="73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8">
    <p:bg>
      <p:bgPr>
        <a:solidFill>
          <a:srgbClr val="D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D6ED5E"/>
          </a:solidFill>
          <a:ln w="12700">
            <a:solidFill>
              <a:srgbClr val="D6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8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6297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8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6297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8057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فَيِي</a:t>
            </a:r>
            <a:endParaRPr lang="ar-SA" sz="7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9">
    <p:bg>
      <p:bgPr>
        <a:solidFill>
          <a:srgbClr val="141E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7A52E0"/>
          </a:solidFill>
          <a:ln w="12700">
            <a:solidFill>
              <a:srgbClr val="7A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C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C470"/>
          </a:solidFill>
          <a:ln w="12700">
            <a:solidFill>
              <a:srgbClr val="DBC4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4F"/>
          </a:solidFill>
          <a:ln w="12700">
            <a:solidFill>
              <a:srgbClr val="47854F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9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6241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9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6241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8057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قَيِي</a:t>
            </a:r>
            <a:endParaRPr lang="ar-SA" sz="70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0">
    <p:bg>
      <p:bgPr>
        <a:solidFill>
          <a:srgbClr val="F7C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9E64"/>
          </a:solidFill>
          <a:ln w="12700">
            <a:solidFill>
              <a:srgbClr val="D89E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7547"/>
          </a:solidFill>
          <a:ln w="12700">
            <a:solidFill>
              <a:srgbClr val="D175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383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383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613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1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613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5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3596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كَيِي</a:t>
            </a:r>
            <a:endParaRPr lang="ar-SA" sz="74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1">
    <p:bg>
      <p:bgPr>
        <a:solidFill>
          <a:srgbClr val="C5F7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7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7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9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6353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6353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7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9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8633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لَيِي</a:t>
            </a:r>
            <a:endParaRPr lang="ar-SA" sz="69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2">
    <p:bg>
      <p:bgPr>
        <a:solidFill>
          <a:srgbClr val="33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B"/>
          </a:solidFill>
          <a:ln w="12700">
            <a:solidFill>
              <a:srgbClr val="642B5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B"/>
          </a:solidFill>
          <a:ln w="12700">
            <a:solidFill>
              <a:srgbClr val="79344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529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7529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613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1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613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51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36786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مَيِي</a:t>
            </a:r>
            <a:endParaRPr lang="ar-SA" sz="89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3">
    <p:bg>
      <p:bgPr>
        <a:solidFill>
          <a:srgbClr val="F7F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452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452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2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613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1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613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5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2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312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نَيِي</a:t>
            </a:r>
            <a:endParaRPr lang="ar-SA" sz="74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4">
    <p:bg>
      <p:bgPr>
        <a:solidFill>
          <a:srgbClr val="C3E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E1"/>
          </a:solidFill>
          <a:ln w="12700">
            <a:solidFill>
              <a:srgbClr val="5EEDE1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0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1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970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613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1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613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51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43878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هَيِي</a:t>
            </a:r>
            <a:endParaRPr lang="ar-SA" sz="83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5">
    <p:bg>
      <p:bgPr>
        <a:solidFill>
          <a:srgbClr val="451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752"/>
          </a:solidFill>
          <a:ln w="12700">
            <a:solidFill>
              <a:srgbClr val="E057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C3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AA"/>
          </a:solidFill>
          <a:ln w="12700">
            <a:solidFill>
              <a:srgbClr val="70DBAA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4F85"/>
          </a:solidFill>
          <a:ln w="12700">
            <a:solidFill>
              <a:srgbClr val="474F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869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1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869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613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1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613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51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35274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وَيِي</a:t>
            </a:r>
            <a:endParaRPr lang="ar-SA" sz="90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6">
    <p:bg>
      <p:bgPr>
        <a:solidFill>
          <a:srgbClr val="C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81"/>
          </a:solidFill>
          <a:ln w="12700">
            <a:solidFill>
              <a:srgbClr val="64D881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52"/>
          </a:solidFill>
          <a:ln w="12700">
            <a:solidFill>
              <a:srgbClr val="47D152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550383" y="896112"/>
            <a:ext cx="201657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8C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550383" y="896112"/>
            <a:ext cx="201657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يَسِيرُ</a:t>
            </a:r>
            <a:endParaRPr lang="ar-SA" sz="4700" dirty="0"/>
          </a:p>
        </p:txBody>
      </p:sp>
      <p:sp>
        <p:nvSpPr>
          <p:cNvPr id="12" name="C2 W2 pill"/>
          <p:cNvSpPr/>
          <p:nvPr/>
        </p:nvSpPr>
        <p:spPr>
          <a:xfrm>
            <a:off x="2577045" y="896112"/>
            <a:ext cx="165329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8C36E2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577045" y="896112"/>
            <a:ext cx="165329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فِيلٌ</a:t>
            </a:r>
            <a:endParaRPr lang="ar-SA" sz="47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969772" y="2834640"/>
            <a:ext cx="3204456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969772" y="2834640"/>
            <a:ext cx="3204456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يَسِيرُ فِيلٌ</a:t>
            </a:r>
            <a:endParaRPr lang="ar-SA" sz="4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7">
    <p:bg>
      <p:bgPr>
        <a:solidFill>
          <a:srgbClr val="CB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4963742" y="896112"/>
            <a:ext cx="195010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BE36E2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4963742" y="896112"/>
            <a:ext cx="195010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طِينٌ</a:t>
            </a:r>
            <a:endParaRPr lang="ar-SA" sz="5400" dirty="0"/>
          </a:p>
        </p:txBody>
      </p:sp>
      <p:sp>
        <p:nvSpPr>
          <p:cNvPr id="13" name="C2 W2 pill"/>
          <p:cNvSpPr/>
          <p:nvPr/>
        </p:nvSpPr>
        <p:spPr>
          <a:xfrm>
            <a:off x="2230155" y="896112"/>
            <a:ext cx="241354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BE36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2230155" y="896112"/>
            <a:ext cx="241354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وَتُرَابٌ</a:t>
            </a:r>
            <a:endParaRPr lang="ar-SA" sz="5400" dirty="0"/>
          </a:p>
        </p:txBody>
      </p:sp>
      <p:sp>
        <p:nvSpPr>
          <p:cNvPr id="15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4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3 S panel"/>
          <p:cNvSpPr/>
          <p:nvPr/>
        </p:nvSpPr>
        <p:spPr>
          <a:xfrm>
            <a:off x="2543260" y="2834640"/>
            <a:ext cx="4057480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3 S sentence"/>
          <p:cNvSpPr txBox="1"/>
          <p:nvPr/>
        </p:nvSpPr>
        <p:spPr>
          <a:xfrm>
            <a:off x="2543260" y="2834640"/>
            <a:ext cx="4057480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طِينٌ وَتُرَابٌ</a:t>
            </a:r>
            <a:endParaRPr lang="ar-SA" sz="54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8">
    <p:bg>
      <p:bgPr>
        <a:solidFill>
          <a:srgbClr val="432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F2B"/>
          </a:solidFill>
          <a:ln w="12700">
            <a:solidFill>
              <a:srgbClr val="645F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D7934"/>
          </a:solidFill>
          <a:ln w="12700">
            <a:solidFill>
              <a:srgbClr val="5D7934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5032191" y="896112"/>
            <a:ext cx="157220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D5E236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5032191" y="896112"/>
            <a:ext cx="157220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دِينٌ</a:t>
            </a:r>
            <a:endParaRPr lang="ar-SA" sz="4400" dirty="0"/>
          </a:p>
        </p:txBody>
      </p:sp>
      <p:sp>
        <p:nvSpPr>
          <p:cNvPr id="14" name="C2 W2 pill"/>
          <p:cNvSpPr/>
          <p:nvPr/>
        </p:nvSpPr>
        <p:spPr>
          <a:xfrm>
            <a:off x="2539601" y="896112"/>
            <a:ext cx="217255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D5E2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2539601" y="896112"/>
            <a:ext cx="217255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وَإِيمَانٌ</a:t>
            </a:r>
            <a:endParaRPr lang="ar-SA" sz="4400" dirty="0"/>
          </a:p>
        </p:txBody>
      </p:sp>
      <p:sp>
        <p:nvSpPr>
          <p:cNvPr id="16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3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3 S panel"/>
          <p:cNvSpPr/>
          <p:nvPr/>
        </p:nvSpPr>
        <p:spPr>
          <a:xfrm>
            <a:off x="2903972" y="2834640"/>
            <a:ext cx="3336056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3 S sentence"/>
          <p:cNvSpPr txBox="1"/>
          <p:nvPr/>
        </p:nvSpPr>
        <p:spPr>
          <a:xfrm>
            <a:off x="2903972" y="2834640"/>
            <a:ext cx="3336056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دِينٌ وَإِيمَانٌ</a:t>
            </a:r>
            <a:endParaRPr lang="ar-SA" sz="4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158</Slides>
  <Notes>158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158</vt:i4>
      </vt:variant>
    </vt:vector>
  </HeadingPairs>
  <TitlesOfParts>
    <vt:vector size="16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  <vt:lpstr>Slide 150</vt:lpstr>
      <vt:lpstr>Slide 151</vt:lpstr>
      <vt:lpstr>Slide 152</vt:lpstr>
      <vt:lpstr>Slide 153</vt:lpstr>
      <vt:lpstr>Slide 154</vt:lpstr>
      <vt:lpstr>Slide 155</vt:lpstr>
      <vt:lpstr>Slide 156</vt:lpstr>
      <vt:lpstr>Slide 157</vt:lpstr>
      <vt:lpstr>Slide 158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Madd with yaa 03-noon-ya</dc:title>
  <dc:subject>PptxGenJS Presentation</dc:subject>
  <dc:creator>PptxGenJS</dc:creator>
  <cp:lastModifiedBy>PptxGenJS</cp:lastModifiedBy>
  <cp:revision>1</cp:revision>
  <dcterms:created xsi:type="dcterms:W3CDTF">2026-10-21T18:02:17Z</dcterms:created>
  <dcterms:modified xsi:type="dcterms:W3CDTF">2026-10-21T18:02:17Z</dcterms:modified>
</cp:coreProperties>
</file>