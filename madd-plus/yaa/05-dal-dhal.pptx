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notesMasterIdLst>
    <p:notesMasterId r:id="rId5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notesMaster" Target="notesMasters/notesMaster1.xml"/><Relationship Id="rId53" Type="http://schemas.openxmlformats.org/officeDocument/2006/relationships/presProps" Target="presProps.xml"/><Relationship Id="rId54" Type="http://schemas.openxmlformats.org/officeDocument/2006/relationships/viewProps" Target="viewProps.xml"/><Relationship Id="rId55" Type="http://schemas.openxmlformats.org/officeDocument/2006/relationships/theme" Target="theme/theme1.xml"/><Relationship Id="rId5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5F7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4214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600" dirty="0"/>
          </a:p>
        </p:txBody>
      </p:sp>
      <p:sp>
        <p:nvSpPr>
          <p:cNvPr id="14" name="C2 V1 vowel"/>
          <p:cNvSpPr txBox="1"/>
          <p:nvPr/>
        </p:nvSpPr>
        <p:spPr>
          <a:xfrm>
            <a:off x="6720840" y="14214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9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M2 madd"/>
          <p:cNvSpPr txBox="1"/>
          <p:nvPr/>
        </p:nvSpPr>
        <p:spPr>
          <a:xfrm>
            <a:off x="4343400" y="133502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000" dirty="0"/>
          </a:p>
        </p:txBody>
      </p:sp>
      <p:sp>
        <p:nvSpPr>
          <p:cNvPr id="17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6 R result"/>
          <p:cNvSpPr txBox="1"/>
          <p:nvPr/>
        </p:nvSpPr>
        <p:spPr>
          <a:xfrm>
            <a:off x="685800" y="1099058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دِي</a:t>
            </a:r>
            <a:endParaRPr lang="ar-SA" sz="110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D5EED"/>
          </a:solidFill>
          <a:ln w="12700">
            <a:solidFill>
              <a:srgbClr val="8D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482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482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708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دِيأَ</a:t>
            </a:r>
            <a:endParaRPr lang="ar-SA" sz="69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434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0E052"/>
          </a:solidFill>
          <a:ln w="12700">
            <a:solidFill>
              <a:srgbClr val="A0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1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6DB"/>
          </a:solidFill>
          <a:ln w="12700">
            <a:solidFill>
              <a:srgbClr val="7076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3"/>
          </a:solidFill>
          <a:ln w="12700">
            <a:solidFill>
              <a:srgbClr val="85477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482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482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7968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دِيبَ</a:t>
            </a:r>
            <a:endParaRPr lang="ar-SA" sz="87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E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CD8"/>
          </a:solidFill>
          <a:ln w="12700">
            <a:solidFill>
              <a:srgbClr val="648C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DD1"/>
          </a:solidFill>
          <a:ln w="12700">
            <a:solidFill>
              <a:srgbClr val="478D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45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45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78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دِيتَ</a:t>
            </a:r>
            <a:endParaRPr lang="ar-SA" sz="87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C5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56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56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288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دِيثَ</a:t>
            </a:r>
            <a:endParaRPr lang="ar-SA" sz="86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D"/>
          </a:solidFill>
          <a:ln w="12700">
            <a:solidFill>
              <a:srgbClr val="2B643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D"/>
          </a:solidFill>
          <a:ln w="12700">
            <a:solidFill>
              <a:srgbClr val="34796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538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538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1831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دِيجَ</a:t>
            </a:r>
            <a:endParaRPr lang="ar-SA" sz="8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538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538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1831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دِيحَ</a:t>
            </a:r>
            <a:endParaRPr lang="ar-SA" sz="87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D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95E"/>
          </a:solidFill>
          <a:ln w="12700">
            <a:solidFill>
              <a:srgbClr val="ED69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707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707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دِيخَ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43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4E0"/>
          </a:solidFill>
          <a:ln w="12700">
            <a:solidFill>
              <a:srgbClr val="52C4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B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0"/>
          </a:solidFill>
          <a:ln w="12700">
            <a:solidFill>
              <a:srgbClr val="DB709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28547"/>
          </a:solidFill>
          <a:ln w="12700">
            <a:solidFill>
              <a:srgbClr val="82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273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273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3035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أَدِيبَ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9"/>
          </a:solidFill>
          <a:ln w="12700">
            <a:solidFill>
              <a:srgbClr val="D864A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0"/>
          </a:solidFill>
          <a:ln w="12700">
            <a:solidFill>
              <a:srgbClr val="D147B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273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273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7816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بَدِيتَ</a:t>
            </a:r>
            <a:endParaRPr lang="ar-SA" sz="66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329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329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466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تَدِيثَ</a:t>
            </a:r>
            <a:endParaRPr lang="ar-SA" sz="6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2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F2B64"/>
          </a:solidFill>
          <a:ln w="12700">
            <a:solidFill>
              <a:srgbClr val="2F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C3479"/>
          </a:solidFill>
          <a:ln w="12700">
            <a:solidFill>
              <a:srgbClr val="5C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329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329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ثَدِيجَ</a:t>
            </a:r>
            <a:endParaRPr lang="ar-SA" sz="61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C5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329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329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55945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جَدِيحَ</a:t>
            </a:r>
            <a:endParaRPr lang="ar-SA" sz="68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5F7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7ED5E"/>
          </a:solidFill>
          <a:ln w="12700">
            <a:solidFill>
              <a:srgbClr val="77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470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470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حَدِيخَ</a:t>
            </a:r>
            <a:endParaRPr lang="ar-SA" sz="65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A52E0"/>
          </a:solidFill>
          <a:ln w="12700">
            <a:solidFill>
              <a:srgbClr val="DA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BDB70"/>
          </a:solidFill>
          <a:ln w="12700">
            <a:solidFill>
              <a:srgbClr val="AB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7"/>
          </a:solidFill>
          <a:ln w="12700">
            <a:solidFill>
              <a:srgbClr val="47857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470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470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68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68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459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خَدِيأَ</a:t>
            </a:r>
            <a:endParaRPr lang="ar-SA" sz="6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6D864"/>
          </a:solidFill>
          <a:ln w="12700">
            <a:solidFill>
              <a:srgbClr val="C6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D047"/>
          </a:solidFill>
          <a:ln w="12700">
            <a:solidFill>
              <a:srgbClr val="D1D0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482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482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69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أَدِي</a:t>
            </a:r>
            <a:endParaRPr lang="ar-SA" sz="6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482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3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482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023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بَدِي</a:t>
            </a:r>
            <a:endParaRPr lang="ar-SA" sz="86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4314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5"/>
          </a:solidFill>
          <a:ln w="12700">
            <a:solidFill>
              <a:srgbClr val="642B3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B34"/>
          </a:solidFill>
          <a:ln w="12700">
            <a:solidFill>
              <a:srgbClr val="794B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45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45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312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تَدِي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D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56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56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72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ثَدِي</a:t>
            </a:r>
            <a:endParaRPr lang="ar-SA" sz="69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C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BED"/>
          </a:solidFill>
          <a:ln w="12700">
            <a:solidFill>
              <a:srgbClr val="5E9B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538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538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37080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جَدِي</a:t>
            </a:r>
            <a:endParaRPr lang="ar-SA" sz="87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431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652"/>
          </a:solidFill>
          <a:ln w="12700">
            <a:solidFill>
              <a:srgbClr val="E0B6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6DB"/>
          </a:solidFill>
          <a:ln w="12700">
            <a:solidFill>
              <a:srgbClr val="70C6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84785"/>
          </a:solidFill>
          <a:ln w="12700">
            <a:solidFill>
              <a:srgbClr val="68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538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538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37080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حَدِي</a:t>
            </a:r>
            <a:endParaRPr lang="ar-SA" sz="87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F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E"/>
          </a:solidFill>
          <a:ln w="12700">
            <a:solidFill>
              <a:srgbClr val="64D8C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E"/>
          </a:solidFill>
          <a:ln w="12700">
            <a:solidFill>
              <a:srgbClr val="47D1A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707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707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011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خَدِي</a:t>
            </a:r>
            <a:endParaRPr lang="ar-SA" sz="77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54603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200" dirty="0"/>
          </a:p>
        </p:txBody>
      </p:sp>
      <p:sp>
        <p:nvSpPr>
          <p:cNvPr id="15" name="C2 V1 vowel"/>
          <p:cNvSpPr txBox="1"/>
          <p:nvPr/>
        </p:nvSpPr>
        <p:spPr>
          <a:xfrm>
            <a:off x="6720840" y="154603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9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4343400" y="133502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000" dirty="0"/>
          </a:p>
        </p:txBody>
      </p:sp>
      <p:sp>
        <p:nvSpPr>
          <p:cNvPr id="18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R result"/>
          <p:cNvSpPr txBox="1"/>
          <p:nvPr/>
        </p:nvSpPr>
        <p:spPr>
          <a:xfrm>
            <a:off x="685800" y="1269467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ذِي</a:t>
            </a:r>
            <a:endParaRPr lang="ar-SA" sz="98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3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3642B"/>
          </a:solidFill>
          <a:ln w="12700">
            <a:solidFill>
              <a:srgbClr val="43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9"/>
          </a:solidFill>
          <a:ln w="12700">
            <a:solidFill>
              <a:srgbClr val="3479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34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134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708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ذِيأَ</a:t>
            </a:r>
            <a:endParaRPr lang="ar-SA" sz="69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34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34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082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ذِيبَ</a:t>
            </a:r>
            <a:endParaRPr lang="ar-SA" sz="87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C5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E"/>
          </a:solidFill>
          <a:ln w="12700">
            <a:solidFill>
              <a:srgbClr val="ED5EB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11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11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678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ذِيتَ</a:t>
            </a:r>
            <a:endParaRPr lang="ar-SA" sz="8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2"/>
          </a:solidFill>
          <a:ln w="12700">
            <a:solidFill>
              <a:srgbClr val="52E09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670DB"/>
          </a:solidFill>
          <a:ln w="12700">
            <a:solidFill>
              <a:srgbClr val="D6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947"/>
          </a:solidFill>
          <a:ln w="12700">
            <a:solidFill>
              <a:srgbClr val="8559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182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182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288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ذِيثَ</a:t>
            </a:r>
            <a:endParaRPr lang="ar-SA" sz="86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D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164D8"/>
          </a:solidFill>
          <a:ln w="12700">
            <a:solidFill>
              <a:srgbClr val="B1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C47D1"/>
          </a:solidFill>
          <a:ln w="12700">
            <a:solidFill>
              <a:srgbClr val="8C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66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66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1831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ذِيجَ</a:t>
            </a:r>
            <a:endParaRPr lang="ar-SA" sz="8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E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66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166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1831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ذِيحَ</a:t>
            </a:r>
            <a:endParaRPr lang="ar-SA" sz="87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44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164"/>
          </a:solidFill>
          <a:ln w="12700">
            <a:solidFill>
              <a:srgbClr val="2B51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079"/>
          </a:solidFill>
          <a:ln w="12700">
            <a:solidFill>
              <a:srgbClr val="3440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261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261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ذِيخَ</a:t>
            </a:r>
            <a:endParaRPr lang="ar-SA" sz="75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C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608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608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10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10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06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ذِيدَ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E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2ED5E"/>
          </a:solidFill>
          <a:ln w="12700">
            <a:solidFill>
              <a:srgbClr val="E2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840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840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3035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أَذِيبَ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42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F52E0"/>
          </a:solidFill>
          <a:ln w="12700">
            <a:solidFill>
              <a:srgbClr val="6F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4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C70"/>
          </a:solidFill>
          <a:ln w="12700">
            <a:solidFill>
              <a:srgbClr val="DBBC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A"/>
          </a:solidFill>
          <a:ln w="12700">
            <a:solidFill>
              <a:srgbClr val="47854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A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840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840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A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A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7816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بَذِيتَ</a:t>
            </a:r>
            <a:endParaRPr lang="ar-SA" sz="6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C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464"/>
          </a:solidFill>
          <a:ln w="12700">
            <a:solidFill>
              <a:srgbClr val="D894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947"/>
          </a:solidFill>
          <a:ln w="12700">
            <a:solidFill>
              <a:srgbClr val="D169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871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871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466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تَذِيثَ</a:t>
            </a:r>
            <a:endParaRPr lang="ar-SA" sz="6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5F7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871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871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ثَذِيجَ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2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F"/>
          </a:solidFill>
          <a:ln w="12700">
            <a:solidFill>
              <a:srgbClr val="642B5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1"/>
          </a:solidFill>
          <a:ln w="12700">
            <a:solidFill>
              <a:srgbClr val="79345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871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871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55945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جَذِيحَ</a:t>
            </a:r>
            <a:endParaRPr lang="ar-SA" sz="6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F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3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950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950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3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3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حَذِيخَ</a:t>
            </a:r>
            <a:endParaRPr lang="ar-SA" sz="6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5E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5"/>
          </a:solidFill>
          <a:ln w="12700">
            <a:solidFill>
              <a:srgbClr val="5EEDD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4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950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950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4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4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9636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خَذِيدَ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4314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58"/>
          </a:solidFill>
          <a:ln w="12700">
            <a:solidFill>
              <a:srgbClr val="E0525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B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1"/>
          </a:solidFill>
          <a:ln w="12700">
            <a:solidFill>
              <a:srgbClr val="70DBA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485"/>
          </a:solidFill>
          <a:ln w="12700">
            <a:solidFill>
              <a:srgbClr val="4754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840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840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459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دَذِيأَ</a:t>
            </a:r>
            <a:endParaRPr lang="ar-SA" sz="6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D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7"/>
          </a:solidFill>
          <a:ln w="12700">
            <a:solidFill>
              <a:srgbClr val="64D87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8D147"/>
          </a:solidFill>
          <a:ln w="12700">
            <a:solidFill>
              <a:srgbClr val="48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34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134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69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أَذِي</a:t>
            </a:r>
            <a:endParaRPr lang="ar-SA" sz="6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134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3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134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023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بَذِي</a:t>
            </a:r>
            <a:endParaRPr lang="ar-SA" sz="86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432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A2B"/>
          </a:solidFill>
          <a:ln w="12700">
            <a:solidFill>
              <a:srgbClr val="645A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27934"/>
          </a:solidFill>
          <a:ln w="12700">
            <a:solidFill>
              <a:srgbClr val="62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11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11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312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تَذِي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82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182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72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ثَذِي</a:t>
            </a:r>
            <a:endParaRPr lang="ar-SA" sz="69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15EED"/>
          </a:solidFill>
          <a:ln w="12700">
            <a:solidFill>
              <a:srgbClr val="B1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166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166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39289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جَذِي</a:t>
            </a:r>
            <a:endParaRPr lang="ar-SA" sz="87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3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CE052"/>
          </a:solidFill>
          <a:ln w="12700">
            <a:solidFill>
              <a:srgbClr val="7C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670DB"/>
          </a:solidFill>
          <a:ln w="12700">
            <a:solidFill>
              <a:srgbClr val="86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4"/>
          </a:solidFill>
          <a:ln w="12700">
            <a:solidFill>
              <a:srgbClr val="85476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166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166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39289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حَذِي</a:t>
            </a:r>
            <a:endParaRPr lang="ar-SA" sz="87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ED8"/>
          </a:solidFill>
          <a:ln w="12700">
            <a:solidFill>
              <a:srgbClr val="646E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AD1"/>
          </a:solidFill>
          <a:ln w="12700">
            <a:solidFill>
              <a:srgbClr val="476A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261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261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011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خَذِي</a:t>
            </a:r>
            <a:endParaRPr lang="ar-SA" sz="7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7C5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010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010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9608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4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9608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3878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دَذِي</a:t>
            </a:r>
            <a:endParaRPr lang="ar-SA" sz="83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1443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C"/>
          </a:solidFill>
          <a:ln w="12700">
            <a:solidFill>
              <a:srgbClr val="2B644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479"/>
          </a:solidFill>
          <a:ln w="12700">
            <a:solidFill>
              <a:srgbClr val="3474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952813" y="896112"/>
            <a:ext cx="172092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B7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952813" y="896112"/>
            <a:ext cx="172092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دِيكٌ</a:t>
            </a:r>
            <a:endParaRPr lang="ar-SA" sz="4600" dirty="0"/>
          </a:p>
        </p:txBody>
      </p:sp>
      <p:sp>
        <p:nvSpPr>
          <p:cNvPr id="14" name="C2 W2 pill"/>
          <p:cNvSpPr/>
          <p:nvPr/>
        </p:nvSpPr>
        <p:spPr>
          <a:xfrm>
            <a:off x="2470262" y="896112"/>
            <a:ext cx="216251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736E2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470262" y="896112"/>
            <a:ext cx="216251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وَدَجَاجٌ</a:t>
            </a:r>
            <a:endParaRPr lang="ar-SA" sz="4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815350" y="2834640"/>
            <a:ext cx="351330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815350" y="2834640"/>
            <a:ext cx="351330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دِيكٌ وَدَجَاجٌ</a:t>
            </a:r>
            <a:endParaRPr lang="ar-SA" sz="4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596338" y="896112"/>
            <a:ext cx="198104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DB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596338" y="896112"/>
            <a:ext cx="198104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طَعَامٌ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566621" y="896112"/>
            <a:ext cx="170967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B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566621" y="896112"/>
            <a:ext cx="170967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لَذِيذٌ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908578" y="2834640"/>
            <a:ext cx="332684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908578" y="2834640"/>
            <a:ext cx="332684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طَعَامٌ لَذِيذٌ</a:t>
            </a:r>
            <a:endParaRPr lang="ar-SA" sz="4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E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E5E"/>
          </a:solidFill>
          <a:ln w="12700">
            <a:solidFill>
              <a:srgbClr val="ED8E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5034540" y="896112"/>
            <a:ext cx="181781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A9E236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5034540" y="896112"/>
            <a:ext cx="181781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عِيدٌ</a:t>
            </a:r>
            <a:endParaRPr lang="ar-SA" sz="6100" dirty="0"/>
          </a:p>
        </p:txBody>
      </p:sp>
      <p:sp>
        <p:nvSpPr>
          <p:cNvPr id="20" name="C2 W2 pill"/>
          <p:cNvSpPr/>
          <p:nvPr/>
        </p:nvSpPr>
        <p:spPr>
          <a:xfrm>
            <a:off x="2291646" y="896112"/>
            <a:ext cx="242285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A9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291646" y="896112"/>
            <a:ext cx="242285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سَعِيدٌ</a:t>
            </a:r>
            <a:endParaRPr lang="ar-SA" sz="61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5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633188" y="2834640"/>
            <a:ext cx="387762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633188" y="2834640"/>
            <a:ext cx="387762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عِيدٌ سَعِيدٌ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50</Slides>
  <Notes>50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5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yaa 05-dal-dhal</dc:title>
  <dc:subject>PptxGenJS Presentation</dc:subject>
  <dc:creator>PptxGenJS</dc:creator>
  <cp:lastModifiedBy>PptxGenJS</cp:lastModifiedBy>
  <cp:revision>1</cp:revision>
  <dcterms:created xsi:type="dcterms:W3CDTF">2026-10-21T17:58:00Z</dcterms:created>
  <dcterms:modified xsi:type="dcterms:W3CDTF">2026-10-21T17:58:00Z</dcterms:modified>
</cp:coreProperties>
</file>