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</p:sldIdLst>
  <p:notesMasterIdLst>
    <p:notesMasterId r:id="rId5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notesMaster" Target="notesMasters/notesMaster1.xml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C5F7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4214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600" dirty="0"/>
          </a:p>
        </p:txBody>
      </p:sp>
      <p:sp>
        <p:nvSpPr>
          <p:cNvPr id="14" name="C2 V1 vowel"/>
          <p:cNvSpPr txBox="1"/>
          <p:nvPr/>
        </p:nvSpPr>
        <p:spPr>
          <a:xfrm>
            <a:off x="6720840" y="14214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9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9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M2 madd"/>
          <p:cNvSpPr txBox="1"/>
          <p:nvPr/>
        </p:nvSpPr>
        <p:spPr>
          <a:xfrm>
            <a:off x="4343400" y="133502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8000" dirty="0"/>
          </a:p>
        </p:txBody>
      </p:sp>
      <p:sp>
        <p:nvSpPr>
          <p:cNvPr id="17" name="C4 S2 stretch"/>
          <p:cNvSpPr/>
          <p:nvPr/>
        </p:nvSpPr>
        <p:spPr>
          <a:xfrm>
            <a:off x="4919472" y="136245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5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3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6 R result"/>
          <p:cNvSpPr txBox="1"/>
          <p:nvPr/>
        </p:nvSpPr>
        <p:spPr>
          <a:xfrm>
            <a:off x="685800" y="1099058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دِي</a:t>
            </a:r>
            <a:endParaRPr lang="ar-SA" sz="110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6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8D5EED"/>
          </a:solidFill>
          <a:ln w="12700">
            <a:solidFill>
              <a:srgbClr val="8D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482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3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7482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53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20486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3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20486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3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77081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دِيأَ</a:t>
            </a:r>
            <a:endParaRPr lang="ar-SA" sz="69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341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A0E052"/>
          </a:solidFill>
          <a:ln w="12700">
            <a:solidFill>
              <a:srgbClr val="A0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91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76DB"/>
          </a:solidFill>
          <a:ln w="12700">
            <a:solidFill>
              <a:srgbClr val="7076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73"/>
          </a:solidFill>
          <a:ln w="12700">
            <a:solidFill>
              <a:srgbClr val="854773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482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3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7482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53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2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2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7961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3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7961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3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47968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دِيبَ</a:t>
            </a:r>
            <a:endParaRPr lang="ar-SA" sz="87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C5E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8CD8"/>
          </a:solidFill>
          <a:ln w="12700">
            <a:solidFill>
              <a:srgbClr val="648C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8DD1"/>
          </a:solidFill>
          <a:ln w="12700">
            <a:solidFill>
              <a:srgbClr val="478D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453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4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453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5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5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5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9117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4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9117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4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A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6789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دِيتَ</a:t>
            </a:r>
            <a:endParaRPr lang="ar-SA" sz="87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C5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7566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0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7566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5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8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8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0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0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9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62885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دِيثَ</a:t>
            </a:r>
            <a:endParaRPr lang="ar-SA" sz="86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3D"/>
          </a:solidFill>
          <a:ln w="12700">
            <a:solidFill>
              <a:srgbClr val="2B643D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6D"/>
          </a:solidFill>
          <a:ln w="12700">
            <a:solidFill>
              <a:srgbClr val="34796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538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1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7538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51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1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1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41831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دِيجَ</a:t>
            </a:r>
            <a:endParaRPr lang="ar-SA" sz="87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CB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538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538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5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1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1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41831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دِيحَ</a:t>
            </a:r>
            <a:endParaRPr lang="ar-SA" sz="87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D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695E"/>
          </a:solidFill>
          <a:ln w="12700">
            <a:solidFill>
              <a:srgbClr val="ED69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707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5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7707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45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9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6655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2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9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8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5459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دِيخَ</a:t>
            </a:r>
            <a:endParaRPr lang="ar-SA" sz="75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43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C4E0"/>
          </a:solidFill>
          <a:ln w="12700">
            <a:solidFill>
              <a:srgbClr val="52C4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AB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90"/>
          </a:solidFill>
          <a:ln w="12700">
            <a:solidFill>
              <a:srgbClr val="DB709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28547"/>
          </a:solidFill>
          <a:ln w="12700">
            <a:solidFill>
              <a:srgbClr val="82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2088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6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2088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6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8273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6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8273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46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868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6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868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6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6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83035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أَدِيبَ</a:t>
            </a:r>
            <a:endParaRPr lang="ar-SA" sz="62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A9"/>
          </a:solidFill>
          <a:ln w="12700">
            <a:solidFill>
              <a:srgbClr val="D864A9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B0"/>
          </a:solidFill>
          <a:ln w="12700">
            <a:solidFill>
              <a:srgbClr val="D147B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68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6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868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6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273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6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8273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46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690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6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690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6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8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67816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بَدِيتَ</a:t>
            </a:r>
            <a:endParaRPr lang="ar-SA" sz="66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9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685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4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9685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4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5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83297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4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83297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44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5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5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4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4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72466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تَدِيثَ</a:t>
            </a:r>
            <a:endParaRPr lang="ar-SA" sz="64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28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F2B64"/>
          </a:solidFill>
          <a:ln w="12700">
            <a:solidFill>
              <a:srgbClr val="2F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C3479"/>
          </a:solidFill>
          <a:ln w="12700">
            <a:solidFill>
              <a:srgbClr val="5C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4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4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8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83297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4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83297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44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8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8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4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4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9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69397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ثَدِيجَ</a:t>
            </a:r>
            <a:endParaRPr lang="ar-SA" sz="61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C5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4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4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C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3297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4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83297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44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C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C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4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4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6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55945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جَدِيحَ</a:t>
            </a:r>
            <a:endParaRPr lang="ar-SA" sz="68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C5F7C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77ED5E"/>
          </a:solidFill>
          <a:ln w="12700">
            <a:solidFill>
              <a:srgbClr val="77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9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39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B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8470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9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8470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39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B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7562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5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B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65068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حَدِيخَ</a:t>
            </a:r>
            <a:endParaRPr lang="ar-SA" sz="65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9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DA52E0"/>
          </a:solidFill>
          <a:ln w="12700">
            <a:solidFill>
              <a:srgbClr val="DA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C4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ABDB70"/>
          </a:solidFill>
          <a:ln w="12700">
            <a:solidFill>
              <a:srgbClr val="AB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77"/>
          </a:solidFill>
          <a:ln w="12700">
            <a:solidFill>
              <a:srgbClr val="47857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8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8470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9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8470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39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8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7562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5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8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20681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39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20681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39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84596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خَدِيأَ</a:t>
            </a:r>
            <a:endParaRPr lang="ar-SA" sz="60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EA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C6D864"/>
          </a:solidFill>
          <a:ln w="12700">
            <a:solidFill>
              <a:srgbClr val="C6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D047"/>
          </a:solidFill>
          <a:ln w="12700">
            <a:solidFill>
              <a:srgbClr val="D1D0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20486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3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20486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5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7482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3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7482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53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5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5690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أَدِي</a:t>
            </a:r>
            <a:endParaRPr lang="ar-SA" sz="63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C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7961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3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7961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3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7482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3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7482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53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8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40235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بَدِي</a:t>
            </a:r>
            <a:endParaRPr lang="ar-SA" sz="86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4314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35"/>
          </a:solidFill>
          <a:ln w="12700">
            <a:solidFill>
              <a:srgbClr val="642B35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4B34"/>
          </a:solidFill>
          <a:ln w="12700">
            <a:solidFill>
              <a:srgbClr val="794B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117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4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9117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4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7453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4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7453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54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53126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تَدِي</a:t>
            </a:r>
            <a:endParaRPr lang="ar-SA" sz="7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D8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0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7566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0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7566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5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8720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ثَدِي</a:t>
            </a:r>
            <a:endParaRPr lang="ar-SA" sz="69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C5C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9BED"/>
          </a:solidFill>
          <a:ln w="12700">
            <a:solidFill>
              <a:srgbClr val="5E9B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1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1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C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7538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1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7538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51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C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37080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جَدِي</a:t>
            </a:r>
            <a:endParaRPr lang="ar-SA" sz="87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431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B652"/>
          </a:solidFill>
          <a:ln w="12700">
            <a:solidFill>
              <a:srgbClr val="E0B6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DE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C6DB"/>
          </a:solidFill>
          <a:ln w="12700">
            <a:solidFill>
              <a:srgbClr val="70C6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84785"/>
          </a:solidFill>
          <a:ln w="12700">
            <a:solidFill>
              <a:srgbClr val="68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1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1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B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7538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1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7538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51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B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4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37080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حَدِي</a:t>
            </a:r>
            <a:endParaRPr lang="ar-SA" sz="87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C5F7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CE"/>
          </a:solidFill>
          <a:ln w="12700">
            <a:solidFill>
              <a:srgbClr val="64D8CE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AE"/>
          </a:solidFill>
          <a:ln w="12700">
            <a:solidFill>
              <a:srgbClr val="47D1AE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7707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5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7707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4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655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2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4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0119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خَدِي</a:t>
            </a:r>
            <a:endParaRPr lang="ar-SA" sz="77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EC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54603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200" dirty="0"/>
          </a:p>
        </p:txBody>
      </p:sp>
      <p:sp>
        <p:nvSpPr>
          <p:cNvPr id="15" name="C2 V1 vowel"/>
          <p:cNvSpPr txBox="1"/>
          <p:nvPr/>
        </p:nvSpPr>
        <p:spPr>
          <a:xfrm>
            <a:off x="6720840" y="154603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92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4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4343400" y="133502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8000" dirty="0"/>
          </a:p>
        </p:txBody>
      </p:sp>
      <p:sp>
        <p:nvSpPr>
          <p:cNvPr id="18" name="C4 S2 stretch"/>
          <p:cNvSpPr/>
          <p:nvPr/>
        </p:nvSpPr>
        <p:spPr>
          <a:xfrm>
            <a:off x="4919472" y="136245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6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R result"/>
          <p:cNvSpPr txBox="1"/>
          <p:nvPr/>
        </p:nvSpPr>
        <p:spPr>
          <a:xfrm>
            <a:off x="685800" y="1269467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ذِي</a:t>
            </a:r>
            <a:endParaRPr lang="ar-SA" sz="98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3F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3642B"/>
          </a:solidFill>
          <a:ln w="12700">
            <a:solidFill>
              <a:srgbClr val="43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39"/>
          </a:solidFill>
          <a:ln w="12700">
            <a:solidFill>
              <a:srgbClr val="3479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1349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3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81349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53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20486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3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20486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3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77081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ذِيأَ</a:t>
            </a:r>
            <a:endParaRPr lang="ar-SA" sz="69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C5E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1349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3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1349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5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6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6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7961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3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7961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3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0822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ذِيبَ</a:t>
            </a:r>
            <a:endParaRPr lang="ar-SA" sz="87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C5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BE"/>
          </a:solidFill>
          <a:ln w="12700">
            <a:solidFill>
              <a:srgbClr val="ED5EB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119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4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8119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5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9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9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9117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4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9117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4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8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56789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ذِيتَ</a:t>
            </a:r>
            <a:endParaRPr lang="ar-SA" sz="87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6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92"/>
          </a:solidFill>
          <a:ln w="12700">
            <a:solidFill>
              <a:srgbClr val="52E09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EE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670DB"/>
          </a:solidFill>
          <a:ln w="12700">
            <a:solidFill>
              <a:srgbClr val="D6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5947"/>
          </a:solidFill>
          <a:ln w="12700">
            <a:solidFill>
              <a:srgbClr val="8559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182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0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8182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5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0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0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6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62885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ذِيثَ</a:t>
            </a:r>
            <a:endParaRPr lang="ar-SA" sz="86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D1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B164D8"/>
          </a:solidFill>
          <a:ln w="12700">
            <a:solidFill>
              <a:srgbClr val="B1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8C47D1"/>
          </a:solidFill>
          <a:ln w="12700">
            <a:solidFill>
              <a:srgbClr val="8C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166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166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5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1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1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41831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ذِيجَ</a:t>
            </a:r>
            <a:endParaRPr lang="ar-SA" sz="87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E0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166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1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8166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51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7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7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1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1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41831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ذِيحَ</a:t>
            </a:r>
            <a:endParaRPr lang="ar-SA" sz="87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44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5164"/>
          </a:solidFill>
          <a:ln w="12700">
            <a:solidFill>
              <a:srgbClr val="2B51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4079"/>
          </a:solidFill>
          <a:ln w="12700">
            <a:solidFill>
              <a:srgbClr val="3440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2615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5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82615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45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6655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2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7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5459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ذِيخَ</a:t>
            </a:r>
            <a:endParaRPr lang="ar-SA" sz="75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C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9608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4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9608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6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90103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4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90103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4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4062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ذِيدَ</a:t>
            </a:r>
            <a:endParaRPr lang="ar-SA" sz="90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E2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2ED5E"/>
          </a:solidFill>
          <a:ln w="12700">
            <a:solidFill>
              <a:srgbClr val="E2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2088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6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2088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6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7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8840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6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8840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46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7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7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868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6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868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6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A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83035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أَذِيبَ</a:t>
            </a:r>
            <a:endParaRPr lang="ar-SA" sz="62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422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6F52E0"/>
          </a:solidFill>
          <a:ln w="12700">
            <a:solidFill>
              <a:srgbClr val="6F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D4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BC70"/>
          </a:solidFill>
          <a:ln w="12700">
            <a:solidFill>
              <a:srgbClr val="DBBC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4A"/>
          </a:solidFill>
          <a:ln w="12700">
            <a:solidFill>
              <a:srgbClr val="47854A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68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6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868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6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A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8840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6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8840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46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A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A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9690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6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9690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6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8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67816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بَذِيتَ</a:t>
            </a:r>
            <a:endParaRPr lang="ar-SA" sz="66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7C5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9464"/>
          </a:solidFill>
          <a:ln w="12700">
            <a:solidFill>
              <a:srgbClr val="D894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6947"/>
          </a:solidFill>
          <a:ln w="12700">
            <a:solidFill>
              <a:srgbClr val="D169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685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4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685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4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8717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4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88717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44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4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4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5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2466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تَذِيثَ</a:t>
            </a:r>
            <a:endParaRPr lang="ar-SA" sz="64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C5F7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4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4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A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88717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4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88717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44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A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A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4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4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3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69397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ثَذِيجَ</a:t>
            </a:r>
            <a:endParaRPr lang="ar-SA" sz="61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2F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5F"/>
          </a:solidFill>
          <a:ln w="12700">
            <a:solidFill>
              <a:srgbClr val="642B5F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51"/>
          </a:solidFill>
          <a:ln w="12700">
            <a:solidFill>
              <a:srgbClr val="79345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4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4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7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88717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4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88717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44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7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7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4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4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55945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جَذِيحَ</a:t>
            </a:r>
            <a:endParaRPr lang="ar-SA" sz="68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7F0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9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3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950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39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8950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3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562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5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3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78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65068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حَذِيخَ</a:t>
            </a:r>
            <a:endParaRPr lang="ar-SA" sz="65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C5EF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D5"/>
          </a:solidFill>
          <a:ln w="12700">
            <a:solidFill>
              <a:srgbClr val="5EEDD5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4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8950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39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8950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39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4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7562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5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4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9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39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A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69636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خَذِيدَ</a:t>
            </a:r>
            <a:endParaRPr lang="ar-SA" sz="7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4314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58"/>
          </a:solidFill>
          <a:ln w="12700">
            <a:solidFill>
              <a:srgbClr val="E05258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BB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A1"/>
          </a:solidFill>
          <a:ln w="12700">
            <a:solidFill>
              <a:srgbClr val="70DBA1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5485"/>
          </a:solidFill>
          <a:ln w="12700">
            <a:solidFill>
              <a:srgbClr val="4754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594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6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9594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6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7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8840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6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8840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46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7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7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2088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6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2088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6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A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84596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دَذِيأَ</a:t>
            </a:r>
            <a:endParaRPr lang="ar-SA" sz="60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D2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77"/>
          </a:solidFill>
          <a:ln w="12700">
            <a:solidFill>
              <a:srgbClr val="64D877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8D147"/>
          </a:solidFill>
          <a:ln w="12700">
            <a:solidFill>
              <a:srgbClr val="48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20486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3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20486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1349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3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81349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53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7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5690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أَذِي</a:t>
            </a:r>
            <a:endParaRPr lang="ar-SA" sz="63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C7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7961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3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7961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3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1349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3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81349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53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40235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بَذِي</a:t>
            </a:r>
            <a:endParaRPr lang="ar-SA" sz="86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432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5A2B"/>
          </a:solidFill>
          <a:ln w="12700">
            <a:solidFill>
              <a:srgbClr val="645A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27934"/>
          </a:solidFill>
          <a:ln w="12700">
            <a:solidFill>
              <a:srgbClr val="62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117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4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9117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4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9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119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4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8119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54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9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53126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تَذِي</a:t>
            </a:r>
            <a:endParaRPr lang="ar-SA" sz="74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C5F7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0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182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0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8182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5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5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8720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ثَذِي</a:t>
            </a:r>
            <a:endParaRPr lang="ar-SA" sz="69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2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B15EED"/>
          </a:solidFill>
          <a:ln w="12700">
            <a:solidFill>
              <a:srgbClr val="B1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1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1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166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1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8166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51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39289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جَذِي</a:t>
            </a:r>
            <a:endParaRPr lang="ar-SA" sz="87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39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7CE052"/>
          </a:solidFill>
          <a:ln w="12700">
            <a:solidFill>
              <a:srgbClr val="7C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A1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8670DB"/>
          </a:solidFill>
          <a:ln w="12700">
            <a:solidFill>
              <a:srgbClr val="86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64"/>
          </a:solidFill>
          <a:ln w="12700">
            <a:solidFill>
              <a:srgbClr val="854764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1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1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166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1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8166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51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39289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حَذِي</a:t>
            </a:r>
            <a:endParaRPr lang="ar-SA" sz="87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C5D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6ED8"/>
          </a:solidFill>
          <a:ln w="12700">
            <a:solidFill>
              <a:srgbClr val="646E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6AD1"/>
          </a:solidFill>
          <a:ln w="12700">
            <a:solidFill>
              <a:srgbClr val="476A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7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2615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5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82615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4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7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655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2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0119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خَذِي</a:t>
            </a:r>
            <a:endParaRPr lang="ar-SA" sz="77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7C5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0103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4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90103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4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B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79608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4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79608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64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B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7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43878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دَذِي</a:t>
            </a:r>
            <a:endParaRPr lang="ar-SA" sz="83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1443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4C"/>
          </a:solidFill>
          <a:ln w="12700">
            <a:solidFill>
              <a:srgbClr val="2B644C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479"/>
          </a:solidFill>
          <a:ln w="12700">
            <a:solidFill>
              <a:srgbClr val="347479"/>
            </a:solidFill>
            <a:prstDash val="solid"/>
          </a:ln>
        </p:spPr>
      </p:sp>
      <p:sp>
        <p:nvSpPr>
          <p:cNvPr id="12" name="C1 W1 pill"/>
          <p:cNvSpPr/>
          <p:nvPr/>
        </p:nvSpPr>
        <p:spPr>
          <a:xfrm>
            <a:off x="4952813" y="896112"/>
            <a:ext cx="1720926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B7"/>
            </a:solidFill>
            <a:prstDash val="solid"/>
          </a:ln>
        </p:spPr>
      </p:sp>
      <p:sp>
        <p:nvSpPr>
          <p:cNvPr id="13" name="C1 W1 word"/>
          <p:cNvSpPr txBox="1"/>
          <p:nvPr/>
        </p:nvSpPr>
        <p:spPr>
          <a:xfrm>
            <a:off x="4952813" y="896112"/>
            <a:ext cx="1720926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دِيكٌ</a:t>
            </a:r>
            <a:endParaRPr lang="ar-SA" sz="4600" dirty="0"/>
          </a:p>
        </p:txBody>
      </p:sp>
      <p:sp>
        <p:nvSpPr>
          <p:cNvPr id="14" name="C2 W2 pill"/>
          <p:cNvSpPr/>
          <p:nvPr/>
        </p:nvSpPr>
        <p:spPr>
          <a:xfrm>
            <a:off x="2470262" y="896112"/>
            <a:ext cx="216251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B736E2"/>
            </a:solidFill>
            <a:prstDash val="solid"/>
          </a:ln>
        </p:spPr>
      </p:sp>
      <p:sp>
        <p:nvSpPr>
          <p:cNvPr id="15" name="C2 W2 word"/>
          <p:cNvSpPr txBox="1"/>
          <p:nvPr/>
        </p:nvSpPr>
        <p:spPr>
          <a:xfrm>
            <a:off x="2470262" y="896112"/>
            <a:ext cx="216251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وَدَجَاجٌ</a:t>
            </a:r>
            <a:endParaRPr lang="ar-SA" sz="4600" dirty="0"/>
          </a:p>
        </p:txBody>
      </p:sp>
      <p:sp>
        <p:nvSpPr>
          <p:cNvPr id="16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2E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3 S panel"/>
          <p:cNvSpPr/>
          <p:nvPr/>
        </p:nvSpPr>
        <p:spPr>
          <a:xfrm>
            <a:off x="2815350" y="2834640"/>
            <a:ext cx="3513300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3 S sentence"/>
          <p:cNvSpPr txBox="1"/>
          <p:nvPr/>
        </p:nvSpPr>
        <p:spPr>
          <a:xfrm>
            <a:off x="2815350" y="2834640"/>
            <a:ext cx="3513300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دِيكٌ وَدَجَاجٌ</a:t>
            </a:r>
            <a:endParaRPr lang="ar-SA" sz="47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D8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4596338" y="896112"/>
            <a:ext cx="198104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DB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4596338" y="896112"/>
            <a:ext cx="198104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طَعَامٌ</a:t>
            </a:r>
            <a:endParaRPr lang="ar-SA" sz="4600" dirty="0"/>
          </a:p>
        </p:txBody>
      </p:sp>
      <p:sp>
        <p:nvSpPr>
          <p:cNvPr id="12" name="C2 W2 pill"/>
          <p:cNvSpPr/>
          <p:nvPr/>
        </p:nvSpPr>
        <p:spPr>
          <a:xfrm>
            <a:off x="2566621" y="896112"/>
            <a:ext cx="1709678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DBE236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566621" y="896112"/>
            <a:ext cx="170967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لَذِيذٌ</a:t>
            </a:r>
            <a:endParaRPr lang="ar-SA" sz="46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B8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2908578" y="2834640"/>
            <a:ext cx="3326844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2908578" y="2834640"/>
            <a:ext cx="3326844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طَعَامٌ لَذِيذٌ</a:t>
            </a:r>
            <a:endParaRPr lang="ar-SA" sz="47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7E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8E5E"/>
          </a:solidFill>
          <a:ln w="12700">
            <a:solidFill>
              <a:srgbClr val="ED8E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1 W1 pill"/>
          <p:cNvSpPr/>
          <p:nvPr/>
        </p:nvSpPr>
        <p:spPr>
          <a:xfrm>
            <a:off x="5034540" y="896112"/>
            <a:ext cx="181781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A9E236"/>
            </a:solidFill>
            <a:prstDash val="solid"/>
          </a:ln>
        </p:spPr>
      </p:sp>
      <p:sp>
        <p:nvSpPr>
          <p:cNvPr id="19" name="C1 W1 word"/>
          <p:cNvSpPr txBox="1"/>
          <p:nvPr/>
        </p:nvSpPr>
        <p:spPr>
          <a:xfrm>
            <a:off x="5034540" y="896112"/>
            <a:ext cx="181781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عِيدٌ</a:t>
            </a:r>
            <a:endParaRPr lang="ar-SA" sz="6100" dirty="0"/>
          </a:p>
        </p:txBody>
      </p:sp>
      <p:sp>
        <p:nvSpPr>
          <p:cNvPr id="20" name="C2 W2 pill"/>
          <p:cNvSpPr/>
          <p:nvPr/>
        </p:nvSpPr>
        <p:spPr>
          <a:xfrm>
            <a:off x="2291646" y="896112"/>
            <a:ext cx="242285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A9E2"/>
            </a:solidFill>
            <a:prstDash val="solid"/>
          </a:ln>
        </p:spPr>
      </p:sp>
      <p:sp>
        <p:nvSpPr>
          <p:cNvPr id="21" name="C2 W2 word"/>
          <p:cNvSpPr txBox="1"/>
          <p:nvPr/>
        </p:nvSpPr>
        <p:spPr>
          <a:xfrm>
            <a:off x="2291646" y="896112"/>
            <a:ext cx="242285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سَعِيدٌ</a:t>
            </a:r>
            <a:endParaRPr lang="ar-SA" sz="6100" dirty="0"/>
          </a:p>
        </p:txBody>
      </p:sp>
      <p:sp>
        <p:nvSpPr>
          <p:cNvPr id="22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5C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3 S panel"/>
          <p:cNvSpPr/>
          <p:nvPr/>
        </p:nvSpPr>
        <p:spPr>
          <a:xfrm>
            <a:off x="2633188" y="2834640"/>
            <a:ext cx="3877625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4" name="C3 S sentence"/>
          <p:cNvSpPr txBox="1"/>
          <p:nvPr/>
        </p:nvSpPr>
        <p:spPr>
          <a:xfrm>
            <a:off x="2633188" y="2834640"/>
            <a:ext cx="3877625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عِيدٌ سَعِيدٌ</a:t>
            </a:r>
            <a:endParaRPr lang="ar-SA" sz="61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50</Slides>
  <Notes>50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Madd with yaa 05-dal-dhal</dc:title>
  <dc:subject>PptxGenJS Presentation</dc:subject>
  <dc:creator>PptxGenJS</dc:creator>
  <cp:lastModifiedBy>PptxGenJS</cp:lastModifiedBy>
  <cp:revision>1</cp:revision>
  <dcterms:created xsi:type="dcterms:W3CDTF">2026-10-21T19:56:09Z</dcterms:created>
  <dcterms:modified xsi:type="dcterms:W3CDTF">2026-10-21T19:56:09Z</dcterms:modified>
</cp:coreProperties>
</file>