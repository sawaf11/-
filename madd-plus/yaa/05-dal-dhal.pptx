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214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6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4214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09905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D5EED"/>
          </a:solidFill>
          <a:ln w="12700">
            <a:solidFill>
              <a:srgbClr val="8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8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48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دِيأَ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0E052"/>
          </a:solidFill>
          <a:ln w="12700">
            <a:solidFill>
              <a:srgbClr val="A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6DB"/>
          </a:solidFill>
          <a:ln w="12700">
            <a:solidFill>
              <a:srgbClr val="707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8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8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796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دِيبَ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CD8"/>
          </a:solidFill>
          <a:ln w="12700">
            <a:solidFill>
              <a:srgbClr val="648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DD1"/>
          </a:solidFill>
          <a:ln w="12700">
            <a:solidFill>
              <a:srgbClr val="478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78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دِيتَ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6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6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88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دِيثَ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D"/>
          </a:solidFill>
          <a:ln w="12700">
            <a:solidFill>
              <a:srgbClr val="3479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3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3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دِيجَ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3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3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دِيحَ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95E"/>
          </a:solidFill>
          <a:ln w="12700">
            <a:solidFill>
              <a:srgbClr val="ED6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4E0"/>
          </a:solidFill>
          <a:ln w="12700">
            <a:solidFill>
              <a:srgbClr val="52C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0"/>
          </a:solidFill>
          <a:ln w="12700">
            <a:solidFill>
              <a:srgbClr val="DB70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8547"/>
          </a:solidFill>
          <a:ln w="12700">
            <a:solidFill>
              <a:srgbClr val="8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273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273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3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أَدِيبَ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9"/>
          </a:solidFill>
          <a:ln w="12700">
            <a:solidFill>
              <a:srgbClr val="D864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0"/>
          </a:solidFill>
          <a:ln w="12700">
            <a:solidFill>
              <a:srgbClr val="D147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73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73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81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بَدِيتَ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2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2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46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تَدِيثَ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2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2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ثَدِيجَ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2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2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594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جَدِيحَ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7ED5E"/>
          </a:solidFill>
          <a:ln w="12700">
            <a:solidFill>
              <a:srgbClr val="7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70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70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حَدِيخَ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A52E0"/>
          </a:solidFill>
          <a:ln w="12700">
            <a:solidFill>
              <a:srgbClr val="D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DB70"/>
          </a:solidFill>
          <a:ln w="12700">
            <a:solidFill>
              <a:srgbClr val="A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70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70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45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خَدِيأَ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D864"/>
          </a:solidFill>
          <a:ln w="12700">
            <a:solidFill>
              <a:srgbClr val="C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047"/>
          </a:solidFill>
          <a:ln w="12700">
            <a:solidFill>
              <a:srgbClr val="D1D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8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8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أَدِي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48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48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بَدِي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4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4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تَدِي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6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6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ثَدِي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BED"/>
          </a:solidFill>
          <a:ln w="12700">
            <a:solidFill>
              <a:srgbClr val="5E9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53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53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708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جَدِي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652"/>
          </a:solidFill>
          <a:ln w="12700">
            <a:solidFill>
              <a:srgbClr val="E0B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6DB"/>
          </a:solidFill>
          <a:ln w="12700">
            <a:solidFill>
              <a:srgbClr val="70C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4785"/>
          </a:solidFill>
          <a:ln w="12700">
            <a:solidFill>
              <a:srgbClr val="6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3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3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708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حَدِي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E"/>
          </a:solidFill>
          <a:ln w="12700">
            <a:solidFill>
              <a:srgbClr val="64D8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E"/>
          </a:solidFill>
          <a:ln w="12700">
            <a:solidFill>
              <a:srgbClr val="47D1A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خَدِي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460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2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5460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26946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</a:t>
            </a:r>
            <a:endParaRPr lang="ar-SA" sz="9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34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34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ذِيأَ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34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34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82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ذِيبَ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E"/>
          </a:solidFill>
          <a:ln w="12700">
            <a:solidFill>
              <a:srgbClr val="ED5EB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1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1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78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ذِيتَ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2"/>
          </a:solidFill>
          <a:ln w="12700">
            <a:solidFill>
              <a:srgbClr val="52E0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670DB"/>
          </a:solidFill>
          <a:ln w="12700">
            <a:solidFill>
              <a:srgbClr val="D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947"/>
          </a:solidFill>
          <a:ln w="12700">
            <a:solidFill>
              <a:srgbClr val="855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8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8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88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ذِيثَ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164D8"/>
          </a:solidFill>
          <a:ln w="12700">
            <a:solidFill>
              <a:srgbClr val="B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C47D1"/>
          </a:solidFill>
          <a:ln w="12700">
            <a:solidFill>
              <a:srgbClr val="8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66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66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ذِيجَ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66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66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ذِيحَ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079"/>
          </a:solidFill>
          <a:ln w="12700">
            <a:solidFill>
              <a:srgbClr val="344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61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261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ذِيخَ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10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10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ذِيدَ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2ED5E"/>
          </a:solidFill>
          <a:ln w="12700">
            <a:solidFill>
              <a:srgbClr val="E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4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4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03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أَذِيبَ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F52E0"/>
          </a:solidFill>
          <a:ln w="12700">
            <a:solidFill>
              <a:srgbClr val="6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C70"/>
          </a:solidFill>
          <a:ln w="12700">
            <a:solidFill>
              <a:srgbClr val="DBB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A"/>
          </a:solidFill>
          <a:ln w="12700">
            <a:solidFill>
              <a:srgbClr val="4785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4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4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81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بَذِيتَ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464"/>
          </a:solidFill>
          <a:ln w="12700">
            <a:solidFill>
              <a:srgbClr val="D89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947"/>
          </a:solidFill>
          <a:ln w="12700">
            <a:solidFill>
              <a:srgbClr val="D16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71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71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46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تَذِيثَ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71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71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ثَذِيجَ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F"/>
          </a:solidFill>
          <a:ln w="12700">
            <a:solidFill>
              <a:srgbClr val="642B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1"/>
          </a:solidFill>
          <a:ln w="12700">
            <a:solidFill>
              <a:srgbClr val="7934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71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71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5594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جَذِيحَ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5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حَذِيخَ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5"/>
          </a:solidFill>
          <a:ln w="12700">
            <a:solidFill>
              <a:srgbClr val="5EEDD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5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95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63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خَذِيدَ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8"/>
          </a:solidFill>
          <a:ln w="12700">
            <a:solidFill>
              <a:srgbClr val="E0525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1"/>
          </a:solidFill>
          <a:ln w="12700">
            <a:solidFill>
              <a:srgbClr val="70DB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485"/>
          </a:solidFill>
          <a:ln w="12700">
            <a:solidFill>
              <a:srgbClr val="475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4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4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45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دَذِيأَ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7"/>
          </a:solidFill>
          <a:ln w="12700">
            <a:solidFill>
              <a:srgbClr val="64D8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D147"/>
          </a:solidFill>
          <a:ln w="12700">
            <a:solidFill>
              <a:srgbClr val="4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34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34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34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34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بَذِي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7934"/>
          </a:solidFill>
          <a:ln w="12700">
            <a:solidFill>
              <a:srgbClr val="6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1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1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8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8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5EED"/>
          </a:solidFill>
          <a:ln w="12700">
            <a:solidFill>
              <a:srgbClr val="B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66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66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928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جَذِي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E052"/>
          </a:solidFill>
          <a:ln w="12700">
            <a:solidFill>
              <a:srgbClr val="7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70DB"/>
          </a:solidFill>
          <a:ln w="12700">
            <a:solidFill>
              <a:srgbClr val="8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66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66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928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حَذِي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ED8"/>
          </a:solidFill>
          <a:ln w="12700">
            <a:solidFill>
              <a:srgbClr val="646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AD1"/>
          </a:solidFill>
          <a:ln w="12700">
            <a:solidFill>
              <a:srgbClr val="476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61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61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خَذِي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10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10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6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6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دَذِي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C"/>
          </a:solidFill>
          <a:ln w="12700">
            <a:solidFill>
              <a:srgbClr val="2B64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479"/>
          </a:solidFill>
          <a:ln w="12700">
            <a:solidFill>
              <a:srgbClr val="347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52813" y="896112"/>
            <a:ext cx="17209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7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52813" y="896112"/>
            <a:ext cx="17209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دِيكٌ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470262" y="896112"/>
            <a:ext cx="216251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7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70262" y="896112"/>
            <a:ext cx="216251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وَدَجَاجٌ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15350" y="2834640"/>
            <a:ext cx="351330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15350" y="2834640"/>
            <a:ext cx="351330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دِيكٌ وَدَجَاجٌ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596338" y="896112"/>
            <a:ext cx="19810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B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596338" y="896112"/>
            <a:ext cx="19810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طَعَامٌ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66621" y="896112"/>
            <a:ext cx="17096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B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66621" y="896112"/>
            <a:ext cx="17096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لَذِيذٌ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08578" y="2834640"/>
            <a:ext cx="332684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08578" y="2834640"/>
            <a:ext cx="332684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طَعَامٌ لَذِيذٌ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E5E"/>
          </a:solidFill>
          <a:ln w="12700">
            <a:solidFill>
              <a:srgbClr val="ED8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034540" y="896112"/>
            <a:ext cx="181781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9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034540" y="896112"/>
            <a:ext cx="181781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عِيدٌ</a:t>
            </a:r>
            <a:endParaRPr lang="ar-SA" sz="6100" dirty="0"/>
          </a:p>
        </p:txBody>
      </p:sp>
      <p:sp>
        <p:nvSpPr>
          <p:cNvPr id="20" name="C2 W2 pill"/>
          <p:cNvSpPr/>
          <p:nvPr/>
        </p:nvSpPr>
        <p:spPr>
          <a:xfrm>
            <a:off x="2291646" y="896112"/>
            <a:ext cx="242285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9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291646" y="896112"/>
            <a:ext cx="242285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سَعِيدٌ</a:t>
            </a:r>
            <a:endParaRPr lang="ar-SA" sz="61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633188" y="2834640"/>
            <a:ext cx="387762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633188" y="2834640"/>
            <a:ext cx="387762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عِيدٌ سَعِيدٌ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05-dal-dhal</dc:title>
  <dc:subject>PptxGenJS Presentation</dc:subject>
  <dc:creator>PptxGenJS</dc:creator>
  <cp:lastModifiedBy>PptxGenJS</cp:lastModifiedBy>
  <cp:revision>1</cp:revision>
  <dcterms:created xsi:type="dcterms:W3CDTF">2026-10-21T19:56:09Z</dcterms:created>
  <dcterms:modified xsi:type="dcterms:W3CDTF">2026-10-21T19:56:09Z</dcterms:modified>
</cp:coreProperties>
</file>