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لِيسَ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لِيصَ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لِيضَ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تَلِيثَ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حَلِيخَ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دَلِيذَ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ذَلِيرَ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رَلِيزَ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زَلِيسَ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سَلِيشَ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شَلِيصَ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صَلِيضَ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3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ضَلِيطَ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طَلِيظَ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ظَلِيعَ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عَلِيغَ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45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غَلِيفَ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فَلِيقَ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قَلِيكَ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177" y="896112"/>
            <a:ext cx="20195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177" y="896112"/>
            <a:ext cx="20195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لَوۡنٌ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61265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61265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8101" y="2834640"/>
            <a:ext cx="37077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8101" y="2834640"/>
            <a:ext cx="37077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لَوۡنٌ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89482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0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89482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07654" y="896112"/>
            <a:ext cx="17617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07654" y="896112"/>
            <a:ext cx="17617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نَبِيلٌ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1340" y="2834640"/>
            <a:ext cx="31613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1340" y="2834640"/>
            <a:ext cx="31613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نَبِيلٌ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9899" y="896112"/>
            <a:ext cx="1862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9899" y="896112"/>
            <a:ext cx="1862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لَيۡلٌ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61750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61750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05859" y="2834640"/>
            <a:ext cx="35322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05859" y="2834640"/>
            <a:ext cx="35322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لَيۡلٌ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13-lam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