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5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0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35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3452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</a:t>
            </a:r>
            <a:endParaRPr lang="ar-SA" sz="9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56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87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D864"/>
          </a:solidFill>
          <a:ln w="12700">
            <a:solidFill>
              <a:srgbClr val="7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D147"/>
          </a:solidFill>
          <a:ln w="12700">
            <a:solidFill>
              <a:srgbClr val="6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لِيذَ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5EED"/>
          </a:solidFill>
          <a:ln w="12700">
            <a:solidFill>
              <a:srgbClr val="8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E052"/>
          </a:solidFill>
          <a:ln w="12700">
            <a:solidFill>
              <a:srgbClr val="A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2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لِيسَ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DD8"/>
          </a:solidFill>
          <a:ln w="12700">
            <a:solidFill>
              <a:srgbClr val="648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FD1"/>
          </a:solidFill>
          <a:ln w="12700">
            <a:solidFill>
              <a:srgbClr val="478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لِيشَ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9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9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94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لِيصَ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4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لِيضَ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لِيطَ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لِيظَ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لِيعَ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A"/>
          </a:solidFill>
          <a:ln w="12700">
            <a:solidFill>
              <a:srgbClr val="D864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2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لِيفَ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9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لِيقَ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4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لِيكَ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ED5E"/>
          </a:solidFill>
          <a:ln w="12700">
            <a:solidFill>
              <a:srgbClr val="7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أَلِيبَ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52E0"/>
          </a:solidFill>
          <a:ln w="12700">
            <a:solidFill>
              <a:srgbClr val="D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DB70"/>
          </a:solidFill>
          <a:ln w="12700">
            <a:solidFill>
              <a:srgbClr val="A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1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بَلِيتَ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D864"/>
          </a:solidFill>
          <a:ln w="12700">
            <a:solidFill>
              <a:srgbClr val="C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E47"/>
          </a:solidFill>
          <a:ln w="12700">
            <a:solidFill>
              <a:srgbClr val="D1C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16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تَلِيثَ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ثَلِيجَ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جَلِيحَ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6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6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حَلِيخَ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DED"/>
          </a:solidFill>
          <a:ln w="12700">
            <a:solidFill>
              <a:srgbClr val="5E9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6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6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23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خَلِيدَ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452"/>
          </a:solidFill>
          <a:ln w="12700">
            <a:solidFill>
              <a:srgbClr val="E0B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7DB"/>
          </a:solidFill>
          <a:ln w="12700">
            <a:solidFill>
              <a:srgbClr val="70C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دَلِيذَ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C"/>
          </a:solidFill>
          <a:ln w="12700">
            <a:solidFill>
              <a:srgbClr val="64D8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C"/>
          </a:solidFill>
          <a:ln w="12700">
            <a:solidFill>
              <a:srgbClr val="47D1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ذَلِيرَ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7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رَلِيزَ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51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51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0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زَلِيسَ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6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6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سَلِيشَ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6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6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شَلِيصَ</a:t>
            </a:r>
            <a:endParaRPr lang="ar-SA" sz="5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0"/>
          </a:solidFill>
          <a:ln w="12700">
            <a:solidFill>
              <a:srgbClr val="52E09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8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8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56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صَلِيضَ</a:t>
            </a:r>
            <a:endParaRPr lang="ar-SA" sz="4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64D8"/>
          </a:solidFill>
          <a:ln w="12700">
            <a:solidFill>
              <a:srgbClr val="A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947D1"/>
          </a:solidFill>
          <a:ln w="12700">
            <a:solidFill>
              <a:srgbClr val="8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8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8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03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ضَلِيطَ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1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طَلِيظَ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ظَلِيعَ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41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41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عَلِيغَ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ED5E"/>
          </a:solidFill>
          <a:ln w="12700">
            <a:solidFill>
              <a:srgbClr val="E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41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41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45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غَلِيفَ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A70"/>
          </a:solidFill>
          <a:ln w="12700">
            <a:solidFill>
              <a:srgbClr val="DBB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فَلِيقَ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264"/>
          </a:solidFill>
          <a:ln w="12700">
            <a:solidFill>
              <a:srgbClr val="D89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747"/>
          </a:solidFill>
          <a:ln w="12700">
            <a:solidFill>
              <a:srgbClr val="D16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34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قَلِيكَ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29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كَلِيأَ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أَلِي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بَلِي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3"/>
          </a:solidFill>
          <a:ln w="12700">
            <a:solidFill>
              <a:srgbClr val="5EED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تَلِي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A"/>
          </a:solidFill>
          <a:ln w="12700">
            <a:solidFill>
              <a:srgbClr val="E052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F"/>
          </a:solidFill>
          <a:ln w="12700">
            <a:solidFill>
              <a:srgbClr val="70DB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ثَلِي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5"/>
          </a:solidFill>
          <a:ln w="12700">
            <a:solidFill>
              <a:srgbClr val="64D8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D147"/>
          </a:solidFill>
          <a:ln w="12700">
            <a:solidFill>
              <a:srgbClr val="4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جَلِي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حَلِي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خَلِي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دَلِي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5EED"/>
          </a:solidFill>
          <a:ln w="12700">
            <a:solidFill>
              <a:srgbClr val="A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ذَلِي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E052"/>
          </a:solidFill>
          <a:ln w="12700">
            <a:solidFill>
              <a:srgbClr val="7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رَلِي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0D8"/>
          </a:solidFill>
          <a:ln w="12700">
            <a:solidFill>
              <a:srgbClr val="647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2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2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سَلِي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9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9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صَلِي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57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ضَلِي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طَلِي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F"/>
          </a:solidFill>
          <a:ln w="12700">
            <a:solidFill>
              <a:srgbClr val="D147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ظَلِي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عَلِي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1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1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غَلِي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فَلِي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8"/>
          </a:solidFill>
          <a:ln w="12700">
            <a:solidFill>
              <a:srgbClr val="5EED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قَلِي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5"/>
          </a:solidFill>
          <a:ln w="12700">
            <a:solidFill>
              <a:srgbClr val="E052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00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كَلِي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D864"/>
          </a:solidFill>
          <a:ln w="12700">
            <a:solidFill>
              <a:srgbClr val="A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D147"/>
          </a:solidFill>
          <a:ln w="12700">
            <a:solidFill>
              <a:srgbClr val="B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3177" y="896112"/>
            <a:ext cx="20195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3177" y="896112"/>
            <a:ext cx="20195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لَوۡنٌ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61265" y="896112"/>
            <a:ext cx="20818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61265" y="896112"/>
            <a:ext cx="20818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جَمِيلٌ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8101" y="2834640"/>
            <a:ext cx="37077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8101" y="2834640"/>
            <a:ext cx="37077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لَوۡنٌ جَمِيلٌ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89482" y="896112"/>
            <a:ext cx="18468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0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89482" y="896112"/>
            <a:ext cx="18468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607654" y="896112"/>
            <a:ext cx="17617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07654" y="896112"/>
            <a:ext cx="17617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نَبِيلٌ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91340" y="2834640"/>
            <a:ext cx="31613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91340" y="2834640"/>
            <a:ext cx="31613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 نَبِيلٌ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9899" y="896112"/>
            <a:ext cx="18623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E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9899" y="896112"/>
            <a:ext cx="18623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لَيۡلٌ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461750" y="896112"/>
            <a:ext cx="20381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E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61750" y="896112"/>
            <a:ext cx="2038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طَوِيلٌ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05859" y="2834640"/>
            <a:ext cx="353228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05859" y="2834640"/>
            <a:ext cx="353228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لَيۡلٌ طَوِيلٌ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13-lam</dc:title>
  <dc:subject>PptxGenJS Presentation</dc:subject>
  <dc:creator>PptxGenJS</dc:creator>
  <cp:lastModifiedBy>PptxGenJS</cp:lastModifiedBy>
  <cp:revision>1</cp:revision>
  <dcterms:created xsi:type="dcterms:W3CDTF">2026-10-21T19:56:10Z</dcterms:created>
  <dcterms:modified xsi:type="dcterms:W3CDTF">2026-10-21T19:56:10Z</dcterms:modified>
</cp:coreProperties>
</file>