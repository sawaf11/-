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C"/>
          </a:solidFill>
          <a:ln w="12700">
            <a:solidFill>
              <a:srgbClr val="D147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76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376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528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6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292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59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ED5E"/>
          </a:solidFill>
          <a:ln w="12700">
            <a:solidFill>
              <a:srgbClr val="7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24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52E0"/>
          </a:solidFill>
          <a:ln w="12700">
            <a:solidFill>
              <a:srgbClr val="D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DB70"/>
          </a:solidFill>
          <a:ln w="12700">
            <a:solidFill>
              <a:srgbClr val="A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صِيجَ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D147"/>
          </a:solidFill>
          <a:ln w="12700">
            <a:solidFill>
              <a:srgbClr val="C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صِيحَ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7ED"/>
          </a:solidFill>
          <a:ln w="12700">
            <a:solidFill>
              <a:srgbClr val="5E9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3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صِيرَ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952"/>
          </a:solidFill>
          <a:ln w="12700">
            <a:solidFill>
              <a:srgbClr val="E0B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1"/>
          </a:solidFill>
          <a:ln w="12700">
            <a:solidFill>
              <a:srgbClr val="64D8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1"/>
          </a:solidFill>
          <a:ln w="12700">
            <a:solidFill>
              <a:srgbClr val="47D1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5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صِيسَ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21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صِيشَ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9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أَصِيبَ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98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بَصِيتَ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B"/>
          </a:solidFill>
          <a:ln w="12700">
            <a:solidFill>
              <a:srgbClr val="ED5E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تَصِيثَ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6"/>
          </a:solidFill>
          <a:ln w="12700">
            <a:solidFill>
              <a:srgbClr val="52E09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70DB"/>
          </a:solidFill>
          <a:ln w="12700">
            <a:solidFill>
              <a:srgbClr val="D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ثَصِيجَ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464D8"/>
          </a:solidFill>
          <a:ln w="12700">
            <a:solidFill>
              <a:srgbClr val="B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47D1"/>
          </a:solidFill>
          <a:ln w="12700">
            <a:solidFill>
              <a:srgbClr val="8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934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جَصِيحَ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40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حَصِيخَ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46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خَصِيدَ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44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دَصِيذَ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EED5E"/>
          </a:solidFill>
          <a:ln w="12700">
            <a:solidFill>
              <a:srgbClr val="D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8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ذَصِيرَ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52E0"/>
          </a:solidFill>
          <a:ln w="12700">
            <a:solidFill>
              <a:srgbClr val="7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E70"/>
          </a:solidFill>
          <a:ln w="12700">
            <a:solidFill>
              <a:srgbClr val="DBB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رَصِيزَ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764"/>
          </a:solidFill>
          <a:ln w="12700">
            <a:solidFill>
              <a:srgbClr val="D89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D47"/>
          </a:solidFill>
          <a:ln w="12700">
            <a:solidFill>
              <a:srgbClr val="D16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92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زَصِيسَ</a:t>
            </a:r>
            <a:endParaRPr lang="ar-SA" sz="4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سَصِيشَ</a:t>
            </a:r>
            <a:endParaRPr lang="ar-SA" sz="4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05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شَصِيأَ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8"/>
          </a:solidFill>
          <a:ln w="12700">
            <a:solidFill>
              <a:srgbClr val="5EED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بَصِي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5"/>
          </a:solidFill>
          <a:ln w="12700">
            <a:solidFill>
              <a:srgbClr val="E052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3"/>
          </a:solidFill>
          <a:ln w="12700">
            <a:solidFill>
              <a:srgbClr val="70DB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385"/>
          </a:solidFill>
          <a:ln w="12700">
            <a:solidFill>
              <a:srgbClr val="475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A"/>
          </a:solidFill>
          <a:ln w="12700">
            <a:solidFill>
              <a:srgbClr val="64D8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A"/>
          </a:solidFill>
          <a:ln w="12700">
            <a:solidFill>
              <a:srgbClr val="47D1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جَصِي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7934"/>
          </a:solidFill>
          <a:ln w="12700">
            <a:solidFill>
              <a:srgbClr val="6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حَصِي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خَصِي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55EED"/>
          </a:solidFill>
          <a:ln w="12700">
            <a:solidFill>
              <a:srgbClr val="B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37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دَصِي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8E052"/>
          </a:solidFill>
          <a:ln w="12700">
            <a:solidFill>
              <a:srgbClr val="7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70DB"/>
          </a:solidFill>
          <a:ln w="12700">
            <a:solidFill>
              <a:srgbClr val="8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2"/>
          </a:solidFill>
          <a:ln w="12700">
            <a:solidFill>
              <a:srgbClr val="8547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BD8"/>
          </a:solidFill>
          <a:ln w="12700">
            <a:solidFill>
              <a:srgbClr val="646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7D1"/>
          </a:solidFill>
          <a:ln w="12700">
            <a:solidFill>
              <a:srgbClr val="476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77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رَصِي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01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279"/>
          </a:solidFill>
          <a:ln w="12700">
            <a:solidFill>
              <a:srgbClr val="347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21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سَصِي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8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شَصِي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15E"/>
          </a:solidFill>
          <a:ln w="12700">
            <a:solidFill>
              <a:srgbClr val="ED9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665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4665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885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1904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</a:t>
            </a:r>
            <a:endParaRPr lang="ar-SA" sz="10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CE0"/>
          </a:solidFill>
          <a:ln w="12700">
            <a:solidFill>
              <a:srgbClr val="529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2"/>
          </a:solidFill>
          <a:ln w="12700">
            <a:solidFill>
              <a:srgbClr val="DB70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8"/>
          </a:solidFill>
          <a:ln w="12700">
            <a:solidFill>
              <a:srgbClr val="D864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9"/>
          </a:solidFill>
          <a:ln w="12700">
            <a:solidFill>
              <a:srgbClr val="D147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59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4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24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ضِيجَ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E"/>
          </a:solidFill>
          <a:ln w="12700">
            <a:solidFill>
              <a:srgbClr val="5EED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ضِيحَ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F"/>
          </a:solidFill>
          <a:ln w="12700">
            <a:solidFill>
              <a:srgbClr val="E052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DB70"/>
          </a:solidFill>
          <a:ln w="12700">
            <a:solidFill>
              <a:srgbClr val="8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D864"/>
          </a:solidFill>
          <a:ln w="12700">
            <a:solidFill>
              <a:srgbClr val="A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D147"/>
          </a:solidFill>
          <a:ln w="12700">
            <a:solidFill>
              <a:srgbClr val="A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3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ضِيرَ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5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ضِيسَ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E52"/>
          </a:solidFill>
          <a:ln w="12700">
            <a:solidFill>
              <a:srgbClr val="E0D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21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ضِيشَ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2D8"/>
          </a:solidFill>
          <a:ln w="12700">
            <a:solidFill>
              <a:srgbClr val="64C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81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ضِيصَ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9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أَضِيبَ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D"/>
          </a:solidFill>
          <a:ln w="12700">
            <a:solidFill>
              <a:srgbClr val="3479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98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بَضِيتَ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تَضِيثَ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6"/>
          </a:solidFill>
          <a:ln w="12700">
            <a:solidFill>
              <a:srgbClr val="ED5E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ثَضِيجَ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2"/>
          </a:solidFill>
          <a:ln w="12700">
            <a:solidFill>
              <a:srgbClr val="DB70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934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جَضِيحَ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64D8"/>
          </a:solidFill>
          <a:ln w="12700">
            <a:solidFill>
              <a:srgbClr val="D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47D1"/>
          </a:solidFill>
          <a:ln w="12700">
            <a:solidFill>
              <a:srgbClr val="B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40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حَضِيخَ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46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خَضِيدَ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44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دَضِيذَ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ذَضِيرَ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ED5E"/>
          </a:solidFill>
          <a:ln w="12700">
            <a:solidFill>
              <a:srgbClr val="B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رَضِيزَ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52E0"/>
          </a:solidFill>
          <a:ln w="12700">
            <a:solidFill>
              <a:srgbClr val="9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A70"/>
          </a:solidFill>
          <a:ln w="12700">
            <a:solidFill>
              <a:srgbClr val="DBD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92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زَضِيسَ</a:t>
            </a:r>
            <a:endParaRPr lang="ar-SA" sz="4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047"/>
          </a:solidFill>
          <a:ln w="12700">
            <a:solidFill>
              <a:srgbClr val="D19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سَضِيشَ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شَضِيصَ</a:t>
            </a:r>
            <a:endParaRPr lang="ar-SA" sz="4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6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صَضِيأَ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EED"/>
          </a:solidFill>
          <a:ln w="12700">
            <a:solidFill>
              <a:srgbClr val="5ED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بَضِي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352"/>
          </a:solidFill>
          <a:ln w="12700">
            <a:solidFill>
              <a:srgbClr val="E07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F"/>
          </a:solidFill>
          <a:ln w="12700">
            <a:solidFill>
              <a:srgbClr val="70DB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D"/>
          </a:solidFill>
          <a:ln w="12700">
            <a:solidFill>
              <a:srgbClr val="47D1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جَضِي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حَضِي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خَضِي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5EED"/>
          </a:solidFill>
          <a:ln w="12700">
            <a:solidFill>
              <a:srgbClr val="D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37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دَضِي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E052"/>
          </a:solidFill>
          <a:ln w="12700">
            <a:solidFill>
              <a:srgbClr val="5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47D1"/>
          </a:solidFill>
          <a:ln w="12700">
            <a:solidFill>
              <a:srgbClr val="4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77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01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21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سَضِي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8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شَضِي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65E"/>
          </a:solidFill>
          <a:ln w="12700">
            <a:solidFill>
              <a:srgbClr val="EDB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65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صَضِي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7E0"/>
          </a:solidFill>
          <a:ln w="12700">
            <a:solidFill>
              <a:srgbClr val="527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70374" y="896112"/>
            <a:ext cx="22104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7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70374" y="896112"/>
            <a:ext cx="22104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363141" y="896112"/>
            <a:ext cx="18871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63141" y="896112"/>
            <a:ext cx="18871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كَرِيمٌ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27975" y="2834640"/>
            <a:ext cx="36880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27975" y="2834640"/>
            <a:ext cx="36880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 كَرِيمٌ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A"/>
          </a:solidFill>
          <a:ln w="12700">
            <a:solidFill>
              <a:srgbClr val="D864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6"/>
          </a:solidFill>
          <a:ln w="12700">
            <a:solidFill>
              <a:srgbClr val="D147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86126" y="896112"/>
            <a:ext cx="1897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8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86126" y="896112"/>
            <a:ext cx="1897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طِفْلٌ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60412" y="896112"/>
            <a:ext cx="22056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60412" y="896112"/>
            <a:ext cx="2205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مَرِيضٌ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69742" y="2834640"/>
            <a:ext cx="380451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69742" y="2834640"/>
            <a:ext cx="380451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طِفْلٌ مَرِيضٌ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0113" y="896112"/>
            <a:ext cx="21067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A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0113" y="896112"/>
            <a:ext cx="21067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صَغِيرٌ</a:t>
            </a:r>
            <a:endParaRPr lang="ar-SA" sz="4800" dirty="0"/>
          </a:p>
        </p:txBody>
      </p:sp>
      <p:sp>
        <p:nvSpPr>
          <p:cNvPr id="13" name="C2 W2 pill"/>
          <p:cNvSpPr/>
          <p:nvPr/>
        </p:nvSpPr>
        <p:spPr>
          <a:xfrm>
            <a:off x="2337092" y="896112"/>
            <a:ext cx="20429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37092" y="896112"/>
            <a:ext cx="20429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وَكَبِيرٌ</a:t>
            </a:r>
            <a:endParaRPr lang="ar-SA" sz="4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13309" y="2834640"/>
            <a:ext cx="37173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13309" y="2834640"/>
            <a:ext cx="37173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صَغِيرٌ وَكَبِيرٌ</a:t>
            </a:r>
            <a:endParaRPr lang="ar-SA" sz="4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08-sad-dad</dc:title>
  <dc:subject>PptxGenJS Presentation</dc:subject>
  <dc:creator>PptxGenJS</dc:creator>
  <cp:lastModifiedBy>PptxGenJS</cp:lastModifiedBy>
  <cp:revision>1</cp:revision>
  <dcterms:created xsi:type="dcterms:W3CDTF">2026-10-21T17:58:00Z</dcterms:created>
  <dcterms:modified xsi:type="dcterms:W3CDTF">2026-10-21T17:58:00Z</dcterms:modified>
</cp:coreProperties>
</file>