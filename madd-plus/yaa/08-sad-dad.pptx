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C"/>
          </a:solidFill>
          <a:ln w="12700">
            <a:solidFill>
              <a:srgbClr val="D147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76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376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528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29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5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2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DB70"/>
          </a:solidFill>
          <a:ln w="12700">
            <a:solidFill>
              <a:srgbClr val="A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صِيجَ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صِيحَ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7ED"/>
          </a:solidFill>
          <a:ln w="12700">
            <a:solidFill>
              <a:srgbClr val="5E9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1"/>
          </a:solidFill>
          <a:ln w="12700">
            <a:solidFill>
              <a:srgbClr val="64D8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5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21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صِيشَ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أَصِيبَ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8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بَصِيتَ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تَصِيثَ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6"/>
          </a:solidFill>
          <a:ln w="12700">
            <a:solidFill>
              <a:srgbClr val="52E0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ثَصِيجَ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64D8"/>
          </a:solidFill>
          <a:ln w="12700">
            <a:solidFill>
              <a:srgbClr val="B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3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جَصِيحَ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حَصِيخَ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03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خَصِيدَ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4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دَصِيذَ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ED5E"/>
          </a:solidFill>
          <a:ln w="12700">
            <a:solidFill>
              <a:srgbClr val="D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ذَصِيرَ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رَصِيزَ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764"/>
          </a:solidFill>
          <a:ln w="12700">
            <a:solidFill>
              <a:srgbClr val="D89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D47"/>
          </a:solidFill>
          <a:ln w="12700">
            <a:solidFill>
              <a:srgbClr val="D16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5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زَصِيسَ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سَصِيشَ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46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05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شَصِيأَ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8"/>
          </a:solidFill>
          <a:ln w="12700">
            <a:solidFill>
              <a:srgbClr val="5EED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5"/>
          </a:solidFill>
          <a:ln w="12700">
            <a:solidFill>
              <a:srgbClr val="E052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A"/>
          </a:solidFill>
          <a:ln w="12700">
            <a:solidFill>
              <a:srgbClr val="64D8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A"/>
          </a:solidFill>
          <a:ln w="12700">
            <a:solidFill>
              <a:srgbClr val="47D1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جَصِي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حَصِي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2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5EED"/>
          </a:solidFill>
          <a:ln w="12700">
            <a:solidFill>
              <a:srgbClr val="B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37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E052"/>
          </a:solidFill>
          <a:ln w="12700">
            <a:solidFill>
              <a:srgbClr val="7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70DB"/>
          </a:solidFill>
          <a:ln w="12700">
            <a:solidFill>
              <a:srgbClr val="8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2"/>
          </a:solidFill>
          <a:ln w="12700">
            <a:solidFill>
              <a:srgbClr val="8547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BD8"/>
          </a:solidFill>
          <a:ln w="12700">
            <a:solidFill>
              <a:srgbClr val="646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7D1"/>
          </a:solidFill>
          <a:ln w="12700">
            <a:solidFill>
              <a:srgbClr val="476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رَصِي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7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1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سَصِي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13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شَصِي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15E"/>
          </a:solidFill>
          <a:ln w="12700">
            <a:solidFill>
              <a:srgbClr val="ED9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65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665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885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190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</a:t>
            </a:r>
            <a:endParaRPr lang="ar-SA" sz="10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2"/>
          </a:solidFill>
          <a:ln w="12700">
            <a:solidFill>
              <a:srgbClr val="DB70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8"/>
          </a:solidFill>
          <a:ln w="12700">
            <a:solidFill>
              <a:srgbClr val="D864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9"/>
          </a:solidFill>
          <a:ln w="12700">
            <a:solidFill>
              <a:srgbClr val="D147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5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2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ضِيجَ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E"/>
          </a:solidFill>
          <a:ln w="12700">
            <a:solidFill>
              <a:srgbClr val="5EED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87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ضِيحَ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F"/>
          </a:solidFill>
          <a:ln w="12700">
            <a:solidFill>
              <a:srgbClr val="E052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D864"/>
          </a:solidFill>
          <a:ln w="12700">
            <a:solidFill>
              <a:srgbClr val="A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D147"/>
          </a:solidFill>
          <a:ln w="12700">
            <a:solidFill>
              <a:srgbClr val="A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5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ضِيسَ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21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ضِيشَ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81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9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أَضِيبَ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98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بَضِيتَ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تَضِيثَ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ثَضِيجَ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3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جَضِيحَ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حَضِيخَ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خَضِيدَ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44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دَضِيذَ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ذَضِيرَ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رَضِيزَ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زَضِيسَ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سَضِيشَ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شَضِيصَ</a:t>
            </a:r>
            <a:endParaRPr lang="ar-SA" sz="4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9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6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صَضِيأَ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حَضِي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خَضِي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37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دَضِي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1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1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سَضِي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8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شَضِي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09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6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صَضِي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70374" y="896112"/>
            <a:ext cx="22104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7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70374" y="896112"/>
            <a:ext cx="22104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363141" y="896112"/>
            <a:ext cx="1887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63141" y="896112"/>
            <a:ext cx="1887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7975" y="2834640"/>
            <a:ext cx="3688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7975" y="2834640"/>
            <a:ext cx="3688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 كَرِيمٌ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10838" y="896112"/>
            <a:ext cx="22480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10838" y="896112"/>
            <a:ext cx="22480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طِفۡلٌ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185123" y="896112"/>
            <a:ext cx="22056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5123" y="896112"/>
            <a:ext cx="2205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مَرِيضٌ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90643" y="2834640"/>
            <a:ext cx="41627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90643" y="2834640"/>
            <a:ext cx="41627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طِفۡلٌ مَرِيضٌ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113" y="896112"/>
            <a:ext cx="21067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113" y="896112"/>
            <a:ext cx="21067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337092" y="896112"/>
            <a:ext cx="20429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37092" y="896112"/>
            <a:ext cx="20429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وَكَبِيرٌ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3309" y="2834640"/>
            <a:ext cx="37173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3309" y="2834640"/>
            <a:ext cx="37173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 وَكَبِيرٌ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08-sad-dad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