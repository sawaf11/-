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</p:sldIdLst>
  <p:notesMasterIdLst>
    <p:notesMasterId r:id="rId8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notesMaster" Target="notesMasters/notesMaster1.xml"/><Relationship Id="rId89" Type="http://schemas.openxmlformats.org/officeDocument/2006/relationships/presProps" Target="presProps.xml"/><Relationship Id="rId90" Type="http://schemas.openxmlformats.org/officeDocument/2006/relationships/viewProps" Target="viewProps.xml"/><Relationship Id="rId91" Type="http://schemas.openxmlformats.org/officeDocument/2006/relationships/theme" Target="theme/theme1.xml"/><Relationship Id="rId9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6"/>
          </a:solidFill>
          <a:ln w="12700">
            <a:solidFill>
              <a:srgbClr val="D864A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C"/>
          </a:solidFill>
          <a:ln w="12700">
            <a:solidFill>
              <a:srgbClr val="D147A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3760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3760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3528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6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02920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صِي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61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708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صِيأَ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12B64"/>
          </a:solidFill>
          <a:ln w="12700">
            <a:solidFill>
              <a:srgbClr val="3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E3479"/>
          </a:solidFill>
          <a:ln w="12700">
            <a:solidFill>
              <a:srgbClr val="5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61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159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صِيبَ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6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1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49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صِيتَ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4ED5E"/>
          </a:solidFill>
          <a:ln w="12700">
            <a:solidFill>
              <a:srgbClr val="7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6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61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6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6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243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صِيثَ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D52E0"/>
          </a:solidFill>
          <a:ln w="12700">
            <a:solidFill>
              <a:srgbClr val="D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8DB70"/>
          </a:solidFill>
          <a:ln w="12700">
            <a:solidFill>
              <a:srgbClr val="A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9"/>
          </a:solidFill>
          <a:ln w="12700">
            <a:solidFill>
              <a:srgbClr val="47857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6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61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6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6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287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صِيجَ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3D864"/>
          </a:solidFill>
          <a:ln w="12700">
            <a:solidFill>
              <a:srgbClr val="C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FD147"/>
          </a:solidFill>
          <a:ln w="12700">
            <a:solidFill>
              <a:srgbClr val="C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6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1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6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6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287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صِيحَ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82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82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صِيخَ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3"/>
          </a:solidFill>
          <a:ln w="12700">
            <a:solidFill>
              <a:srgbClr val="642B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C34"/>
          </a:solidFill>
          <a:ln w="12700">
            <a:solidFill>
              <a:srgbClr val="794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61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06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صِيدَ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6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1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52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صِيذَ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7ED"/>
          </a:solidFill>
          <a:ln w="12700">
            <a:solidFill>
              <a:srgbClr val="5E9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6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61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631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صِيرَ</a:t>
            </a:r>
            <a:endParaRPr lang="ar-SA" sz="8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952"/>
          </a:solidFill>
          <a:ln w="12700">
            <a:solidFill>
              <a:srgbClr val="E0B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3DB"/>
          </a:solidFill>
          <a:ln w="12700">
            <a:solidFill>
              <a:srgbClr val="70C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A4785"/>
          </a:solidFill>
          <a:ln w="12700">
            <a:solidFill>
              <a:srgbClr val="6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6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61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صِيزَ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1"/>
          </a:solidFill>
          <a:ln w="12700">
            <a:solidFill>
              <a:srgbClr val="64D8D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1"/>
          </a:solidFill>
          <a:ln w="12700">
            <a:solidFill>
              <a:srgbClr val="47D1B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6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1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6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6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53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صِيسَ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013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013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21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صِيشَ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2642B"/>
          </a:solidFill>
          <a:ln w="12700">
            <a:solidFill>
              <a:srgbClr val="4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B"/>
          </a:solidFill>
          <a:ln w="12700">
            <a:solidFill>
              <a:srgbClr val="34793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65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0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65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51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6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1985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أَصِيبَ</a:t>
            </a:r>
            <a:endParaRPr lang="ar-SA" sz="5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65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0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65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1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982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بَصِيتَ</a:t>
            </a:r>
            <a:endParaRPr lang="ar-SA" sz="5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B"/>
          </a:solidFill>
          <a:ln w="12700">
            <a:solidFill>
              <a:srgbClr val="ED5EB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65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0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65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51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6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704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تَصِيثَ</a:t>
            </a:r>
            <a:endParaRPr lang="ar-SA" sz="5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6"/>
          </a:solidFill>
          <a:ln w="12700">
            <a:solidFill>
              <a:srgbClr val="52E09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F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970DB"/>
          </a:solidFill>
          <a:ln w="12700">
            <a:solidFill>
              <a:srgbClr val="D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A47"/>
          </a:solidFill>
          <a:ln w="12700">
            <a:solidFill>
              <a:srgbClr val="855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65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0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65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1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6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ثَصِيجَ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464D8"/>
          </a:solidFill>
          <a:ln w="12700">
            <a:solidFill>
              <a:srgbClr val="B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F47D1"/>
          </a:solidFill>
          <a:ln w="12700">
            <a:solidFill>
              <a:srgbClr val="8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65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0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65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1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59346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جَصِيحَ</a:t>
            </a:r>
            <a:endParaRPr lang="ar-SA" sz="5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703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703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640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حَصِيخَ</a:t>
            </a:r>
            <a:endParaRPr lang="ar-SA" sz="5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064"/>
          </a:solidFill>
          <a:ln w="12700">
            <a:solidFill>
              <a:srgbClr val="2B5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E79"/>
          </a:solidFill>
          <a:ln w="12700">
            <a:solidFill>
              <a:srgbClr val="343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703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703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0467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خَصِيدَ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65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0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65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1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44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دَصِيذَ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EED5E"/>
          </a:solidFill>
          <a:ln w="12700">
            <a:solidFill>
              <a:srgbClr val="D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65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0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65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51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6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98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ذَصِيرَ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252E0"/>
          </a:solidFill>
          <a:ln w="12700">
            <a:solidFill>
              <a:srgbClr val="7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E70"/>
          </a:solidFill>
          <a:ln w="12700">
            <a:solidFill>
              <a:srgbClr val="DBB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B"/>
          </a:solidFill>
          <a:ln w="12700">
            <a:solidFill>
              <a:srgbClr val="47854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65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0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65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1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6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8894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رَصِيزَ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764"/>
          </a:solidFill>
          <a:ln w="12700">
            <a:solidFill>
              <a:srgbClr val="D89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D47"/>
          </a:solidFill>
          <a:ln w="12700">
            <a:solidFill>
              <a:srgbClr val="D16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65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0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65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1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89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89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92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زَصِيسَ</a:t>
            </a:r>
            <a:endParaRPr lang="ar-SA" sz="4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846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846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829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سَصِيشَ</a:t>
            </a:r>
            <a:endParaRPr lang="ar-SA" sz="4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3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E"/>
          </a:solidFill>
          <a:ln w="12700">
            <a:solidFill>
              <a:srgbClr val="642B5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0"/>
          </a:solidFill>
          <a:ln w="12700">
            <a:solidFill>
              <a:srgbClr val="79345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846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846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405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شَصِيأَ</a:t>
            </a:r>
            <a:endParaRPr lang="ar-SA" sz="5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6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1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أَصِي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8"/>
          </a:solidFill>
          <a:ln w="12700">
            <a:solidFill>
              <a:srgbClr val="5EEDD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6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61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250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بَصِي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5"/>
          </a:solidFill>
          <a:ln w="12700">
            <a:solidFill>
              <a:srgbClr val="E0525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3"/>
          </a:solidFill>
          <a:ln w="12700">
            <a:solidFill>
              <a:srgbClr val="70DBA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385"/>
          </a:solidFill>
          <a:ln w="12700">
            <a:solidFill>
              <a:srgbClr val="475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6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61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تَصِي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A"/>
          </a:solidFill>
          <a:ln w="12700">
            <a:solidFill>
              <a:srgbClr val="64D87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A"/>
          </a:solidFill>
          <a:ln w="12700">
            <a:solidFill>
              <a:srgbClr val="47D14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6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6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1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ثَصِي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61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213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جَصِي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C2B"/>
          </a:solidFill>
          <a:ln w="12700">
            <a:solidFill>
              <a:srgbClr val="645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17934"/>
          </a:solidFill>
          <a:ln w="12700">
            <a:solidFill>
              <a:srgbClr val="6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61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213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حَصِي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82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82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124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خَصِي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55EED"/>
          </a:solidFill>
          <a:ln w="12700">
            <a:solidFill>
              <a:srgbClr val="B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6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61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537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دَصِي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8E052"/>
          </a:solidFill>
          <a:ln w="12700">
            <a:solidFill>
              <a:srgbClr val="7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970DB"/>
          </a:solidFill>
          <a:ln w="12700">
            <a:solidFill>
              <a:srgbClr val="8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2"/>
          </a:solidFill>
          <a:ln w="12700">
            <a:solidFill>
              <a:srgbClr val="85476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6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61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ذَصِي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BD8"/>
          </a:solidFill>
          <a:ln w="12700">
            <a:solidFill>
              <a:srgbClr val="646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7D1"/>
          </a:solidFill>
          <a:ln w="12700">
            <a:solidFill>
              <a:srgbClr val="476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6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1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177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رَصِي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61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101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زَصِي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D"/>
          </a:solidFill>
          <a:ln w="12700">
            <a:solidFill>
              <a:srgbClr val="2B644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279"/>
          </a:solidFill>
          <a:ln w="12700">
            <a:solidFill>
              <a:srgbClr val="347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77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61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321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سَصِي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013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013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08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شَصِي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15E"/>
          </a:solidFill>
          <a:ln w="12700">
            <a:solidFill>
              <a:srgbClr val="ED9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6655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900" dirty="0"/>
          </a:p>
        </p:txBody>
      </p:sp>
      <p:sp>
        <p:nvSpPr>
          <p:cNvPr id="22" name="C2 V1 vowel"/>
          <p:cNvSpPr txBox="1"/>
          <p:nvPr/>
        </p:nvSpPr>
        <p:spPr>
          <a:xfrm>
            <a:off x="6720840" y="146655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M2 madd"/>
          <p:cNvSpPr txBox="1"/>
          <p:nvPr/>
        </p:nvSpPr>
        <p:spPr>
          <a:xfrm>
            <a:off x="4343400" y="13885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800" dirty="0"/>
          </a:p>
        </p:txBody>
      </p:sp>
      <p:sp>
        <p:nvSpPr>
          <p:cNvPr id="25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6 R result"/>
          <p:cNvSpPr txBox="1"/>
          <p:nvPr/>
        </p:nvSpPr>
        <p:spPr>
          <a:xfrm>
            <a:off x="685800" y="119043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ضِي</a:t>
            </a:r>
            <a:endParaRPr lang="ar-SA" sz="10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CE0"/>
          </a:solidFill>
          <a:ln w="12700">
            <a:solidFill>
              <a:srgbClr val="529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8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2"/>
          </a:solidFill>
          <a:ln w="12700">
            <a:solidFill>
              <a:srgbClr val="DB707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18547"/>
          </a:solidFill>
          <a:ln w="12700">
            <a:solidFill>
              <a:srgbClr val="7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708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ضِيأَ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8"/>
          </a:solidFill>
          <a:ln w="12700">
            <a:solidFill>
              <a:srgbClr val="D8648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9"/>
          </a:solidFill>
          <a:ln w="12700">
            <a:solidFill>
              <a:srgbClr val="D1478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159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ضِيبَ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49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ضِيتَ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F2B64"/>
          </a:solidFill>
          <a:ln w="12700">
            <a:solidFill>
              <a:srgbClr val="3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F3479"/>
          </a:solidFill>
          <a:ln w="12700">
            <a:solidFill>
              <a:srgbClr val="6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243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ضِيثَ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287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ضِيجَ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E"/>
          </a:solidFill>
          <a:ln w="12700">
            <a:solidFill>
              <a:srgbClr val="5EED6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287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ضِيحَ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3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F"/>
          </a:solidFill>
          <a:ln w="12700">
            <a:solidFill>
              <a:srgbClr val="E052B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DDB70"/>
          </a:solidFill>
          <a:ln w="12700">
            <a:solidFill>
              <a:srgbClr val="8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185"/>
          </a:solidFill>
          <a:ln w="12700">
            <a:solidFill>
              <a:srgbClr val="478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ضِيخَ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5D864"/>
          </a:solidFill>
          <a:ln w="12700">
            <a:solidFill>
              <a:srgbClr val="A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BD147"/>
          </a:solidFill>
          <a:ln w="12700">
            <a:solidFill>
              <a:srgbClr val="A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06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ضِيدَ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52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ضِيذَ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12B"/>
          </a:solidFill>
          <a:ln w="12700">
            <a:solidFill>
              <a:srgbClr val="643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E34"/>
          </a:solidFill>
          <a:ln w="12700">
            <a:solidFill>
              <a:srgbClr val="795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631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ضِيرَ</a:t>
            </a:r>
            <a:endParaRPr lang="ar-SA" sz="8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ضِيزَ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3ED"/>
          </a:solidFill>
          <a:ln w="12700">
            <a:solidFill>
              <a:srgbClr val="5E7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053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ضِيسَ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E52"/>
          </a:solidFill>
          <a:ln w="12700">
            <a:solidFill>
              <a:srgbClr val="E0D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8DB"/>
          </a:solidFill>
          <a:ln w="12700">
            <a:solidFill>
              <a:srgbClr val="70A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94785"/>
          </a:solidFill>
          <a:ln w="12700">
            <a:solidFill>
              <a:srgbClr val="7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21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ضِيشَ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2D8"/>
          </a:solidFill>
          <a:ln w="12700">
            <a:solidFill>
              <a:srgbClr val="64C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ED1"/>
          </a:solidFill>
          <a:ln w="12700">
            <a:solidFill>
              <a:srgbClr val="47C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281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ضِيصَ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1985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أَضِيبَ</a:t>
            </a:r>
            <a:endParaRPr lang="ar-SA" sz="5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3642B"/>
          </a:solidFill>
          <a:ln w="12700">
            <a:solidFill>
              <a:srgbClr val="3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D"/>
          </a:solidFill>
          <a:ln w="12700">
            <a:solidFill>
              <a:srgbClr val="34794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8982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بَضِيتَ</a:t>
            </a:r>
            <a:endParaRPr lang="ar-SA" sz="5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704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تَضِيثَ</a:t>
            </a:r>
            <a:endParaRPr lang="ar-SA" sz="5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6"/>
          </a:solidFill>
          <a:ln w="12700">
            <a:solidFill>
              <a:srgbClr val="ED5E9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ثَضِيجَ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A"/>
          </a:solidFill>
          <a:ln w="12700">
            <a:solidFill>
              <a:srgbClr val="52E0B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2"/>
          </a:solidFill>
          <a:ln w="12700">
            <a:solidFill>
              <a:srgbClr val="DB70C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A47"/>
          </a:solidFill>
          <a:ln w="12700">
            <a:solidFill>
              <a:srgbClr val="856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59346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جَضِيحَ</a:t>
            </a:r>
            <a:endParaRPr lang="ar-SA" sz="5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164D8"/>
          </a:solidFill>
          <a:ln w="12700">
            <a:solidFill>
              <a:srgbClr val="D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247D1"/>
          </a:solidFill>
          <a:ln w="12700">
            <a:solidFill>
              <a:srgbClr val="B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640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حَضِيخَ</a:t>
            </a:r>
            <a:endParaRPr lang="ar-SA" sz="5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0467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خَضِيدَ</a:t>
            </a:r>
            <a:endParaRPr lang="ar-SA" sz="5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164"/>
          </a:solidFill>
          <a:ln w="12700">
            <a:solidFill>
              <a:srgbClr val="2B4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3479"/>
          </a:solidFill>
          <a:ln w="12700">
            <a:solidFill>
              <a:srgbClr val="3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444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دَضِيذَ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98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ذَضِيرَ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AED5E"/>
          </a:solidFill>
          <a:ln w="12700">
            <a:solidFill>
              <a:srgbClr val="B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8894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رَضِيزَ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752E0"/>
          </a:solidFill>
          <a:ln w="12700">
            <a:solidFill>
              <a:srgbClr val="9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A70"/>
          </a:solidFill>
          <a:ln w="12700">
            <a:solidFill>
              <a:srgbClr val="DBD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B"/>
          </a:solidFill>
          <a:ln w="12700">
            <a:solidFill>
              <a:srgbClr val="47855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92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زَضِيسَ</a:t>
            </a:r>
            <a:endParaRPr lang="ar-SA" sz="4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464"/>
          </a:solidFill>
          <a:ln w="12700">
            <a:solidFill>
              <a:srgbClr val="D8B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047"/>
          </a:solidFill>
          <a:ln w="12700">
            <a:solidFill>
              <a:srgbClr val="D19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829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سَضِيشَ</a:t>
            </a:r>
            <a:endParaRPr lang="ar-SA" sz="4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85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شَضِيصَ</a:t>
            </a:r>
            <a:endParaRPr lang="ar-SA" sz="4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3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F"/>
          </a:solidFill>
          <a:ln w="12700">
            <a:solidFill>
              <a:srgbClr val="642B4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E"/>
          </a:solidFill>
          <a:ln w="12700">
            <a:solidFill>
              <a:srgbClr val="79343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19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3691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صَضِيأَ</a:t>
            </a:r>
            <a:endParaRPr lang="ar-SA" sz="5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أَضِي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EED"/>
          </a:solidFill>
          <a:ln w="12700">
            <a:solidFill>
              <a:srgbClr val="5ED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250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بَضِي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352"/>
          </a:solidFill>
          <a:ln w="12700">
            <a:solidFill>
              <a:srgbClr val="E07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F"/>
          </a:solidFill>
          <a:ln w="12700">
            <a:solidFill>
              <a:srgbClr val="70DBB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4785"/>
          </a:solidFill>
          <a:ln w="12700">
            <a:solidFill>
              <a:srgbClr val="4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تَضِي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7"/>
          </a:solidFill>
          <a:ln w="12700">
            <a:solidFill>
              <a:srgbClr val="64D89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D"/>
          </a:solidFill>
          <a:ln w="12700">
            <a:solidFill>
              <a:srgbClr val="47D16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ثَضِي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213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جَضِي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642B"/>
          </a:solidFill>
          <a:ln w="12700">
            <a:solidFill>
              <a:srgbClr val="5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F7934"/>
          </a:solidFill>
          <a:ln w="12700">
            <a:solidFill>
              <a:srgbClr val="4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213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حَضِي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124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خَضِي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95EED"/>
          </a:solidFill>
          <a:ln w="12700">
            <a:solidFill>
              <a:srgbClr val="D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537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دَضِي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2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4E052"/>
          </a:solidFill>
          <a:ln w="12700">
            <a:solidFill>
              <a:srgbClr val="5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470DB"/>
          </a:solidFill>
          <a:ln w="12700">
            <a:solidFill>
              <a:srgbClr val="A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3"/>
          </a:solidFill>
          <a:ln w="12700">
            <a:solidFill>
              <a:srgbClr val="85475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ذَضِي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A64D8"/>
          </a:solidFill>
          <a:ln w="12700">
            <a:solidFill>
              <a:srgbClr val="7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B47D1"/>
          </a:solidFill>
          <a:ln w="12700">
            <a:solidFill>
              <a:srgbClr val="4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177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رَضِي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101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زَضِي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C"/>
          </a:solidFill>
          <a:ln w="12700">
            <a:solidFill>
              <a:srgbClr val="2B645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079"/>
          </a:solidFill>
          <a:ln w="12700">
            <a:solidFill>
              <a:srgbClr val="346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321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سَضِي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08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شَضِي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65E"/>
          </a:solidFill>
          <a:ln w="12700">
            <a:solidFill>
              <a:srgbClr val="EDB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409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565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صَضِي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7E0"/>
          </a:solidFill>
          <a:ln w="12700">
            <a:solidFill>
              <a:srgbClr val="527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970"/>
          </a:solidFill>
          <a:ln w="12700">
            <a:solidFill>
              <a:srgbClr val="DB8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8547"/>
          </a:solidFill>
          <a:ln w="12700">
            <a:solidFill>
              <a:srgbClr val="62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570374" y="896112"/>
            <a:ext cx="22104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7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570374" y="896112"/>
            <a:ext cx="22104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صَدِيقٌ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363141" y="896112"/>
            <a:ext cx="188719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7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363141" y="896112"/>
            <a:ext cx="188719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كَرِيمٌ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27975" y="2834640"/>
            <a:ext cx="368805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27975" y="2834640"/>
            <a:ext cx="368805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صَدِيقٌ كَرِيمٌ</a:t>
            </a:r>
            <a:endParaRPr lang="ar-SA" sz="4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A"/>
          </a:solidFill>
          <a:ln w="12700">
            <a:solidFill>
              <a:srgbClr val="D8646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6"/>
          </a:solidFill>
          <a:ln w="12700">
            <a:solidFill>
              <a:srgbClr val="D147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10838" y="896112"/>
            <a:ext cx="224803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8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10838" y="896112"/>
            <a:ext cx="224803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طِفۡلٌ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185123" y="896112"/>
            <a:ext cx="22056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8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185123" y="896112"/>
            <a:ext cx="22056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مَرِيضٌ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490643" y="2834640"/>
            <a:ext cx="416271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490643" y="2834640"/>
            <a:ext cx="416271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طِفۡلٌ مَرِيضٌ</a:t>
            </a:r>
            <a:endParaRPr lang="ar-SA" sz="4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00113" y="896112"/>
            <a:ext cx="21067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A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00113" y="896112"/>
            <a:ext cx="21067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صَغِيرٌ</a:t>
            </a:r>
            <a:endParaRPr lang="ar-SA" sz="4800" dirty="0"/>
          </a:p>
        </p:txBody>
      </p:sp>
      <p:sp>
        <p:nvSpPr>
          <p:cNvPr id="13" name="C2 W2 pill"/>
          <p:cNvSpPr/>
          <p:nvPr/>
        </p:nvSpPr>
        <p:spPr>
          <a:xfrm>
            <a:off x="2337092" y="896112"/>
            <a:ext cx="20429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A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37092" y="896112"/>
            <a:ext cx="20429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وَكَبِيرٌ</a:t>
            </a:r>
            <a:endParaRPr lang="ar-SA" sz="48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713309" y="2834640"/>
            <a:ext cx="371738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713309" y="2834640"/>
            <a:ext cx="371738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صَغِيرٌ وَكَبِيرٌ</a:t>
            </a:r>
            <a:endParaRPr lang="ar-SA" sz="4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86</Slides>
  <Notes>86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8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yaa 08-sad-dad</dc:title>
  <dc:subject>PptxGenJS Presentation</dc:subject>
  <dc:creator>PptxGenJS</dc:creator>
  <cp:lastModifiedBy>PptxGenJS</cp:lastModifiedBy>
  <cp:revision>1</cp:revision>
  <dcterms:created xsi:type="dcterms:W3CDTF">2026-10-21T19:56:09Z</dcterms:created>
  <dcterms:modified xsi:type="dcterms:W3CDTF">2026-10-21T19:56:09Z</dcterms:modified>
</cp:coreProperties>
</file>