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C2B"/>
          </a:solidFill>
          <a:ln w="12700">
            <a:solidFill>
              <a:srgbClr val="644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7934"/>
          </a:solidFill>
          <a:ln w="12700">
            <a:solidFill>
              <a:srgbClr val="7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2260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4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2260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0641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348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348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62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وِيأَ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E5EED"/>
          </a:solidFill>
          <a:ln w="12700">
            <a:solidFill>
              <a:srgbClr val="8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348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348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359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وِيبَ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FE052"/>
          </a:solidFill>
          <a:ln w="12700">
            <a:solidFill>
              <a:srgbClr val="9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5DB"/>
          </a:solidFill>
          <a:ln w="12700">
            <a:solidFill>
              <a:srgbClr val="707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3"/>
          </a:solidFill>
          <a:ln w="12700">
            <a:solidFill>
              <a:srgbClr val="8547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29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29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69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وِيتَ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BD8"/>
          </a:solidFill>
          <a:ln w="12700">
            <a:solidFill>
              <a:srgbClr val="648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CD1"/>
          </a:solidFill>
          <a:ln w="12700">
            <a:solidFill>
              <a:srgbClr val="478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49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49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40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وِيثَ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447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447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127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وِيجَ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E"/>
          </a:solidFill>
          <a:ln w="12700">
            <a:solidFill>
              <a:srgbClr val="2B64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E"/>
          </a:solidFill>
          <a:ln w="12700">
            <a:solidFill>
              <a:srgbClr val="34796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447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447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127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وِيحَ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74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74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78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A5E"/>
          </a:solidFill>
          <a:ln w="12700">
            <a:solidFill>
              <a:srgbClr val="ED6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575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575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10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10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398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وِيدَ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2E0"/>
          </a:solidFill>
          <a:ln w="12700">
            <a:solidFill>
              <a:srgbClr val="52C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F"/>
          </a:solidFill>
          <a:ln w="12700">
            <a:solidFill>
              <a:srgbClr val="DB708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8547"/>
          </a:solidFill>
          <a:ln w="12700">
            <a:solidFill>
              <a:srgbClr val="8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002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002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95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وِيذَ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8"/>
          </a:solidFill>
          <a:ln w="12700">
            <a:solidFill>
              <a:srgbClr val="D864A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E"/>
          </a:solidFill>
          <a:ln w="12700">
            <a:solidFill>
              <a:srgbClr val="D147A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002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002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618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3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3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016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وِيزَ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2B64"/>
          </a:solidFill>
          <a:ln w="12700">
            <a:solidFill>
              <a:srgbClr val="3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3479"/>
          </a:solidFill>
          <a:ln w="12700">
            <a:solidFill>
              <a:srgbClr val="5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645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645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380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وِيسَ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94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94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13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وِيشَ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6ED5E"/>
          </a:solidFill>
          <a:ln w="12700">
            <a:solidFill>
              <a:srgbClr val="7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79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79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11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وِيصَ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B52E0"/>
          </a:solidFill>
          <a:ln w="12700">
            <a:solidFill>
              <a:srgbClr val="D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ADB70"/>
          </a:solidFill>
          <a:ln w="12700">
            <a:solidFill>
              <a:srgbClr val="A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8"/>
          </a:solidFill>
          <a:ln w="12700">
            <a:solidFill>
              <a:srgbClr val="47857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94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94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146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وِيضَ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5D864"/>
          </a:solidFill>
          <a:ln w="12700">
            <a:solidFill>
              <a:srgbClr val="C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D147"/>
          </a:solidFill>
          <a:ln w="12700">
            <a:solidFill>
              <a:srgbClr val="D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3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3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وِيطَ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3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3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8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وِيظَ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4"/>
          </a:solidFill>
          <a:ln w="12700">
            <a:solidFill>
              <a:srgbClr val="642B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B34"/>
          </a:solidFill>
          <a:ln w="12700">
            <a:solidFill>
              <a:srgbClr val="794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5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5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072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وِيعَ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844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844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54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وِيغَ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9ED"/>
          </a:solidFill>
          <a:ln w="12700">
            <a:solidFill>
              <a:srgbClr val="5E9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5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5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73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وِيفَ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752"/>
          </a:solidFill>
          <a:ln w="12700">
            <a:solidFill>
              <a:srgbClr val="E0B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5DB"/>
          </a:solidFill>
          <a:ln w="12700">
            <a:solidFill>
              <a:srgbClr val="70C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4785"/>
          </a:solidFill>
          <a:ln w="12700">
            <a:solidFill>
              <a:srgbClr val="6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546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546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89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وِيقَ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F"/>
          </a:solidFill>
          <a:ln w="12700">
            <a:solidFill>
              <a:srgbClr val="64D8C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F"/>
          </a:solidFill>
          <a:ln w="12700">
            <a:solidFill>
              <a:srgbClr val="47D1A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29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29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187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وِيكَ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645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645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4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وِيلَ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642B"/>
          </a:solidFill>
          <a:ln w="12700">
            <a:solidFill>
              <a:srgbClr val="4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A"/>
          </a:solidFill>
          <a:ln w="12700">
            <a:solidFill>
              <a:srgbClr val="34793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29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29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3712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وِيمَ</a:t>
            </a:r>
            <a:endParaRPr lang="ar-SA" sz="8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29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29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76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وِينَ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D"/>
          </a:solidFill>
          <a:ln w="12700">
            <a:solidFill>
              <a:srgbClr val="ED5EB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585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585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96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96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853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وِيهَ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4"/>
          </a:solidFill>
          <a:ln w="12700">
            <a:solidFill>
              <a:srgbClr val="52E09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770DB"/>
          </a:solidFill>
          <a:ln w="12700">
            <a:solidFill>
              <a:srgbClr val="D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947"/>
          </a:solidFill>
          <a:ln w="12700">
            <a:solidFill>
              <a:srgbClr val="855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289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289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76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أَوِيبَ</a:t>
            </a:r>
            <a:endParaRPr lang="ar-SA" sz="5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264D8"/>
          </a:solidFill>
          <a:ln w="12700">
            <a:solidFill>
              <a:srgbClr val="B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D47D1"/>
          </a:solidFill>
          <a:ln w="12700">
            <a:solidFill>
              <a:srgbClr val="8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289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289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893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بَوِيتَ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38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38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3912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تَوِيثَ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164"/>
          </a:solidFill>
          <a:ln w="12700">
            <a:solidFill>
              <a:srgbClr val="2B5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F79"/>
          </a:solidFill>
          <a:ln w="12700">
            <a:solidFill>
              <a:srgbClr val="343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38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38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70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ثَوِيجَ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38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38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453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جَوِيحَ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1ED5E"/>
          </a:solidFill>
          <a:ln w="12700">
            <a:solidFill>
              <a:srgbClr val="E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636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636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438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حَوِيخَ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052E0"/>
          </a:solidFill>
          <a:ln w="12700">
            <a:solidFill>
              <a:srgbClr val="7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D70"/>
          </a:solidFill>
          <a:ln w="12700">
            <a:solidFill>
              <a:srgbClr val="DBB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A"/>
          </a:solidFill>
          <a:ln w="12700">
            <a:solidFill>
              <a:srgbClr val="47854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636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636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12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خَوِيدَ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564"/>
          </a:solidFill>
          <a:ln w="12700">
            <a:solidFill>
              <a:srgbClr val="D89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A47"/>
          </a:solidFill>
          <a:ln w="12700">
            <a:solidFill>
              <a:srgbClr val="D16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69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69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17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دَوِيذَ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69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69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617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ذَوِيرَ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F"/>
          </a:solidFill>
          <a:ln w="12700">
            <a:solidFill>
              <a:srgbClr val="642B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1"/>
          </a:solidFill>
          <a:ln w="12700">
            <a:solidFill>
              <a:srgbClr val="79345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289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289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11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رَوِيزَ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537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537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3433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زَوِيسَ</a:t>
            </a:r>
            <a:endParaRPr lang="ar-SA" sz="5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6"/>
          </a:solidFill>
          <a:ln w="12700">
            <a:solidFill>
              <a:srgbClr val="5EEDD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725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سَوِيشَ</a:t>
            </a:r>
            <a:endParaRPr lang="ar-SA" sz="5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7"/>
          </a:solidFill>
          <a:ln w="12700">
            <a:solidFill>
              <a:srgbClr val="E0525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2"/>
          </a:solidFill>
          <a:ln w="12700">
            <a:solidFill>
              <a:srgbClr val="70DBA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485"/>
          </a:solidFill>
          <a:ln w="12700">
            <a:solidFill>
              <a:srgbClr val="475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738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شَوِيصَ</a:t>
            </a:r>
            <a:endParaRPr lang="ar-SA" sz="4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8"/>
          </a:solidFill>
          <a:ln w="12700">
            <a:solidFill>
              <a:srgbClr val="64D87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8"/>
          </a:solidFill>
          <a:ln w="12700">
            <a:solidFill>
              <a:srgbClr val="47D14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61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صَوِيضَ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834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6849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ضَوِيطَ</a:t>
            </a:r>
            <a:endParaRPr lang="ar-SA" sz="5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B2B"/>
          </a:solidFill>
          <a:ln w="12700">
            <a:solidFill>
              <a:srgbClr val="645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7934"/>
          </a:solidFill>
          <a:ln w="12700">
            <a:solidFill>
              <a:srgbClr val="6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289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289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672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طَوِيظَ</a:t>
            </a:r>
            <a:endParaRPr lang="ar-SA" sz="5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487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487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124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ظَوِيعَ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25EED"/>
          </a:solidFill>
          <a:ln w="12700">
            <a:solidFill>
              <a:srgbClr val="B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73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73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403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عَوِيغَ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AE052"/>
          </a:solidFill>
          <a:ln w="12700">
            <a:solidFill>
              <a:srgbClr val="7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770DB"/>
          </a:solidFill>
          <a:ln w="12700">
            <a:solidFill>
              <a:srgbClr val="8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3"/>
          </a:solidFill>
          <a:ln w="12700">
            <a:solidFill>
              <a:srgbClr val="85476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73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73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584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غَوِيفَ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DD8"/>
          </a:solidFill>
          <a:ln w="12700">
            <a:solidFill>
              <a:srgbClr val="646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9D1"/>
          </a:solidFill>
          <a:ln w="12700">
            <a:solidFill>
              <a:srgbClr val="476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487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487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119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فَوِيقَ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438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438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8119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قَوِيكَ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D"/>
          </a:solidFill>
          <a:ln w="12700">
            <a:solidFill>
              <a:srgbClr val="2B64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379"/>
          </a:solidFill>
          <a:ln w="12700">
            <a:solidFill>
              <a:srgbClr val="347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537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537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39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كَوِيلَ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537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537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63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لَوِيمَ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F5E"/>
          </a:solidFill>
          <a:ln w="12700">
            <a:solidFill>
              <a:srgbClr val="ED8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240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240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58134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مَوِينَ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EE0"/>
          </a:solidFill>
          <a:ln w="12700">
            <a:solidFill>
              <a:srgbClr val="529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4"/>
          </a:solidFill>
          <a:ln w="12700">
            <a:solidFill>
              <a:srgbClr val="DB707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8547"/>
          </a:solidFill>
          <a:ln w="12700">
            <a:solidFill>
              <a:srgbClr val="7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240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240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65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65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374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نَوِيهَ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A"/>
          </a:solidFill>
          <a:ln w="12700">
            <a:solidFill>
              <a:srgbClr val="D8648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B"/>
          </a:solidFill>
          <a:ln w="12700">
            <a:solidFill>
              <a:srgbClr val="D1478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289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289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637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هَوِيأَ</a:t>
            </a:r>
            <a:endParaRPr lang="ar-SA" sz="5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348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348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أَوِي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2B64"/>
          </a:solidFill>
          <a:ln w="12700">
            <a:solidFill>
              <a:srgbClr val="3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3479"/>
          </a:solidFill>
          <a:ln w="12700">
            <a:solidFill>
              <a:srgbClr val="6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348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348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بَوِي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29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29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تَوِي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B"/>
          </a:solidFill>
          <a:ln w="12700">
            <a:solidFill>
              <a:srgbClr val="5EED6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49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49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ثَوِي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2"/>
          </a:solidFill>
          <a:ln w="12700">
            <a:solidFill>
              <a:srgbClr val="E052C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FDB70"/>
          </a:solidFill>
          <a:ln w="12700">
            <a:solidFill>
              <a:srgbClr val="8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285"/>
          </a:solidFill>
          <a:ln w="12700">
            <a:solidFill>
              <a:srgbClr val="478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447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447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3676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جَوِي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7D864"/>
          </a:solidFill>
          <a:ln w="12700">
            <a:solidFill>
              <a:srgbClr val="A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ED147"/>
          </a:solidFill>
          <a:ln w="12700">
            <a:solidFill>
              <a:srgbClr val="A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447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447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676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حَوِي</a:t>
            </a:r>
            <a:endParaRPr lang="ar-SA" sz="8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74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74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خَوِي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02B"/>
          </a:solidFill>
          <a:ln w="12700">
            <a:solidFill>
              <a:srgbClr val="643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D34"/>
          </a:solidFill>
          <a:ln w="12700">
            <a:solidFill>
              <a:srgbClr val="795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10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10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575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575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دَوِي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002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002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ذَوِي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5ED"/>
          </a:solidFill>
          <a:ln w="12700">
            <a:solidFill>
              <a:srgbClr val="5E7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002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002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3607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رَوِي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C52"/>
          </a:solidFill>
          <a:ln w="12700">
            <a:solidFill>
              <a:srgbClr val="E0D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9DB"/>
          </a:solidFill>
          <a:ln w="12700">
            <a:solidFill>
              <a:srgbClr val="70A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4785"/>
          </a:solidFill>
          <a:ln w="12700">
            <a:solidFill>
              <a:srgbClr val="7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3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3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00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زَوِي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4D8"/>
          </a:solidFill>
          <a:ln w="12700">
            <a:solidFill>
              <a:srgbClr val="64C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0D1"/>
          </a:solidFill>
          <a:ln w="12700">
            <a:solidFill>
              <a:srgbClr val="47D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645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645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893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سَوِي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94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94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04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شَوِي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642B"/>
          </a:solidFill>
          <a:ln w="12700">
            <a:solidFill>
              <a:srgbClr val="3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C"/>
          </a:solidFill>
          <a:ln w="12700">
            <a:solidFill>
              <a:srgbClr val="34794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79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79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13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صَوِي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94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94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112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ضَوِي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9"/>
          </a:solidFill>
          <a:ln w="12700">
            <a:solidFill>
              <a:srgbClr val="ED5E9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3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3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طَوِي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8"/>
          </a:solidFill>
          <a:ln w="12700">
            <a:solidFill>
              <a:srgbClr val="52E0B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4"/>
          </a:solidFill>
          <a:ln w="12700">
            <a:solidFill>
              <a:srgbClr val="DB70C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947"/>
          </a:solidFill>
          <a:ln w="12700">
            <a:solidFill>
              <a:srgbClr val="856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3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3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ظَوِي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064D8"/>
          </a:solidFill>
          <a:ln w="12700">
            <a:solidFill>
              <a:srgbClr val="D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047D1"/>
          </a:solidFill>
          <a:ln w="12700">
            <a:solidFill>
              <a:srgbClr val="B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5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5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266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عَوِي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844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844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90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غَوِي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264"/>
          </a:solidFill>
          <a:ln w="12700">
            <a:solidFill>
              <a:srgbClr val="2B4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3479"/>
          </a:solidFill>
          <a:ln w="12700">
            <a:solidFill>
              <a:srgbClr val="3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5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59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فَوِي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546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546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قَوِي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CED5E"/>
          </a:solidFill>
          <a:ln w="12700">
            <a:solidFill>
              <a:srgbClr val="B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29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29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59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كَوِي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452E0"/>
          </a:solidFill>
          <a:ln w="12700">
            <a:solidFill>
              <a:srgbClr val="9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870"/>
          </a:solidFill>
          <a:ln w="12700">
            <a:solidFill>
              <a:srgbClr val="DBD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A"/>
          </a:solidFill>
          <a:ln w="12700">
            <a:solidFill>
              <a:srgbClr val="47855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645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645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6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لَوِي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364"/>
          </a:solidFill>
          <a:ln w="12700">
            <a:solidFill>
              <a:srgbClr val="D8B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E47"/>
          </a:solidFill>
          <a:ln w="12700">
            <a:solidFill>
              <a:srgbClr val="D18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29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29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678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مَوِي</a:t>
            </a:r>
            <a:endParaRPr lang="ar-SA" sz="8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29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29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نَوِي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0"/>
          </a:solidFill>
          <a:ln w="12700">
            <a:solidFill>
              <a:srgbClr val="642B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F"/>
          </a:solidFill>
          <a:ln w="12700">
            <a:solidFill>
              <a:srgbClr val="7934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6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6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585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5853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هَوِي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07303" y="896112"/>
            <a:ext cx="188754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8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07303" y="896112"/>
            <a:ext cx="188754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نَهۡرٌ</a:t>
            </a:r>
            <a:endParaRPr lang="ar-SA" sz="4500" dirty="0"/>
          </a:p>
        </p:txBody>
      </p:sp>
      <p:sp>
        <p:nvSpPr>
          <p:cNvPr id="12" name="C2 W2 pill"/>
          <p:cNvSpPr/>
          <p:nvPr/>
        </p:nvSpPr>
        <p:spPr>
          <a:xfrm>
            <a:off x="2449153" y="896112"/>
            <a:ext cx="203811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8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49153" y="896112"/>
            <a:ext cx="203811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طَوِيلٌ</a:t>
            </a:r>
            <a:endParaRPr lang="ar-SA" sz="45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24695" y="2834640"/>
            <a:ext cx="349461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24695" y="2834640"/>
            <a:ext cx="349461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نَهۡرٌ طَوِيلٌ</a:t>
            </a:r>
            <a:endParaRPr lang="ar-SA" sz="4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0ED"/>
          </a:solidFill>
          <a:ln w="12700">
            <a:solidFill>
              <a:srgbClr val="5EE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24026" y="896112"/>
            <a:ext cx="20592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6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24026" y="896112"/>
            <a:ext cx="20592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حَيَوَانٌ</a:t>
            </a:r>
            <a:endParaRPr lang="ar-SA" sz="4400" dirty="0"/>
          </a:p>
        </p:txBody>
      </p:sp>
      <p:sp>
        <p:nvSpPr>
          <p:cNvPr id="20" name="C2 W2 pill"/>
          <p:cNvSpPr/>
          <p:nvPr/>
        </p:nvSpPr>
        <p:spPr>
          <a:xfrm>
            <a:off x="2460734" y="896112"/>
            <a:ext cx="18432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6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60734" y="896112"/>
            <a:ext cx="18432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أَلِيفٌ</a:t>
            </a:r>
            <a:endParaRPr lang="ar-SA" sz="4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41331" y="2834640"/>
            <a:ext cx="346133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41331" y="2834640"/>
            <a:ext cx="346133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حَيَوَانٌ أَلِيفٌ</a:t>
            </a:r>
            <a:endParaRPr lang="ar-SA" sz="4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152"/>
          </a:solidFill>
          <a:ln w="12700">
            <a:solidFill>
              <a:srgbClr val="E07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D"/>
          </a:solidFill>
          <a:ln w="12700">
            <a:solidFill>
              <a:srgbClr val="70DBB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4785"/>
          </a:solidFill>
          <a:ln w="12700">
            <a:solidFill>
              <a:srgbClr val="4B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48956" y="896112"/>
            <a:ext cx="15719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9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48956" y="896112"/>
            <a:ext cx="15719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وَلَدٌ</a:t>
            </a:r>
            <a:endParaRPr lang="ar-SA" sz="5300" dirty="0"/>
          </a:p>
        </p:txBody>
      </p:sp>
      <p:sp>
        <p:nvSpPr>
          <p:cNvPr id="17" name="C2 W2 pill"/>
          <p:cNvSpPr/>
          <p:nvPr/>
        </p:nvSpPr>
        <p:spPr>
          <a:xfrm>
            <a:off x="2523080" y="896112"/>
            <a:ext cx="22058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9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23080" y="896112"/>
            <a:ext cx="22058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سَعِيدٌ</a:t>
            </a:r>
            <a:endParaRPr lang="ar-SA" sz="53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60087" y="2834640"/>
            <a:ext cx="342382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60087" y="2834640"/>
            <a:ext cx="342382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وَلَدٌ سَعِيدٌ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16-waw</dc:title>
  <dc:subject>PptxGenJS Presentation</dc:subject>
  <dc:creator>PptxGenJS</dc:creator>
  <cp:lastModifiedBy>PptxGenJS</cp:lastModifiedBy>
  <cp:revision>1</cp:revision>
  <dcterms:created xsi:type="dcterms:W3CDTF">2026-10-21T18:02:18Z</dcterms:created>
  <dcterms:modified xsi:type="dcterms:W3CDTF">2026-10-21T18:02:18Z</dcterms:modified>
</cp:coreProperties>
</file>