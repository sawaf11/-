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260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4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260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641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2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وِيأَ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59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وِيبَ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9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4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2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وِيجَ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2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وِيحَ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9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وِيدَ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5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6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وِيزَ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80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وِيسَ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3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1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46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وِيضَ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وِيطَ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وِيظَ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72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وِيعَ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وِيفَ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99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وِيقَ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87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وِيكَ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4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وِيلَ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12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وِيمَ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76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وِينَ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853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وِيهَ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7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أَوِيبَ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93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بَوِيتَ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391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تَوِيثَ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0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ثَوِيجَ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8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53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جَوِيحَ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3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حَوِيخَ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36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12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خَوِيدَ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A47"/>
          </a:solidFill>
          <a:ln w="12700">
            <a:solidFill>
              <a:srgbClr val="D16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دَوِيذَ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69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1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ذَوِيرَ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11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رَوِيزَ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43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زَوِيسَ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6"/>
          </a:solidFill>
          <a:ln w="12700">
            <a:solidFill>
              <a:srgbClr val="5EED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25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سَوِيشَ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7"/>
          </a:solidFill>
          <a:ln w="12700">
            <a:solidFill>
              <a:srgbClr val="E0525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3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شَوِيصَ</a:t>
            </a:r>
            <a:endParaRPr lang="ar-SA" sz="4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8"/>
          </a:solidFill>
          <a:ln w="12700">
            <a:solidFill>
              <a:srgbClr val="47D1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1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صَوِيضَ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4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ضَوِيطَ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7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طَوِيظَ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2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ظَوِيعَ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25EED"/>
          </a:solidFill>
          <a:ln w="12700">
            <a:solidFill>
              <a:srgbClr val="B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0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عَوِيغَ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3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84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غَوِيفَ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87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1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فَوِيقَ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438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438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1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قَوِيكَ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3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كَوِيلَ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37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63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لَوِيمَ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813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مَوِينَ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EE0"/>
          </a:solidFill>
          <a:ln w="12700">
            <a:solidFill>
              <a:srgbClr val="529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4"/>
          </a:solidFill>
          <a:ln w="12700">
            <a:solidFill>
              <a:srgbClr val="DB70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240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374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نَوِيهَ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A"/>
          </a:solidFill>
          <a:ln w="12700">
            <a:solidFill>
              <a:srgbClr val="D864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B"/>
          </a:solidFill>
          <a:ln w="12700">
            <a:solidFill>
              <a:srgbClr val="D1478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9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37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هَوِيأَ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34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بَوِي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B"/>
          </a:solidFill>
          <a:ln w="12700">
            <a:solidFill>
              <a:srgbClr val="5EED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49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2"/>
          </a:solidFill>
          <a:ln w="12700">
            <a:solidFill>
              <a:srgbClr val="E052C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7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جَوِي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D864"/>
          </a:solidFill>
          <a:ln w="12700">
            <a:solidFill>
              <a:srgbClr val="A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D147"/>
          </a:solidFill>
          <a:ln w="12700">
            <a:solidFill>
              <a:srgbClr val="A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47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7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حَوِي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4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10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5754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دَوِي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5ED"/>
          </a:solidFill>
          <a:ln w="12700">
            <a:solidFill>
              <a:srgbClr val="5E7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002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C52"/>
          </a:solidFill>
          <a:ln w="12700">
            <a:solidFill>
              <a:srgbClr val="E0D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9DB"/>
          </a:solidFill>
          <a:ln w="12700">
            <a:solidFill>
              <a:srgbClr val="70A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4D8"/>
          </a:solidFill>
          <a:ln w="12700">
            <a:solidFill>
              <a:srgbClr val="64C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0D1"/>
          </a:solidFill>
          <a:ln w="12700">
            <a:solidFill>
              <a:srgbClr val="47D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سَوِي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9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3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صَوِي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4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ضَوِي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9"/>
          </a:solidFill>
          <a:ln w="12700">
            <a:solidFill>
              <a:srgbClr val="ED5E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8"/>
          </a:solidFill>
          <a:ln w="12700">
            <a:solidFill>
              <a:srgbClr val="52E0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4"/>
          </a:solidFill>
          <a:ln w="12700">
            <a:solidFill>
              <a:srgbClr val="DB70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3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64D8"/>
          </a:solidFill>
          <a:ln w="12700">
            <a:solidFill>
              <a:srgbClr val="D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047D1"/>
          </a:solidFill>
          <a:ln w="12700">
            <a:solidFill>
              <a:srgbClr val="B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عَوِي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4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9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فَوِي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46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قَوِي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ED5E"/>
          </a:solidFill>
          <a:ln w="12700">
            <a:solidFill>
              <a:srgbClr val="B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كَوِي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52E0"/>
          </a:solidFill>
          <a:ln w="12700">
            <a:solidFill>
              <a:srgbClr val="9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870"/>
          </a:solidFill>
          <a:ln w="12700">
            <a:solidFill>
              <a:srgbClr val="DBD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45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لَوِي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364"/>
          </a:solidFill>
          <a:ln w="12700">
            <a:solidFill>
              <a:srgbClr val="D8B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E47"/>
          </a:solidFill>
          <a:ln w="12700">
            <a:solidFill>
              <a:srgbClr val="D18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مَوِي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29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58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هَوِي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7303" y="896112"/>
            <a:ext cx="18875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7303" y="896112"/>
            <a:ext cx="18875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نَهۡرٌ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449153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9153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24695" y="2834640"/>
            <a:ext cx="34946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24695" y="2834640"/>
            <a:ext cx="34946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نَهۡرٌ طَوِيلٌ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0ED"/>
          </a:solidFill>
          <a:ln w="12700">
            <a:solidFill>
              <a:srgbClr val="5EE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4026" y="896112"/>
            <a:ext cx="20592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4026" y="896112"/>
            <a:ext cx="20592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حَيَوَانٌ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60734" y="896112"/>
            <a:ext cx="18432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60734" y="896112"/>
            <a:ext cx="18432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أَلِيفٌ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41331" y="2834640"/>
            <a:ext cx="346133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41331" y="2834640"/>
            <a:ext cx="346133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حَيَوَانٌ أَلِيفٌ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152"/>
          </a:solidFill>
          <a:ln w="12700">
            <a:solidFill>
              <a:srgbClr val="E07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D"/>
          </a:solidFill>
          <a:ln w="12700">
            <a:solidFill>
              <a:srgbClr val="70DB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8956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9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8956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523080" y="896112"/>
            <a:ext cx="22058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3080" y="896112"/>
            <a:ext cx="22058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60087" y="2834640"/>
            <a:ext cx="3423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60087" y="2834640"/>
            <a:ext cx="3423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 سَعِيدٌ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16-waw</dc:title>
  <dc:subject>PptxGenJS Presentation</dc:subject>
  <dc:creator>PptxGenJS</dc:creator>
  <cp:lastModifiedBy>PptxGenJS</cp:lastModifiedBy>
  <cp:revision>1</cp:revision>
  <dcterms:created xsi:type="dcterms:W3CDTF">2026-10-21T19:56:10Z</dcterms:created>
  <dcterms:modified xsi:type="dcterms:W3CDTF">2026-10-21T19:56:10Z</dcterms:modified>
</cp:coreProperties>
</file>