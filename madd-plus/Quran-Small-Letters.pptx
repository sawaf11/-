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الواو الصغيرة بعد هاء الضمير المضمومة (صلة صغرى): تقع بين متحركين، فتُشبع الضمة واواً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ٱلْمُلْكُ».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الياء الصغيرة بعد هاء الضمير المكسورة (صلة صغرى): تقع بين متحركين، فتُشبع الكسرة ياءً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الياء الصغيرة بعد هاء الضمير المكسورة (صلة صغرى): تقع بين متحركين، فتُشبع الكسرة ياءً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ٱلْمُلْكُ».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ٱلْمُلْكُ».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الصلة الكبرى: إذا جاء بعد الواو أو الياء الصغيرة همزة قطع، توضع علامة المد (~) ويُمد 4 أو 5 حركات (من طريق الشاطبية)، كالمد المنفصل.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الصلة الكبرى: إذا جاء بعد الواو أو الياء الصغيرة همزة قطع، توضع علامة المد (~) ويُمد 4 أو 5 حركات (من طريق الشاطبية)، كالمد المنفصل.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893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قَالَ</a:t>
            </a:r>
            <a:endParaRPr lang="ar-SA" sz="90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61448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42899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السَّمَاوَاتِ</a:t>
            </a:r>
            <a:endParaRPr lang="ar-SA" sz="62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47485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53558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يَقُولُ</a:t>
            </a:r>
            <a:endParaRPr lang="ar-SA" sz="84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52971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طُوبَىٰ</a:t>
            </a:r>
            <a:endParaRPr lang="ar-SA" sz="83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785"/>
          </a:solidFill>
          <a:ln w="12700">
            <a:solidFill>
              <a:srgbClr val="4747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4873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قِيلَ</a:t>
            </a:r>
            <a:endParaRPr lang="ar-SA" sz="91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2238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قِي</a:t>
            </a:r>
            <a:endParaRPr lang="ar-SA" sz="9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34868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ٱلرَّحِيمِ</a:t>
            </a:r>
            <a:endParaRPr lang="ar-SA" sz="83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0825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61185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هَٰذَا</a:t>
            </a:r>
            <a:endParaRPr lang="ar-SA" sz="108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59402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هَاذَا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35970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ٱلرَّحْمَٰنِ</a:t>
            </a:r>
            <a:endParaRPr lang="ar-SA" sz="75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32540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الرَّحْمَانِ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9152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إِلَٰهَ</a:t>
            </a:r>
            <a:endParaRPr lang="ar-SA" sz="69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39162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إِلَاهَ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60543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ذَٰلِكَ</a:t>
            </a:r>
            <a:endParaRPr lang="ar-SA" sz="83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48526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ذَالِكَ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59212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لَٰكِنْ</a:t>
            </a:r>
            <a:endParaRPr lang="ar-SA" sz="77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48064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لَاكِنْ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8247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ٱلصَّلَوٰةَ</a:t>
            </a:r>
            <a:endParaRPr lang="ar-SA" sz="85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60121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الصَّلَاةَ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5044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ٱلزَّكَوٰةَ</a:t>
            </a:r>
            <a:endParaRPr lang="ar-SA" sz="87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5044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الزَّكَاةَ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ٱلْحَيَوٰةُ</a:t>
            </a:r>
            <a:endParaRPr lang="ar-SA" sz="83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57094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الْحَيَاةُ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893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عَلَىٰ</a:t>
            </a:r>
            <a:endParaRPr lang="ar-SA" sz="90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6207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33172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مُوسَىٰ</a:t>
            </a:r>
            <a:endParaRPr lang="ar-SA" sz="94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3496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مُوسَا</a:t>
            </a:r>
            <a:endParaRPr lang="ar-SA" sz="9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ٱلْهُدَىٰ</a:t>
            </a:r>
            <a:endParaRPr lang="ar-SA" sz="83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الْهُدَا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3418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إِنَّهُۥ عَلِيمٌ</a:t>
            </a:r>
            <a:endParaRPr lang="ar-SA" sz="64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3418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إِنَّهُو عَلِيمٌ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3959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إِنَّهُۥ لَا يُحِبُّ</a:t>
            </a:r>
            <a:endParaRPr lang="ar-SA" sz="52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43959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إِنَّهُو لَا يُحِبُّ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34849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بِهِۦ بَصِيرًا</a:t>
            </a:r>
            <a:endParaRPr lang="ar-SA" sz="58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32567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بِهِي بَصِيرًا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7124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وَقَلْبِهِۦ وَجَعَلَ</a:t>
            </a:r>
            <a:endParaRPr lang="ar-SA" sz="45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5354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وَقَلْبِهِي وَجَعَلَ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61405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لَهُ ٱلْمُلْكُ</a:t>
            </a:r>
            <a:endParaRPr lang="ar-SA" sz="68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52769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لَهُلْ مُلْكُ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52103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وَلَهُ ٱلْحَمْدُ</a:t>
            </a:r>
            <a:endParaRPr lang="ar-SA" sz="61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50642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وَلَهُلْ حَمْدُ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58023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مَالَهُۥٓ أَخْلَدَهُۥ</a:t>
            </a:r>
            <a:endParaRPr lang="ar-SA" sz="44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51876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مَالَهُووو أَخْلَدَهُ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8246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بِهِۦٓ أَن يُوصَلَ</a:t>
            </a:r>
            <a:endParaRPr lang="ar-SA" sz="39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46712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بِهِييي أَنْ يُوصَلَ</a:t>
            </a:r>
            <a:endParaRPr lang="ar-SA" sz="3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58601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يَٰٓأَيُّهَا</a:t>
            </a:r>
            <a:endParaRPr lang="ar-SA" sz="78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5618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يَااا أَيُّهَا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5079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هَٰٓأَنتُمْ</a:t>
            </a:r>
            <a:endParaRPr lang="ar-SA" sz="72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8565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هَااا أَنْتُمْ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6635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أُولَٰٓئِكَ</a:t>
            </a:r>
            <a:endParaRPr lang="ar-SA" sz="70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62726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أُولَااائِكَ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Quran small letters Quran-Small-Letters</dc:title>
  <dc:subject>PptxGenJS Presentation</dc:subject>
  <dc:creator>PptxGenJS</dc:creator>
  <cp:lastModifiedBy>PptxGenJS</cp:lastModifiedBy>
  <cp:revision>1</cp:revision>
  <dcterms:created xsi:type="dcterms:W3CDTF">2026-10-21T17:58:12Z</dcterms:created>
  <dcterms:modified xsi:type="dcterms:W3CDTF">2026-10-21T17:58:12Z</dcterms:modified>
</cp:coreProperties>
</file>