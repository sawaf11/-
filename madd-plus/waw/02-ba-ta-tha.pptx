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0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بُوتَ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بُوثَ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بُوجَ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547"/>
          </a:solidFill>
          <a:ln w="12700">
            <a:solidFill>
              <a:srgbClr val="D16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أَبُوتَ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8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CD147"/>
          </a:solidFill>
          <a:ln w="12700">
            <a:solidFill>
              <a:srgbClr val="4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E052"/>
          </a:solidFill>
          <a:ln w="12700">
            <a:solidFill>
              <a:srgbClr val="8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تُوبَ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تُوثَ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تُوجَ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تُوخَ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DB70"/>
          </a:solidFill>
          <a:ln w="12700">
            <a:solidFill>
              <a:srgbClr val="9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تُودَ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3D147"/>
          </a:solidFill>
          <a:ln w="12700">
            <a:solidFill>
              <a:srgbClr val="B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652"/>
          </a:solidFill>
          <a:ln w="12700">
            <a:solidFill>
              <a:srgbClr val="E0D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263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ثُوبَ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ثُوتَ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ثُودَ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تَثُوجَ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جَثُوحَ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حَثُوخَ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8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خَثُودَ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BD1"/>
          </a:solidFill>
          <a:ln w="12700">
            <a:solidFill>
              <a:srgbClr val="474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E5E"/>
          </a:solidFill>
          <a:ln w="12700">
            <a:solidFill>
              <a:srgbClr val="EDA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427" y="896112"/>
            <a:ext cx="20285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427" y="896112"/>
            <a:ext cx="20285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171003" y="896112"/>
            <a:ext cx="2453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71003" y="896112"/>
            <a:ext cx="2453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وَسَمَكٌ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96334" y="2834640"/>
            <a:ext cx="41513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96334" y="2834640"/>
            <a:ext cx="41513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 وَسَمَكٌ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7870" y="896112"/>
            <a:ext cx="1959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7870" y="896112"/>
            <a:ext cx="1959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56223" y="896112"/>
            <a:ext cx="23516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56223" y="896112"/>
            <a:ext cx="23516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وَعِنَبٌ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5555" y="2834640"/>
            <a:ext cx="39328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5555" y="2834640"/>
            <a:ext cx="39328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 وَعِنَبٌ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08422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08422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66112" y="896112"/>
            <a:ext cx="21222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6112" y="896112"/>
            <a:ext cx="21222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وَبَصَلٌ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8511" y="2834640"/>
            <a:ext cx="3346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8511" y="2834640"/>
            <a:ext cx="3346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وَبَصَلٌ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02-ba-ta-tha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