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E64D8"/>
          </a:solidFill>
          <a:ln w="12700">
            <a:solidFill>
              <a:srgbClr val="A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847D1"/>
          </a:solidFill>
          <a:ln w="12700">
            <a:solidFill>
              <a:srgbClr val="8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335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0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6335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3778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1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44588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</a:t>
            </a:r>
            <a:endParaRPr lang="ar-SA" sz="102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364"/>
          </a:solidFill>
          <a:ln w="12700">
            <a:solidFill>
              <a:srgbClr val="2B5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279"/>
          </a:solidFill>
          <a:ln w="12700">
            <a:solidFill>
              <a:srgbClr val="344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1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بُوتَ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96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بُوثَ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6ED5E"/>
          </a:solidFill>
          <a:ln w="12700">
            <a:solidFill>
              <a:srgbClr val="E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825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بُوجَ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B52E0"/>
          </a:solidFill>
          <a:ln w="12700">
            <a:solidFill>
              <a:srgbClr val="6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970"/>
          </a:solidFill>
          <a:ln w="12700">
            <a:solidFill>
              <a:srgbClr val="DBB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8"/>
          </a:solidFill>
          <a:ln w="12700">
            <a:solidFill>
              <a:srgbClr val="47854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825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بُوحَ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164"/>
          </a:solidFill>
          <a:ln w="12700">
            <a:solidFill>
              <a:srgbClr val="D89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547"/>
          </a:solidFill>
          <a:ln w="12700">
            <a:solidFill>
              <a:srgbClr val="D16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0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0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بُوخَ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بُودَ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1"/>
          </a:solidFill>
          <a:ln w="12700">
            <a:solidFill>
              <a:srgbClr val="642B6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3"/>
          </a:solidFill>
          <a:ln w="12700">
            <a:solidFill>
              <a:srgbClr val="79345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219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219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أَبُوتَ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19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19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79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تَبُوثَ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1"/>
          </a:solidFill>
          <a:ln w="12700">
            <a:solidFill>
              <a:srgbClr val="5EEDD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73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219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219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ثَبُوجَ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C"/>
          </a:solidFill>
          <a:ln w="12700">
            <a:solidFill>
              <a:srgbClr val="E0525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E"/>
          </a:solidFill>
          <a:ln w="12700">
            <a:solidFill>
              <a:srgbClr val="70DB9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685"/>
          </a:solidFill>
          <a:ln w="12700">
            <a:solidFill>
              <a:srgbClr val="475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219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219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5981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جَبُوحَ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4"/>
          </a:solidFill>
          <a:ln w="12700">
            <a:solidFill>
              <a:srgbClr val="64D87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CD147"/>
          </a:solidFill>
          <a:ln w="12700">
            <a:solidFill>
              <a:srgbClr val="4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حَبُوخَ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775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خَبُودَ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92B"/>
          </a:solidFill>
          <a:ln w="12700">
            <a:solidFill>
              <a:srgbClr val="645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7934"/>
          </a:solidFill>
          <a:ln w="12700">
            <a:solidFill>
              <a:srgbClr val="6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219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219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دَبُوأَ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أَبُو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D5EED"/>
          </a:solidFill>
          <a:ln w="12700">
            <a:solidFill>
              <a:srgbClr val="A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تَبُو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0E052"/>
          </a:solidFill>
          <a:ln w="12700">
            <a:solidFill>
              <a:srgbClr val="8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370DB"/>
          </a:solidFill>
          <a:ln w="12700">
            <a:solidFill>
              <a:srgbClr val="8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5"/>
          </a:solidFill>
          <a:ln w="12700">
            <a:solidFill>
              <a:srgbClr val="8547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ثَبُو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1D8"/>
          </a:solidFill>
          <a:ln w="12700">
            <a:solidFill>
              <a:srgbClr val="647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ED1"/>
          </a:solidFill>
          <a:ln w="12700">
            <a:solidFill>
              <a:srgbClr val="476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جَبُو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حَبُو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A"/>
          </a:solidFill>
          <a:ln w="12700">
            <a:solidFill>
              <a:srgbClr val="2B64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679"/>
          </a:solidFill>
          <a:ln w="12700">
            <a:solidFill>
              <a:srgbClr val="347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0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60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76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خَبُو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575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1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دَبُو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A5E"/>
          </a:solidFill>
          <a:ln w="12700">
            <a:solidFill>
              <a:srgbClr val="ED8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574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3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7574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73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3662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57012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3E0"/>
          </a:solidFill>
          <a:ln w="12700">
            <a:solidFill>
              <a:srgbClr val="52A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8"/>
          </a:solidFill>
          <a:ln w="12700">
            <a:solidFill>
              <a:srgbClr val="DB707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8547"/>
          </a:solidFill>
          <a:ln w="12700">
            <a:solidFill>
              <a:srgbClr val="7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تُوأَ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E"/>
          </a:solidFill>
          <a:ln w="12700">
            <a:solidFill>
              <a:srgbClr val="D8648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0"/>
          </a:solidFill>
          <a:ln w="12700">
            <a:solidFill>
              <a:srgbClr val="D1479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تُوبَ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24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24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تُوثَ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2B64"/>
          </a:solidFill>
          <a:ln w="12700">
            <a:solidFill>
              <a:srgbClr val="3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3479"/>
          </a:solidFill>
          <a:ln w="12700">
            <a:solidFill>
              <a:srgbClr val="6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909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تُوجَ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09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تُوحَ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6"/>
          </a:solidFill>
          <a:ln w="12700">
            <a:solidFill>
              <a:srgbClr val="5EED6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7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7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09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تُوخَ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7"/>
          </a:solidFill>
          <a:ln w="12700">
            <a:solidFill>
              <a:srgbClr val="E052C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3DB70"/>
          </a:solidFill>
          <a:ln w="12700">
            <a:solidFill>
              <a:srgbClr val="9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485"/>
          </a:solidFill>
          <a:ln w="12700">
            <a:solidFill>
              <a:srgbClr val="478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تُودَ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BD864"/>
          </a:solidFill>
          <a:ln w="12700">
            <a:solidFill>
              <a:srgbClr val="A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3D147"/>
          </a:solidFill>
          <a:ln w="12700">
            <a:solidFill>
              <a:srgbClr val="B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64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64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أَتُوبَ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64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964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079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بَتُوثَ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E2B"/>
          </a:solidFill>
          <a:ln w="12700">
            <a:solidFill>
              <a:srgbClr val="642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A34"/>
          </a:solidFill>
          <a:ln w="12700">
            <a:solidFill>
              <a:srgbClr val="795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64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964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ثَتُوجَ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64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64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339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جَتُوحَ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AED"/>
          </a:solidFill>
          <a:ln w="12700">
            <a:solidFill>
              <a:srgbClr val="5E7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19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919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حَتُوخَ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652"/>
          </a:solidFill>
          <a:ln w="12700">
            <a:solidFill>
              <a:srgbClr val="E0D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DDB"/>
          </a:solidFill>
          <a:ln w="12700">
            <a:solidFill>
              <a:srgbClr val="70A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4785"/>
          </a:solidFill>
          <a:ln w="12700">
            <a:solidFill>
              <a:srgbClr val="7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19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919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6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خَتُودَ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8D8"/>
          </a:solidFill>
          <a:ln w="12700">
            <a:solidFill>
              <a:srgbClr val="64C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D"/>
          </a:solidFill>
          <a:ln w="12700">
            <a:solidFill>
              <a:srgbClr val="47D1C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64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64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92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دَتُوأَ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أَتُو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95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بَتُو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424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424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765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ثَتُو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E"/>
          </a:solidFill>
          <a:ln w="12700">
            <a:solidFill>
              <a:srgbClr val="ED5E9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5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جَتُو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3"/>
          </a:solidFill>
          <a:ln w="12700">
            <a:solidFill>
              <a:srgbClr val="52E0B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8"/>
          </a:solidFill>
          <a:ln w="12700">
            <a:solidFill>
              <a:srgbClr val="DB70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95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حَتُو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B64D8"/>
          </a:solidFill>
          <a:ln w="12700">
            <a:solidFill>
              <a:srgbClr val="C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B47D1"/>
          </a:solidFill>
          <a:ln w="12700">
            <a:solidFill>
              <a:srgbClr val="A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7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37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5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خَتُو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433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688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9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دَتُو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802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9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802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3856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9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6263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ثُوأَ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1ED5E"/>
          </a:solidFill>
          <a:ln w="12700">
            <a:solidFill>
              <a:srgbClr val="C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098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ثُوبَ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F52E0"/>
          </a:solidFill>
          <a:ln w="12700">
            <a:solidFill>
              <a:srgbClr val="8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470"/>
          </a:solidFill>
          <a:ln w="12700">
            <a:solidFill>
              <a:srgbClr val="DBD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8"/>
          </a:solidFill>
          <a:ln w="12700">
            <a:solidFill>
              <a:srgbClr val="4785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098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ثُوتَ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E64"/>
          </a:solidFill>
          <a:ln w="12700">
            <a:solidFill>
              <a:srgbClr val="D8A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947"/>
          </a:solidFill>
          <a:ln w="12700">
            <a:solidFill>
              <a:srgbClr val="D18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08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ثُوجَ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08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ثُوحَ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2"/>
          </a:solidFill>
          <a:ln w="12700">
            <a:solidFill>
              <a:srgbClr val="642B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1"/>
          </a:solidFill>
          <a:ln w="12700">
            <a:solidFill>
              <a:srgbClr val="7934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9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9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08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ثُوخَ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98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ثُودَ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5ED"/>
          </a:solidFill>
          <a:ln w="12700">
            <a:solidFill>
              <a:srgbClr val="5EE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240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240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أَثُوبَ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C52"/>
          </a:solidFill>
          <a:ln w="12700">
            <a:solidFill>
              <a:srgbClr val="E06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9"/>
          </a:solidFill>
          <a:ln w="12700">
            <a:solidFill>
              <a:srgbClr val="70DBB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4785"/>
          </a:solidFill>
          <a:ln w="12700">
            <a:solidFill>
              <a:srgbClr val="4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66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240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240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47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بَثُوتَ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1"/>
          </a:solidFill>
          <a:ln w="12700">
            <a:solidFill>
              <a:srgbClr val="64D89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6"/>
          </a:solidFill>
          <a:ln w="12700">
            <a:solidFill>
              <a:srgbClr val="47D1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240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240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49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تَثُوجَ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240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240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69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2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49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جَثُوحَ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642B"/>
          </a:solidFill>
          <a:ln w="12700">
            <a:solidFill>
              <a:srgbClr val="6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7934"/>
          </a:solidFill>
          <a:ln w="12700">
            <a:solidFill>
              <a:srgbClr val="5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92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192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49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حَثُوخَ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92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92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48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خَثُودَ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25EED"/>
          </a:solidFill>
          <a:ln w="12700">
            <a:solidFill>
              <a:srgbClr val="D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92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240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240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08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دَثُوأَ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BE052"/>
          </a:solidFill>
          <a:ln w="12700">
            <a:solidFill>
              <a:srgbClr val="5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70DB"/>
          </a:solidFill>
          <a:ln w="12700">
            <a:solidFill>
              <a:srgbClr val="9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6"/>
          </a:solidFill>
          <a:ln w="12700">
            <a:solidFill>
              <a:srgbClr val="8547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أَثُو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464D8"/>
          </a:solidFill>
          <a:ln w="12700">
            <a:solidFill>
              <a:srgbClr val="7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BD1"/>
          </a:solidFill>
          <a:ln w="12700">
            <a:solidFill>
              <a:srgbClr val="474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44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بَثُو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44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تَثُو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479"/>
          </a:solidFill>
          <a:ln w="12700">
            <a:solidFill>
              <a:srgbClr val="346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44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جَثُو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44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حَثُو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E5E"/>
          </a:solidFill>
          <a:ln w="12700">
            <a:solidFill>
              <a:srgbClr val="EDA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9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9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44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خَثُو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FE0"/>
          </a:solidFill>
          <a:ln w="12700">
            <a:solidFill>
              <a:srgbClr val="527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470"/>
          </a:solidFill>
          <a:ln w="12700">
            <a:solidFill>
              <a:srgbClr val="DB8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8547"/>
          </a:solidFill>
          <a:ln w="12700">
            <a:solidFill>
              <a:srgbClr val="6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74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098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دَثُو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1"/>
          </a:solidFill>
          <a:ln w="12700">
            <a:solidFill>
              <a:srgbClr val="D8647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D"/>
          </a:solidFill>
          <a:ln w="12700">
            <a:solidFill>
              <a:srgbClr val="D1476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44427" y="896112"/>
            <a:ext cx="202857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F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44427" y="896112"/>
            <a:ext cx="202857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حُوتٌ</a:t>
            </a:r>
            <a:endParaRPr lang="ar-SA" sz="5000" dirty="0"/>
          </a:p>
        </p:txBody>
      </p:sp>
      <p:sp>
        <p:nvSpPr>
          <p:cNvPr id="12" name="C2 W2 pill"/>
          <p:cNvSpPr/>
          <p:nvPr/>
        </p:nvSpPr>
        <p:spPr>
          <a:xfrm>
            <a:off x="2171003" y="896112"/>
            <a:ext cx="2453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F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171003" y="896112"/>
            <a:ext cx="2453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وَسَمَكٌ</a:t>
            </a:r>
            <a:endParaRPr lang="ar-SA" sz="5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496334" y="2834640"/>
            <a:ext cx="415133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496334" y="2834640"/>
            <a:ext cx="415133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حُوتٌ وَسَمَكٌ</a:t>
            </a:r>
            <a:endParaRPr lang="ar-SA" sz="5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27870" y="896112"/>
            <a:ext cx="195990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27870" y="896112"/>
            <a:ext cx="195990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تُوتٌ</a:t>
            </a:r>
            <a:endParaRPr lang="ar-SA" sz="5400" dirty="0"/>
          </a:p>
        </p:txBody>
      </p:sp>
      <p:sp>
        <p:nvSpPr>
          <p:cNvPr id="13" name="C2 W2 pill"/>
          <p:cNvSpPr/>
          <p:nvPr/>
        </p:nvSpPr>
        <p:spPr>
          <a:xfrm>
            <a:off x="2256223" y="896112"/>
            <a:ext cx="235160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1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56223" y="896112"/>
            <a:ext cx="235160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وَعِنَبٌ</a:t>
            </a:r>
            <a:endParaRPr lang="ar-SA" sz="5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05555" y="2834640"/>
            <a:ext cx="39328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05555" y="2834640"/>
            <a:ext cx="39328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تُوتٌ وَعِنَبٌ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2B64"/>
          </a:solidFill>
          <a:ln w="12700">
            <a:solidFill>
              <a:srgbClr val="4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5"/>
          </a:solidFill>
          <a:ln w="12700">
            <a:solidFill>
              <a:srgbClr val="793475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008422" y="896112"/>
            <a:ext cx="15694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3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008422" y="896112"/>
            <a:ext cx="15694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ثُومٌ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566112" y="896112"/>
            <a:ext cx="212227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3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66112" y="896112"/>
            <a:ext cx="212227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وَبَصَلٌ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98511" y="2834640"/>
            <a:ext cx="334697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98511" y="2834640"/>
            <a:ext cx="334697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ثُومٌ وَبَصَلٌ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02-ba-ta-tha</dc:title>
  <dc:subject>PptxGenJS Presentation</dc:subject>
  <dc:creator>PptxGenJS</dc:creator>
  <cp:lastModifiedBy>PptxGenJS</cp:lastModifiedBy>
  <cp:revision>1</cp:revision>
  <dcterms:created xsi:type="dcterms:W3CDTF">2026-10-21T18:02:10Z</dcterms:created>
  <dcterms:modified xsi:type="dcterms:W3CDTF">2026-10-21T18:02:10Z</dcterms:modified>
</cp:coreProperties>
</file>