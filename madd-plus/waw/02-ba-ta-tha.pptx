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33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0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33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778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بُوتَ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بُوثَ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ED5E"/>
          </a:solidFill>
          <a:ln w="12700">
            <a:solidFill>
              <a:srgbClr val="E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بُوجَ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بُوحَ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547"/>
          </a:solidFill>
          <a:ln w="12700">
            <a:solidFill>
              <a:srgbClr val="D16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أَبُوتَ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تَبُوثَ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ثَبُوجَ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8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جَبُوحَ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CD147"/>
          </a:solidFill>
          <a:ln w="12700">
            <a:solidFill>
              <a:srgbClr val="4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حَبُوخَ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خَبُودَ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D5EED"/>
          </a:solidFill>
          <a:ln w="12700">
            <a:solidFill>
              <a:srgbClr val="A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تَبُو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E052"/>
          </a:solidFill>
          <a:ln w="12700">
            <a:solidFill>
              <a:srgbClr val="8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70DB"/>
          </a:solidFill>
          <a:ln w="12700">
            <a:solidFill>
              <a:srgbClr val="8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خَبُو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74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3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574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7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701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تُوبَ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تُوثَ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تُوجَ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تُوخَ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DB70"/>
          </a:solidFill>
          <a:ln w="12700">
            <a:solidFill>
              <a:srgbClr val="9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تُودَ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3D147"/>
          </a:solidFill>
          <a:ln w="12700">
            <a:solidFill>
              <a:srgbClr val="B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بَتُوثَ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9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جَتُوحَ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حَتُوخَ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652"/>
          </a:solidFill>
          <a:ln w="12700">
            <a:solidFill>
              <a:srgbClr val="E0D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6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خَتُودَ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بَتُو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حَتُو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02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802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263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ثُوبَ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ثُوتَ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ثُوجَ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ثُوحَ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ثُوخَ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ثُودَ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أَثُوبَ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4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تَثُوجَ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جَثُوحَ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حَثُوخَ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8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خَثُودَ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BD1"/>
          </a:solidFill>
          <a:ln w="12700">
            <a:solidFill>
              <a:srgbClr val="474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بَثُو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تَثُو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جَثُو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حَثُو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E5E"/>
          </a:solidFill>
          <a:ln w="12700">
            <a:solidFill>
              <a:srgbClr val="EDA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خَثُو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دَثُو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427" y="896112"/>
            <a:ext cx="20285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F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427" y="896112"/>
            <a:ext cx="20285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171003" y="896112"/>
            <a:ext cx="2453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71003" y="896112"/>
            <a:ext cx="2453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وَسَمَكٌ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96334" y="2834640"/>
            <a:ext cx="41513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96334" y="2834640"/>
            <a:ext cx="41513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 وَسَمَكٌ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7870" y="896112"/>
            <a:ext cx="1959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7870" y="896112"/>
            <a:ext cx="1959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تُوتٌ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256223" y="896112"/>
            <a:ext cx="23516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1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56223" y="896112"/>
            <a:ext cx="23516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وَعِنَبٌ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5555" y="2834640"/>
            <a:ext cx="39328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5555" y="2834640"/>
            <a:ext cx="39328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تُوتٌ وَعِنَبٌ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08422" y="896112"/>
            <a:ext cx="15694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08422" y="896112"/>
            <a:ext cx="15694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66112" y="896112"/>
            <a:ext cx="21222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6112" y="896112"/>
            <a:ext cx="21222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وَبَصَلٌ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8511" y="2834640"/>
            <a:ext cx="3346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8511" y="2834640"/>
            <a:ext cx="3346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 وَبَصَلٌ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02-ba-ta-tha</dc:title>
  <dc:subject>PptxGenJS Presentation</dc:subject>
  <dc:creator>PptxGenJS</dc:creator>
  <cp:lastModifiedBy>PptxGenJS</cp:lastModifiedBy>
  <cp:revision>1</cp:revision>
  <dcterms:created xsi:type="dcterms:W3CDTF">2026-10-21T19:56:01Z</dcterms:created>
  <dcterms:modified xsi:type="dcterms:W3CDTF">2026-10-21T19:56:01Z</dcterms:modified>
</cp:coreProperties>
</file>