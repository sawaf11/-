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57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8257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011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0"/>
          </a:solidFill>
          <a:ln w="12700">
            <a:solidFill>
              <a:srgbClr val="5EED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D"/>
          </a:solidFill>
          <a:ln w="12700">
            <a:solidFill>
              <a:srgbClr val="E052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فُوبَ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فُوتَ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فُوثَ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فُوجَ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فُوخَ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فُودَ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فُورَ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4"/>
          </a:solidFill>
          <a:ln w="12700">
            <a:solidFill>
              <a:srgbClr val="ED5E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فُوصَ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فُوضَ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فُوطَ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فُوعَ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فُوغَ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بَفُوتَ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تَفُوثَ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جَفُوحَ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حَفُوخَ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خَفُودَ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دَفُوذَ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ذَفُورَ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رَفُوزَ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زَفُوسَ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سَفُوشَ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شَفُوصَ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صَفُوضَ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ضَفُوطَ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07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طَفُوظَ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ظَفُوعَ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عَفُوغَ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8"/>
          </a:solidFill>
          <a:ln w="12700">
            <a:solidFill>
              <a:srgbClr val="E052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دَفُو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ذَفُو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رَفُو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5EED"/>
          </a:solidFill>
          <a:ln w="12700">
            <a:solidFill>
              <a:srgbClr val="7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زَفُو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8D1"/>
          </a:solidFill>
          <a:ln w="12700">
            <a:solidFill>
              <a:srgbClr val="47A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F"/>
          </a:solidFill>
          <a:ln w="12700">
            <a:solidFill>
              <a:srgbClr val="ED5E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214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214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933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قُوبَ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قُوتَ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52E0"/>
          </a:solidFill>
          <a:ln w="12700">
            <a:solidFill>
              <a:srgbClr val="B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قُوثَ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قُوجَ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قُوخَ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قُوذَ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قُوزَ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قُوسَ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قُوشَ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قُوصَ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قُوضَ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قُوطَ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قُوظَ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قُوعَ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قُوغَ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قُوفَ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أَقُوبَ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بَقُوتَ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تَقُوثَ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جَقُوحَ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حَقُوخَ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خَقُودَ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دَقُوذَ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D147"/>
          </a:solidFill>
          <a:ln w="12700">
            <a:solidFill>
              <a:srgbClr val="6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ذَقُورَ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رَقُوزَ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7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زَقُوسَ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سَقُوشَ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5EED"/>
          </a:solidFill>
          <a:ln w="12700">
            <a:solidFill>
              <a:srgbClr val="9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شَقُوصَ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صَقُوضَ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ضَقُوطَ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7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طَقُوظَ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ظَقُوعَ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عَقُوغَ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9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غَقُوفَ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E"/>
          </a:solidFill>
          <a:ln w="12700">
            <a:solidFill>
              <a:srgbClr val="E052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D147"/>
          </a:solidFill>
          <a:ln w="12700">
            <a:solidFill>
              <a:srgbClr val="C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دَقُو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ذَقُو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رَقُو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زَقُو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5"/>
          </a:solidFill>
          <a:ln w="12700">
            <a:solidFill>
              <a:srgbClr val="ED5E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06189" y="896112"/>
            <a:ext cx="1698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06189" y="896112"/>
            <a:ext cx="1698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فُولٌ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38989" y="896112"/>
            <a:ext cx="2247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8989" y="896112"/>
            <a:ext cx="2247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وَخُبۡزٌ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49176" y="2834640"/>
            <a:ext cx="36456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49176" y="2834640"/>
            <a:ext cx="36456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فُولٌ وَخُبۡزٌ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77996" y="896112"/>
            <a:ext cx="18649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77996" y="896112"/>
            <a:ext cx="18649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01016" y="896112"/>
            <a:ext cx="21569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1016" y="896112"/>
            <a:ext cx="21569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وَيَقُولُ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0377" y="2834640"/>
            <a:ext cx="37232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0377" y="2834640"/>
            <a:ext cx="37232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 وَيَقُولُ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2464" y="896112"/>
            <a:ext cx="1849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2464" y="896112"/>
            <a:ext cx="1849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يَفُوزُ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11871" y="896112"/>
            <a:ext cx="19505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11871" y="896112"/>
            <a:ext cx="19505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فَرِيقٌ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57929" y="2834640"/>
            <a:ext cx="34281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57929" y="2834640"/>
            <a:ext cx="34281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يَفُوزُ فَرِيقٌ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11-fa-qaf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