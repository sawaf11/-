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</p:sldIdLst>
  <p:notesMasterIdLst>
    <p:notesMasterId r:id="rId1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notesMaster" Target="notesMasters/notesMaster1.xml"/><Relationship Id="rId125" Type="http://schemas.openxmlformats.org/officeDocument/2006/relationships/presProps" Target="presProps.xml"/><Relationship Id="rId126" Type="http://schemas.openxmlformats.org/officeDocument/2006/relationships/viewProps" Target="viewProps.xml"/><Relationship Id="rId127" Type="http://schemas.openxmlformats.org/officeDocument/2006/relationships/theme" Target="theme/theme1.xml"/><Relationship Id="rId1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TrSnd" Type="http://schemas.openxmlformats.org/officeDocument/2006/relationships/audio" Target="../media/sparkle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TrSnd" Type="http://schemas.openxmlformats.org/officeDocument/2006/relationships/audio" Target="../media/marimba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TrSnd" Type="http://schemas.openxmlformats.org/officeDocument/2006/relationships/audio" Target="../media/harp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TrSnd" Type="http://schemas.openxmlformats.org/officeDocument/2006/relationships/audio" Target="../media/chime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TrSnd" Type="http://schemas.openxmlformats.org/officeDocument/2006/relationships/audio" Target="../media/whoosh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TrSnd" Type="http://schemas.openxmlformats.org/officeDocument/2006/relationships/audio" Target="../media/bubbles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TrSnd" Type="http://schemas.openxmlformats.org/officeDocument/2006/relationships/audio" Target="../media/sparkle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TrSnd" Type="http://schemas.openxmlformats.org/officeDocument/2006/relationships/audio" Target="../media/marimba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TrSnd" Type="http://schemas.openxmlformats.org/officeDocument/2006/relationships/audio" Target="../media/harp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TrSnd" Type="http://schemas.openxmlformats.org/officeDocument/2006/relationships/audio" Target="../media/chime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TrSnd" Type="http://schemas.openxmlformats.org/officeDocument/2006/relationships/audio" Target="../media/whoosh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TrSnd" Type="http://schemas.openxmlformats.org/officeDocument/2006/relationships/audio" Target="../media/bubbles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TrSnd" Type="http://schemas.openxmlformats.org/officeDocument/2006/relationships/audio" Target="../media/sparkle.wav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TrSnd" Type="http://schemas.openxmlformats.org/officeDocument/2006/relationships/audio" Target="../media/marimba.wav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TrSnd" Type="http://schemas.openxmlformats.org/officeDocument/2006/relationships/audio" Target="../media/harp.wav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TrSnd" Type="http://schemas.openxmlformats.org/officeDocument/2006/relationships/audio" Target="../media/chime.wav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TrSnd" Type="http://schemas.openxmlformats.org/officeDocument/2006/relationships/audio" Target="../media/whoosh.wav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TrSnd" Type="http://schemas.openxmlformats.org/officeDocument/2006/relationships/audio" Target="../media/bubbles.wav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TrSnd" Type="http://schemas.openxmlformats.org/officeDocument/2006/relationships/audio" Target="../media/sparkle.wav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TrSnd" Type="http://schemas.openxmlformats.org/officeDocument/2006/relationships/audio" Target="../media/marimba.wav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Relationship Id="rIdTrSnd" Type="http://schemas.openxmlformats.org/officeDocument/2006/relationships/audio" Target="../media/harp.wav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TrSnd" Type="http://schemas.openxmlformats.org/officeDocument/2006/relationships/audio" Target="../media/chime.wav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C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82578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500" dirty="0"/>
          </a:p>
        </p:txBody>
      </p:sp>
      <p:sp>
        <p:nvSpPr>
          <p:cNvPr id="14" name="C2 V1 vowel"/>
          <p:cNvSpPr txBox="1"/>
          <p:nvPr/>
        </p:nvSpPr>
        <p:spPr>
          <a:xfrm>
            <a:off x="6720840" y="182578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M2 madd"/>
          <p:cNvSpPr txBox="1"/>
          <p:nvPr/>
        </p:nvSpPr>
        <p:spPr>
          <a:xfrm>
            <a:off x="4343400" y="140112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500" dirty="0"/>
          </a:p>
        </p:txBody>
      </p:sp>
      <p:sp>
        <p:nvSpPr>
          <p:cNvPr id="17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6 R result"/>
          <p:cNvSpPr txBox="1"/>
          <p:nvPr/>
        </p:nvSpPr>
        <p:spPr>
          <a:xfrm>
            <a:off x="685800" y="162036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فُو</a:t>
            </a:r>
            <a:endParaRPr lang="ar-SA" sz="83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70"/>
          </a:solidFill>
          <a:ln w="12700">
            <a:solidFill>
              <a:srgbClr val="5EED7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5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2025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5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2025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5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فُوأَ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BD"/>
          </a:solidFill>
          <a:ln w="12700">
            <a:solidFill>
              <a:srgbClr val="E052B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BDB70"/>
          </a:solidFill>
          <a:ln w="12700">
            <a:solidFill>
              <a:srgbClr val="8B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F85"/>
          </a:solidFill>
          <a:ln w="12700">
            <a:solidFill>
              <a:srgbClr val="477F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114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114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فُوبَ</a:t>
            </a:r>
            <a:endParaRPr lang="ar-SA" sz="7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3D864"/>
          </a:solidFill>
          <a:ln w="12700">
            <a:solidFill>
              <a:srgbClr val="A3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9D147"/>
          </a:solidFill>
          <a:ln w="12700">
            <a:solidFill>
              <a:srgbClr val="A9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093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093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5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فُوتَ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5E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40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5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40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5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فُوثَ</a:t>
            </a:r>
            <a:endParaRPr lang="ar-SA" sz="73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314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22B"/>
          </a:solidFill>
          <a:ln w="12700">
            <a:solidFill>
              <a:srgbClr val="6432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F34"/>
          </a:solidFill>
          <a:ln w="12700">
            <a:solidFill>
              <a:srgbClr val="795F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5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5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352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فُوجَ</a:t>
            </a:r>
            <a:endParaRPr lang="ar-SA" sz="6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5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5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352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فُوحَ</a:t>
            </a:r>
            <a:endParaRPr lang="ar-SA" sz="67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0ED"/>
          </a:solidFill>
          <a:ln w="12700">
            <a:solidFill>
              <a:srgbClr val="5E70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5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352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فُوخَ</a:t>
            </a:r>
            <a:endParaRPr lang="ar-SA" sz="6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32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E052"/>
          </a:solidFill>
          <a:ln w="12700">
            <a:solidFill>
              <a:srgbClr val="E0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F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6DB"/>
          </a:solidFill>
          <a:ln w="12700">
            <a:solidFill>
              <a:srgbClr val="70A6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A4785"/>
          </a:solidFill>
          <a:ln w="12700">
            <a:solidFill>
              <a:srgbClr val="7A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999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5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999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5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فُودَ</a:t>
            </a:r>
            <a:endParaRPr lang="ar-SA" sz="7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5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0D8"/>
          </a:solidFill>
          <a:ln w="12700">
            <a:solidFill>
              <a:srgbClr val="64C0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BD1"/>
          </a:solidFill>
          <a:ln w="12700">
            <a:solidFill>
              <a:srgbClr val="47CB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57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5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57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5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فُوذَ</a:t>
            </a:r>
            <a:endParaRPr lang="ar-SA" sz="7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C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039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5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039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5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فُورَ</a:t>
            </a:r>
            <a:endParaRPr lang="ar-SA" sz="73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2642B"/>
          </a:solidFill>
          <a:ln w="12700">
            <a:solidFill>
              <a:srgbClr val="32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E"/>
          </a:solidFill>
          <a:ln w="12700">
            <a:solidFill>
              <a:srgbClr val="34794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616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5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616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5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فُوزَ</a:t>
            </a:r>
            <a:endParaRPr lang="ar-SA" sz="73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D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85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5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85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5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فُوسَ</a:t>
            </a:r>
            <a:endParaRPr lang="ar-SA" sz="73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C5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4"/>
          </a:solidFill>
          <a:ln w="12700">
            <a:solidFill>
              <a:srgbClr val="ED5E9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819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819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فُوشَ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4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D"/>
          </a:solidFill>
          <a:ln w="12700">
            <a:solidFill>
              <a:srgbClr val="52E0B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9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0"/>
          </a:solidFill>
          <a:ln w="12700">
            <a:solidFill>
              <a:srgbClr val="DB70C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B47"/>
          </a:solidFill>
          <a:ln w="12700">
            <a:solidFill>
              <a:srgbClr val="856B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88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4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88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4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فُوصَ</a:t>
            </a:r>
            <a:endParaRPr lang="ar-SA" sz="73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464D8"/>
          </a:solidFill>
          <a:ln w="12700">
            <a:solidFill>
              <a:srgbClr val="D4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547D1"/>
          </a:solidFill>
          <a:ln w="12700">
            <a:solidFill>
              <a:srgbClr val="B5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819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819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فُوضَ</a:t>
            </a:r>
            <a:endParaRPr lang="ar-SA" sz="7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E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5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5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فُوطَ</a:t>
            </a:r>
            <a:endParaRPr lang="ar-SA" sz="73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3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064"/>
          </a:solidFill>
          <a:ln w="12700">
            <a:solidFill>
              <a:srgbClr val="2B40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D3479"/>
          </a:solidFill>
          <a:ln w="12700">
            <a:solidFill>
              <a:srgbClr val="3D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5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5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فُوظَ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C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033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5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033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5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352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فُوعَ</a:t>
            </a:r>
            <a:endParaRPr lang="ar-SA" sz="67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D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7ED5E"/>
          </a:solidFill>
          <a:ln w="12700">
            <a:solidFill>
              <a:srgbClr val="B7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86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3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86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4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7075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352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فُوغَ</a:t>
            </a:r>
            <a:endParaRPr lang="ar-SA" sz="6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952E0"/>
          </a:solidFill>
          <a:ln w="12700">
            <a:solidFill>
              <a:srgbClr val="99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B70"/>
          </a:solidFill>
          <a:ln w="12700">
            <a:solidFill>
              <a:srgbClr val="DB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C"/>
          </a:solidFill>
          <a:ln w="12700">
            <a:solidFill>
              <a:srgbClr val="47855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70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2070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393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0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20393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786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أَفُوبَ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D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764"/>
          </a:solidFill>
          <a:ln w="12700">
            <a:solidFill>
              <a:srgbClr val="D8B7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247"/>
          </a:solidFill>
          <a:ln w="12700">
            <a:solidFill>
              <a:srgbClr val="D192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393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0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393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86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5246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بَفُوتَ</a:t>
            </a:r>
            <a:endParaRPr lang="ar-SA" sz="61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5F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393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0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20393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786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5246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تَفُوثَ</a:t>
            </a:r>
            <a:endParaRPr lang="ar-SA" sz="61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3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E"/>
          </a:solidFill>
          <a:ln w="12700">
            <a:solidFill>
              <a:srgbClr val="642B4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C"/>
          </a:solidFill>
          <a:ln w="12700">
            <a:solidFill>
              <a:srgbClr val="79343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393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0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20393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786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9436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ثَفُوجَ</a:t>
            </a:r>
            <a:endParaRPr lang="ar-SA" sz="61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393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0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393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86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9436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جَفُوحَ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5E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BED"/>
          </a:solidFill>
          <a:ln w="12700">
            <a:solidFill>
              <a:srgbClr val="5EDB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373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20373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9436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حَفُوخَ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43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652"/>
          </a:solidFill>
          <a:ln w="12700">
            <a:solidFill>
              <a:srgbClr val="E076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9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1"/>
          </a:solidFill>
          <a:ln w="12700">
            <a:solidFill>
              <a:srgbClr val="70DBC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D4785"/>
          </a:solidFill>
          <a:ln w="12700">
            <a:solidFill>
              <a:srgbClr val="4D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373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20373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542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خَفُودَ</a:t>
            </a:r>
            <a:endParaRPr lang="ar-SA" sz="68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5F7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A"/>
          </a:solidFill>
          <a:ln w="12700">
            <a:solidFill>
              <a:srgbClr val="64D89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0"/>
          </a:solidFill>
          <a:ln w="12700">
            <a:solidFill>
              <a:srgbClr val="47D17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91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591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393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0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393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86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104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104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0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881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دَفُوذَ</a:t>
            </a:r>
            <a:endParaRPr lang="ar-SA" sz="6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D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104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20104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393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0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20393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786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73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73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0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881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ذَفُورَ</a:t>
            </a:r>
            <a:endParaRPr lang="ar-SA" sz="6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433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D642B"/>
          </a:solidFill>
          <a:ln w="12700">
            <a:solidFill>
              <a:srgbClr val="5D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E7934"/>
          </a:solidFill>
          <a:ln w="12700">
            <a:solidFill>
              <a:srgbClr val="4E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73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73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393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0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20393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786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250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250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881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رَفُوزَ</a:t>
            </a:r>
            <a:endParaRPr lang="ar-SA" sz="6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250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250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393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0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393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86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89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89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7784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زَفُوسَ</a:t>
            </a:r>
            <a:endParaRPr lang="ar-SA" sz="51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C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C5EED"/>
          </a:solidFill>
          <a:ln w="12700">
            <a:solidFill>
              <a:srgbClr val="DC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311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6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20311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980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490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سَفُوشَ</a:t>
            </a:r>
            <a:endParaRPr lang="ar-SA" sz="47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2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52"/>
          </a:solidFill>
          <a:ln w="12700">
            <a:solidFill>
              <a:srgbClr val="52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670DB"/>
          </a:solidFill>
          <a:ln w="12700">
            <a:solidFill>
              <a:srgbClr val="A6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1"/>
          </a:solidFill>
          <a:ln w="12700">
            <a:solidFill>
              <a:srgbClr val="85475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311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20311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980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490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شَفُوصَ</a:t>
            </a:r>
            <a:endParaRPr lang="ar-SA" sz="47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5C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D64D8"/>
          </a:solidFill>
          <a:ln w="12700">
            <a:solidFill>
              <a:srgbClr val="7D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E47D1"/>
          </a:solidFill>
          <a:ln w="12700">
            <a:solidFill>
              <a:srgbClr val="4E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B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290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290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B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801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B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4850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صَفُوضَ</a:t>
            </a:r>
            <a:endParaRPr lang="ar-SA" sz="4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C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C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290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5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20290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C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801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C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5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504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ضَفُوطَ</a:t>
            </a:r>
            <a:endParaRPr lang="ar-SA" sz="53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44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D"/>
          </a:solidFill>
          <a:ln w="12700">
            <a:solidFill>
              <a:srgbClr val="2B645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F79"/>
          </a:solidFill>
          <a:ln w="12700">
            <a:solidFill>
              <a:srgbClr val="345F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100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0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20100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393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0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20393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786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20100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20100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0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5073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طَفُوظَ</a:t>
            </a:r>
            <a:endParaRPr lang="ar-SA" sz="5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00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00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393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0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393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86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73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73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9506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ظَفُوعَ</a:t>
            </a:r>
            <a:endParaRPr lang="ar-SA" sz="6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85E"/>
          </a:solidFill>
          <a:ln w="12700">
            <a:solidFill>
              <a:srgbClr val="EDB8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7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7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2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331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7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20331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7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2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902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3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2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9436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عَفُوغَ</a:t>
            </a:r>
            <a:endParaRPr lang="ar-SA" sz="6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43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5E0"/>
          </a:solidFill>
          <a:ln w="12700">
            <a:solidFill>
              <a:srgbClr val="5275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6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C70"/>
          </a:solidFill>
          <a:ln w="12700">
            <a:solidFill>
              <a:srgbClr val="DB8C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18547"/>
          </a:solidFill>
          <a:ln w="12700">
            <a:solidFill>
              <a:srgbClr val="61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5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331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7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20331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7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5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902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3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5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20624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7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20624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7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غَفُوأَ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C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8"/>
          </a:solidFill>
          <a:ln w="12700">
            <a:solidFill>
              <a:srgbClr val="D8646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3"/>
          </a:solidFill>
          <a:ln w="12700">
            <a:solidFill>
              <a:srgbClr val="D1476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25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2025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5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أَفُو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14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114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5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652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بَفُو</a:t>
            </a:r>
            <a:endParaRPr lang="ar-SA" sz="78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F2B64"/>
          </a:solidFill>
          <a:ln w="12700">
            <a:solidFill>
              <a:srgbClr val="4F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0"/>
          </a:solidFill>
          <a:ln w="12700">
            <a:solidFill>
              <a:srgbClr val="79347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93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093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5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652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تَفُو</a:t>
            </a:r>
            <a:endParaRPr lang="ar-SA" sz="7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D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0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40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5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52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ثَفُو</a:t>
            </a:r>
            <a:endParaRPr lang="ar-SA" sz="78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5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5"/>
          </a:solidFill>
          <a:ln w="12700">
            <a:solidFill>
              <a:srgbClr val="5EED9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5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5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4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652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جَفُو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4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8"/>
          </a:solidFill>
          <a:ln w="12700">
            <a:solidFill>
              <a:srgbClr val="E0529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D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1"/>
          </a:solidFill>
          <a:ln w="12700">
            <a:solidFill>
              <a:srgbClr val="70DB7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085"/>
          </a:solidFill>
          <a:ln w="12700">
            <a:solidFill>
              <a:srgbClr val="4770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5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652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حَفُو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5D864"/>
          </a:solidFill>
          <a:ln w="12700">
            <a:solidFill>
              <a:srgbClr val="85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6D147"/>
          </a:solidFill>
          <a:ln w="12700">
            <a:solidFill>
              <a:srgbClr val="86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5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52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خَفُو</a:t>
            </a:r>
            <a:endParaRPr lang="ar-SA" sz="7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5D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99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999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5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دَفُو</a:t>
            </a:r>
            <a:endParaRPr lang="ar-SA" sz="73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43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12B"/>
          </a:solidFill>
          <a:ln w="12700">
            <a:solidFill>
              <a:srgbClr val="6441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134"/>
          </a:solidFill>
          <a:ln w="12700">
            <a:solidFill>
              <a:srgbClr val="7971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57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57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5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ذَفُو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5F7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39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039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5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رَفُو</a:t>
            </a:r>
            <a:endParaRPr lang="ar-SA" sz="73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D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15EED"/>
          </a:solidFill>
          <a:ln w="12700">
            <a:solidFill>
              <a:srgbClr val="71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616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5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616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5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4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زَفُو</a:t>
            </a:r>
            <a:endParaRPr lang="ar-SA" sz="73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433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CE052"/>
          </a:solidFill>
          <a:ln w="12700">
            <a:solidFill>
              <a:srgbClr val="BC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5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ADB"/>
          </a:solidFill>
          <a:ln w="12700">
            <a:solidFill>
              <a:srgbClr val="708A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F"/>
          </a:solidFill>
          <a:ln w="12700">
            <a:solidFill>
              <a:srgbClr val="85477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85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985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5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652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سَفُو</a:t>
            </a:r>
            <a:endParaRPr lang="ar-SA" sz="78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5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2D8"/>
          </a:solidFill>
          <a:ln w="12700">
            <a:solidFill>
              <a:srgbClr val="64A2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8D1"/>
          </a:solidFill>
          <a:ln w="12700">
            <a:solidFill>
              <a:srgbClr val="47A8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819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819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52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شَفُو</a:t>
            </a:r>
            <a:endParaRPr lang="ar-SA" sz="78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C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88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88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652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صَفُو</a:t>
            </a:r>
            <a:endParaRPr lang="ar-SA" sz="78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2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2"/>
          </a:solidFill>
          <a:ln w="12700">
            <a:solidFill>
              <a:srgbClr val="2B643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0"/>
          </a:solidFill>
          <a:ln w="12700">
            <a:solidFill>
              <a:srgbClr val="34796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819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819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652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ضَفُو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5C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5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52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طَفُو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D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F"/>
          </a:solidFill>
          <a:ln w="12700">
            <a:solidFill>
              <a:srgbClr val="ED5E6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5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5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4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652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ظَفُو</a:t>
            </a:r>
            <a:endParaRPr lang="ar-SA" sz="7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443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FE0"/>
          </a:solidFill>
          <a:ln w="12700">
            <a:solidFill>
              <a:srgbClr val="52DF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E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5"/>
          </a:solidFill>
          <a:ln w="12700">
            <a:solidFill>
              <a:srgbClr val="DB70A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B47"/>
          </a:solidFill>
          <a:ln w="12700">
            <a:solidFill>
              <a:srgbClr val="857B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033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033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5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90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652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عَفُو</a:t>
            </a:r>
            <a:endParaRPr lang="ar-SA" sz="78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E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F"/>
          </a:solidFill>
          <a:ln w="12700">
            <a:solidFill>
              <a:srgbClr val="D864B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A"/>
          </a:solidFill>
          <a:ln w="12700">
            <a:solidFill>
              <a:srgbClr val="D147C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86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3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86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4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7075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52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غَفُو</a:t>
            </a:r>
            <a:endParaRPr lang="ar-SA" sz="7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72142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700" dirty="0"/>
          </a:p>
        </p:txBody>
      </p:sp>
      <p:sp>
        <p:nvSpPr>
          <p:cNvPr id="15" name="C2 V1 vowel"/>
          <p:cNvSpPr txBox="1"/>
          <p:nvPr/>
        </p:nvSpPr>
        <p:spPr>
          <a:xfrm>
            <a:off x="6720840" y="172142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4343400" y="139338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700" dirty="0"/>
          </a:p>
        </p:txBody>
      </p:sp>
      <p:sp>
        <p:nvSpPr>
          <p:cNvPr id="18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R result"/>
          <p:cNvSpPr txBox="1"/>
          <p:nvPr/>
        </p:nvSpPr>
        <p:spPr>
          <a:xfrm>
            <a:off x="685800" y="162036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قُو</a:t>
            </a:r>
            <a:endParaRPr lang="ar-SA" sz="83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43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264"/>
          </a:solidFill>
          <a:ln w="12700">
            <a:solidFill>
              <a:srgbClr val="2B32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F3479"/>
          </a:solidFill>
          <a:ln w="12700">
            <a:solidFill>
              <a:srgbClr val="4F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6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920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202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202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قُوأَ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C5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6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920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09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09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قُوبَ</a:t>
            </a:r>
            <a:endParaRPr lang="ar-SA" sz="73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3ED5E"/>
          </a:solidFill>
          <a:ln w="12700">
            <a:solidFill>
              <a:srgbClr val="93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6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920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قُوتَ</a:t>
            </a:r>
            <a:endParaRPr lang="ar-SA" sz="7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2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E52E0"/>
          </a:solidFill>
          <a:ln w="12700">
            <a:solidFill>
              <a:srgbClr val="BE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0DB70"/>
          </a:solidFill>
          <a:ln w="12700">
            <a:solidFill>
              <a:srgbClr val="C0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C"/>
          </a:solidFill>
          <a:ln w="12700">
            <a:solidFill>
              <a:srgbClr val="47856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6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920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41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6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41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6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قُوثَ</a:t>
            </a:r>
            <a:endParaRPr lang="ar-SA" sz="7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E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D464"/>
          </a:solidFill>
          <a:ln w="12700">
            <a:solidFill>
              <a:srgbClr val="D8D4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647"/>
          </a:solidFill>
          <a:ln w="12700">
            <a:solidFill>
              <a:srgbClr val="D1B6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6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920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6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6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352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قُوجَ</a:t>
            </a:r>
            <a:endParaRPr lang="ar-SA" sz="67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5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920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6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6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352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قُوحَ</a:t>
            </a:r>
            <a:endParaRPr lang="ar-SA" sz="67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431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0"/>
          </a:solidFill>
          <a:ln w="12700">
            <a:solidFill>
              <a:srgbClr val="642B4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D34"/>
          </a:solidFill>
          <a:ln w="12700">
            <a:solidFill>
              <a:srgbClr val="793D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17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17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352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قُوخَ</a:t>
            </a:r>
            <a:endParaRPr lang="ar-SA" sz="6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E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6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920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6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6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قُودَ</a:t>
            </a:r>
            <a:endParaRPr lang="ar-SA" sz="73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C5D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6ED"/>
          </a:solidFill>
          <a:ln w="12700">
            <a:solidFill>
              <a:srgbClr val="5EB6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6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920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59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6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59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6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قُوذَ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43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A52"/>
          </a:solidFill>
          <a:ln w="12700">
            <a:solidFill>
              <a:srgbClr val="E09A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1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ADB"/>
          </a:solidFill>
          <a:ln w="12700">
            <a:solidFill>
              <a:srgbClr val="70DA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C4785"/>
          </a:solidFill>
          <a:ln w="12700">
            <a:solidFill>
              <a:srgbClr val="5C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6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920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6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قُورَ</a:t>
            </a:r>
            <a:endParaRPr lang="ar-SA" sz="7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C5F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7"/>
          </a:solidFill>
          <a:ln w="12700">
            <a:solidFill>
              <a:srgbClr val="64D8B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3"/>
          </a:solidFill>
          <a:ln w="12700">
            <a:solidFill>
              <a:srgbClr val="47D19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6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920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60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6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60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6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قُوزَ</a:t>
            </a:r>
            <a:endParaRPr lang="ar-SA" sz="7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E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920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963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6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963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6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قُوسَ</a:t>
            </a:r>
            <a:endParaRPr lang="ar-SA" sz="73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433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E642B"/>
          </a:solidFill>
          <a:ln w="12700">
            <a:solidFill>
              <a:srgbClr val="4E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C7934"/>
          </a:solidFill>
          <a:ln w="12700">
            <a:solidFill>
              <a:srgbClr val="3C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156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156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قُوشَ</a:t>
            </a:r>
            <a:endParaRPr lang="ar-SA" sz="73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C5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69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169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قُوصَ</a:t>
            </a:r>
            <a:endParaRPr lang="ar-SA" sz="73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7C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A"/>
          </a:solidFill>
          <a:ln w="12700">
            <a:solidFill>
              <a:srgbClr val="ED5ED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156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156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قُوضَ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7"/>
          </a:solidFill>
          <a:ln w="12700">
            <a:solidFill>
              <a:srgbClr val="52E07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270DB"/>
          </a:solidFill>
          <a:ln w="12700">
            <a:solidFill>
              <a:srgbClr val="C2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D47"/>
          </a:solidFill>
          <a:ln w="12700">
            <a:solidFill>
              <a:srgbClr val="854D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6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920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58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6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58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6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قُوطَ</a:t>
            </a:r>
            <a:endParaRPr lang="ar-SA" sz="73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C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A64D8"/>
          </a:solidFill>
          <a:ln w="12700">
            <a:solidFill>
              <a:srgbClr val="9A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147D1"/>
          </a:solidFill>
          <a:ln w="12700">
            <a:solidFill>
              <a:srgbClr val="71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6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920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58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6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58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6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قُوظَ</a:t>
            </a:r>
            <a:endParaRPr lang="ar-SA" sz="7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7D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920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012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6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012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6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352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قُوعَ</a:t>
            </a:r>
            <a:endParaRPr lang="ar-SA" sz="67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4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C64"/>
          </a:solidFill>
          <a:ln w="12700">
            <a:solidFill>
              <a:srgbClr val="2B5C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D79"/>
          </a:solidFill>
          <a:ln w="12700">
            <a:solidFill>
              <a:srgbClr val="344D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164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164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7075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352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قُوغَ</a:t>
            </a:r>
            <a:endParaRPr lang="ar-SA" sz="6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6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920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63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6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63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6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قُوفَ</a:t>
            </a:r>
            <a:endParaRPr lang="ar-SA" sz="73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E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D5E"/>
          </a:solidFill>
          <a:ln w="12700">
            <a:solidFill>
              <a:srgbClr val="EDD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70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2070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745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0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745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0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786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أَقُوبَ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142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352E0"/>
          </a:solidFill>
          <a:ln w="12700">
            <a:solidFill>
              <a:srgbClr val="53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0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770"/>
          </a:solidFill>
          <a:ln w="12700">
            <a:solidFill>
              <a:srgbClr val="DBA7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18547"/>
          </a:solidFill>
          <a:ln w="12700">
            <a:solidFill>
              <a:srgbClr val="51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8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745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0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745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8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786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8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5246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بَقُوتَ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7C5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D64"/>
          </a:solidFill>
          <a:ln w="12700">
            <a:solidFill>
              <a:srgbClr val="D87D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F47"/>
          </a:solidFill>
          <a:ln w="12700">
            <a:solidFill>
              <a:srgbClr val="D14F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745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0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745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86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5246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تَقُوثَ</a:t>
            </a:r>
            <a:endParaRPr lang="ar-SA" sz="61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C5F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745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0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745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786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9436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ثَقُوجَ</a:t>
            </a:r>
            <a:endParaRPr lang="ar-SA" sz="61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2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D2B64"/>
          </a:solidFill>
          <a:ln w="12700">
            <a:solidFill>
              <a:srgbClr val="5D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F"/>
          </a:solidFill>
          <a:ln w="12700">
            <a:solidFill>
              <a:srgbClr val="79345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745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0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745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786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9436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جَقُوحَ</a:t>
            </a:r>
            <a:endParaRPr lang="ar-SA" sz="61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7E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74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74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9436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حَقُوخَ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C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9"/>
          </a:solidFill>
          <a:ln w="12700">
            <a:solidFill>
              <a:srgbClr val="5EEDB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74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741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542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خَقُودَ</a:t>
            </a:r>
            <a:endParaRPr lang="ar-SA" sz="6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43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4"/>
          </a:solidFill>
          <a:ln w="12700">
            <a:solidFill>
              <a:srgbClr val="E0527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7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C"/>
          </a:solidFill>
          <a:ln w="12700">
            <a:solidFill>
              <a:srgbClr val="70DB8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085"/>
          </a:solidFill>
          <a:ln w="12700">
            <a:solidFill>
              <a:srgbClr val="4760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591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591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745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0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745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786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20104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20104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0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881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دَقُوذَ</a:t>
            </a:r>
            <a:endParaRPr lang="ar-SA" sz="64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D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7D864"/>
          </a:solidFill>
          <a:ln w="12700">
            <a:solidFill>
              <a:srgbClr val="67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2D147"/>
          </a:solidFill>
          <a:ln w="12700">
            <a:solidFill>
              <a:srgbClr val="62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04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04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745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0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745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86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73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73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0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881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ذَقُورَ</a:t>
            </a:r>
            <a:endParaRPr lang="ar-SA" sz="6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C5C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73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73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B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745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0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745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B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786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B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250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250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881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رَقُوزَ</a:t>
            </a:r>
            <a:endParaRPr lang="ar-SA" sz="6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43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F2B"/>
          </a:solidFill>
          <a:ln w="12700">
            <a:solidFill>
              <a:srgbClr val="644F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07934"/>
          </a:solidFill>
          <a:ln w="12700">
            <a:solidFill>
              <a:srgbClr val="70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250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250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C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745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0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745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C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786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C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689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689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7784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زَقُوسَ</a:t>
            </a:r>
            <a:endParaRPr lang="ar-SA" sz="51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C5F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728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728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980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490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سَقُوشَ</a:t>
            </a:r>
            <a:endParaRPr lang="ar-SA" sz="47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E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65EED"/>
          </a:solidFill>
          <a:ln w="12700">
            <a:solidFill>
              <a:srgbClr val="96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728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6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728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3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980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6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490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شَقُوصَ</a:t>
            </a:r>
            <a:endParaRPr lang="ar-SA" sz="47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4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7E052"/>
          </a:solidFill>
          <a:ln w="12700">
            <a:solidFill>
              <a:srgbClr val="97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8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270DB"/>
          </a:solidFill>
          <a:ln w="12700">
            <a:solidFill>
              <a:srgbClr val="72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F"/>
          </a:solidFill>
          <a:ln w="12700">
            <a:solidFill>
              <a:srgbClr val="85476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5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5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723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5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723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35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801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4850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صَقُوضَ</a:t>
            </a:r>
            <a:endParaRPr lang="ar-SA" sz="4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C5E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4D8"/>
          </a:solidFill>
          <a:ln w="12700">
            <a:solidFill>
              <a:srgbClr val="648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5D1"/>
          </a:solidFill>
          <a:ln w="12700">
            <a:solidFill>
              <a:srgbClr val="4785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5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723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723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5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801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5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B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504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ضَقُوطَ</a:t>
            </a:r>
            <a:endParaRPr lang="ar-SA" sz="53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7C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100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0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20100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745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0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745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786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20100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20100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0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5073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طَقُوظَ</a:t>
            </a:r>
            <a:endParaRPr lang="ar-SA" sz="5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1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1"/>
          </a:solidFill>
          <a:ln w="12700">
            <a:solidFill>
              <a:srgbClr val="2B644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2"/>
          </a:solidFill>
          <a:ln w="12700">
            <a:solidFill>
              <a:srgbClr val="34797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100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0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20100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745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0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745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786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73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73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0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9506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ظَقُوعَ</a:t>
            </a:r>
            <a:endParaRPr lang="ar-SA" sz="6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C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732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7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732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902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9436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عَقُوغَ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7D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25E"/>
          </a:solidFill>
          <a:ln w="12700">
            <a:solidFill>
              <a:srgbClr val="ED72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8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732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7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732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37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8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902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3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8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7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7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5098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غَقُوفَ</a:t>
            </a:r>
            <a:endParaRPr lang="ar-SA" sz="5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144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BE0"/>
          </a:solidFill>
          <a:ln w="12700">
            <a:solidFill>
              <a:srgbClr val="52BB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4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A"/>
          </a:solidFill>
          <a:ln w="12700">
            <a:solidFill>
              <a:srgbClr val="DB708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F8547"/>
          </a:solidFill>
          <a:ln w="12700">
            <a:solidFill>
              <a:srgbClr val="7F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139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0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20139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745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0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745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786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2070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2070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فَقُوأَ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7C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1"/>
          </a:solidFill>
          <a:ln w="12700">
            <a:solidFill>
              <a:srgbClr val="D864A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7"/>
          </a:solidFill>
          <a:ln w="12700">
            <a:solidFill>
              <a:srgbClr val="D147A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2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202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6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920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أَقُو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E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09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09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920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652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بَقُو</a:t>
            </a:r>
            <a:endParaRPr lang="ar-SA" sz="78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142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32B64"/>
          </a:solidFill>
          <a:ln w="12700">
            <a:solidFill>
              <a:srgbClr val="33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03479"/>
          </a:solidFill>
          <a:ln w="12700">
            <a:solidFill>
              <a:srgbClr val="60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6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920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652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تَقُو</a:t>
            </a:r>
            <a:endParaRPr lang="ar-SA" sz="7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7C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1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6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41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6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920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52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ثَقُو</a:t>
            </a:r>
            <a:endParaRPr lang="ar-SA" sz="78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C5F7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EED5E"/>
          </a:solidFill>
          <a:ln w="12700">
            <a:solidFill>
              <a:srgbClr val="6E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6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6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920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652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جَقُو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2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E"/>
          </a:solidFill>
          <a:ln w="12700">
            <a:solidFill>
              <a:srgbClr val="E052D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4DB70"/>
          </a:solidFill>
          <a:ln w="12700">
            <a:solidFill>
              <a:srgbClr val="A4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B"/>
          </a:solidFill>
          <a:ln w="12700">
            <a:solidFill>
              <a:srgbClr val="47857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6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6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920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652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حَقُو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7E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ED864"/>
          </a:solidFill>
          <a:ln w="12700">
            <a:solidFill>
              <a:srgbClr val="BE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9D147"/>
          </a:solidFill>
          <a:ln w="12700">
            <a:solidFill>
              <a:srgbClr val="C9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7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5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17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52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خَقُو</a:t>
            </a:r>
            <a:endParaRPr lang="ar-SA" sz="7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C5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920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دَقُو</a:t>
            </a:r>
            <a:endParaRPr lang="ar-SA" sz="73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4314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1"/>
          </a:solidFill>
          <a:ln w="12700">
            <a:solidFill>
              <a:srgbClr val="642B3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F34"/>
          </a:solidFill>
          <a:ln w="12700">
            <a:solidFill>
              <a:srgbClr val="794F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59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6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59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6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920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ذَقُو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D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6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920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رَقُو</a:t>
            </a:r>
            <a:endParaRPr lang="ar-SA" sz="73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C5C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2ED"/>
          </a:solidFill>
          <a:ln w="12700">
            <a:solidFill>
              <a:srgbClr val="5E92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60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6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60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6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920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زَقُو</a:t>
            </a:r>
            <a:endParaRPr lang="ar-SA" sz="73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432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F52"/>
          </a:solidFill>
          <a:ln w="12700">
            <a:solidFill>
              <a:srgbClr val="E0BF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7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FDB"/>
          </a:solidFill>
          <a:ln w="12700">
            <a:solidFill>
              <a:srgbClr val="70BF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C4785"/>
          </a:solidFill>
          <a:ln w="12700">
            <a:solidFill>
              <a:srgbClr val="6C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63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6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963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6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920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652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سَقُو</a:t>
            </a:r>
            <a:endParaRPr lang="ar-SA" sz="78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C5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D5"/>
          </a:solidFill>
          <a:ln w="12700">
            <a:solidFill>
              <a:srgbClr val="64D8D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6"/>
          </a:solidFill>
          <a:ln w="12700">
            <a:solidFill>
              <a:srgbClr val="47D1B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56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156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52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شَقُو</a:t>
            </a:r>
            <a:endParaRPr lang="ar-SA" sz="78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E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69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169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652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صَقُو</a:t>
            </a:r>
            <a:endParaRPr lang="ar-SA" sz="78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3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F642B"/>
          </a:solidFill>
          <a:ln w="12700">
            <a:solidFill>
              <a:srgbClr val="3F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E"/>
          </a:solidFill>
          <a:ln w="12700">
            <a:solidFill>
              <a:srgbClr val="34793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56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156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652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ضَقُو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C5E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8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6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58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6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920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52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طَقُو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7C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5"/>
          </a:solidFill>
          <a:ln w="12700">
            <a:solidFill>
              <a:srgbClr val="ED5EB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58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6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58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6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920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652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ظَقُو</a:t>
            </a:r>
            <a:endParaRPr lang="ar-SA" sz="7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1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B"/>
          </a:solidFill>
          <a:ln w="12700">
            <a:solidFill>
              <a:srgbClr val="52E09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1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A"/>
          </a:solidFill>
          <a:ln w="12700">
            <a:solidFill>
              <a:srgbClr val="DB70D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D47"/>
          </a:solidFill>
          <a:ln w="12700">
            <a:solidFill>
              <a:srgbClr val="855D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012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6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012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6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920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652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عَقُو</a:t>
            </a:r>
            <a:endParaRPr lang="ar-SA" sz="78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D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864D8"/>
          </a:solidFill>
          <a:ln w="12700">
            <a:solidFill>
              <a:srgbClr val="B8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447D1"/>
          </a:solidFill>
          <a:ln w="12700">
            <a:solidFill>
              <a:srgbClr val="94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64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9164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7075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9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52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غَقُو</a:t>
            </a:r>
            <a:endParaRPr lang="ar-SA" sz="7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7E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63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63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9178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920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3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652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فَقُو</a:t>
            </a:r>
            <a:endParaRPr lang="ar-SA" sz="78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1443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E64"/>
          </a:solidFill>
          <a:ln w="12700">
            <a:solidFill>
              <a:srgbClr val="2B4E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C79"/>
          </a:solidFill>
          <a:ln w="12700">
            <a:solidFill>
              <a:srgbClr val="343C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5006189" y="896112"/>
            <a:ext cx="169882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82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5006189" y="896112"/>
            <a:ext cx="169882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فُولٌ</a:t>
            </a:r>
            <a:endParaRPr lang="ar-SA" sz="4600" dirty="0"/>
          </a:p>
        </p:txBody>
      </p:sp>
      <p:sp>
        <p:nvSpPr>
          <p:cNvPr id="14" name="C2 W2 pill"/>
          <p:cNvSpPr/>
          <p:nvPr/>
        </p:nvSpPr>
        <p:spPr>
          <a:xfrm>
            <a:off x="2438989" y="896112"/>
            <a:ext cx="224716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82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438989" y="896112"/>
            <a:ext cx="224716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وَخُبۡزٌ</a:t>
            </a:r>
            <a:endParaRPr lang="ar-SA" sz="46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7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749176" y="2834640"/>
            <a:ext cx="364564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749176" y="2834640"/>
            <a:ext cx="364564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فُولٌ وَخُبۡزٌ</a:t>
            </a:r>
            <a:endParaRPr lang="ar-SA" sz="47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7C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877996" y="896112"/>
            <a:ext cx="186498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50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877996" y="896112"/>
            <a:ext cx="186498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يَقُومُ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401016" y="896112"/>
            <a:ext cx="215694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0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401016" y="896112"/>
            <a:ext cx="215694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وَيَقُولُ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710377" y="2834640"/>
            <a:ext cx="372324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710377" y="2834640"/>
            <a:ext cx="372324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يَقُومُ وَيَقُولُ</a:t>
            </a:r>
            <a:endParaRPr lang="ar-SA" sz="47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D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9ED5E"/>
          </a:solidFill>
          <a:ln w="12700">
            <a:solidFill>
              <a:srgbClr val="D9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782464" y="896112"/>
            <a:ext cx="184966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4E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782464" y="896112"/>
            <a:ext cx="184966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يَفُوزُ</a:t>
            </a:r>
            <a:endParaRPr lang="ar-SA" sz="4600" dirty="0"/>
          </a:p>
        </p:txBody>
      </p:sp>
      <p:sp>
        <p:nvSpPr>
          <p:cNvPr id="20" name="C2 W2 pill"/>
          <p:cNvSpPr/>
          <p:nvPr/>
        </p:nvSpPr>
        <p:spPr>
          <a:xfrm>
            <a:off x="2511871" y="896112"/>
            <a:ext cx="195055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E36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511871" y="896112"/>
            <a:ext cx="195055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فَرِيقٌ</a:t>
            </a:r>
            <a:endParaRPr lang="ar-SA" sz="46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857929" y="2834640"/>
            <a:ext cx="342814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857929" y="2834640"/>
            <a:ext cx="342814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يَفُوزُ فَرِيقٌ</a:t>
            </a:r>
            <a:endParaRPr lang="ar-SA" sz="47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122</Slides>
  <Notes>122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122</vt:i4>
      </vt:variant>
    </vt:vector>
  </HeadingPairs>
  <TitlesOfParts>
    <vt:vector size="1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with waw 11-fa-qaf</dc:title>
  <dc:subject>PptxGenJS Presentation</dc:subject>
  <dc:creator>PptxGenJS</dc:creator>
  <cp:lastModifiedBy>PptxGenJS</cp:lastModifiedBy>
  <cp:revision>1</cp:revision>
  <dcterms:created xsi:type="dcterms:W3CDTF">2026-10-21T18:02:10Z</dcterms:created>
  <dcterms:modified xsi:type="dcterms:W3CDTF">2026-10-21T18:02:10Z</dcterms:modified>
</cp:coreProperties>
</file>