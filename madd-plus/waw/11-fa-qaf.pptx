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</p:sldIdLst>
  <p:notesMasterIdLst>
    <p:notesMasterId r:id="rId1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82578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5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82578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40112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5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2036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</a:t>
            </a:r>
            <a:endParaRPr lang="ar-SA" sz="83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0"/>
          </a:solidFill>
          <a:ln w="12700">
            <a:solidFill>
              <a:srgbClr val="5EED7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D"/>
          </a:solidFill>
          <a:ln w="12700">
            <a:solidFill>
              <a:srgbClr val="E052B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BDB70"/>
          </a:solidFill>
          <a:ln w="12700">
            <a:solidFill>
              <a:srgbClr val="8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F85"/>
          </a:solidFill>
          <a:ln w="12700">
            <a:solidFill>
              <a:srgbClr val="477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فُوبَ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3D864"/>
          </a:solidFill>
          <a:ln w="12700">
            <a:solidFill>
              <a:srgbClr val="A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9D147"/>
          </a:solidFill>
          <a:ln w="12700">
            <a:solidFill>
              <a:srgbClr val="A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فُوتَ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فُوثَ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F34"/>
          </a:solidFill>
          <a:ln w="12700">
            <a:solidFill>
              <a:srgbClr val="795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فُوجَ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فُوحَ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0ED"/>
          </a:solidFill>
          <a:ln w="12700">
            <a:solidFill>
              <a:srgbClr val="5E7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فُوخَ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E052"/>
          </a:solidFill>
          <a:ln w="12700">
            <a:solidFill>
              <a:srgbClr val="E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6DB"/>
          </a:solidFill>
          <a:ln w="12700">
            <a:solidFill>
              <a:srgbClr val="70A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4785"/>
          </a:solidFill>
          <a:ln w="12700">
            <a:solidFill>
              <a:srgbClr val="7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فُودَ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0D8"/>
          </a:solidFill>
          <a:ln w="12700">
            <a:solidFill>
              <a:srgbClr val="64C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BD1"/>
          </a:solidFill>
          <a:ln w="12700">
            <a:solidFill>
              <a:srgbClr val="47C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فُوذَ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فُورَ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642B"/>
          </a:solidFill>
          <a:ln w="12700">
            <a:solidFill>
              <a:srgbClr val="3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E"/>
          </a:solidFill>
          <a:ln w="12700">
            <a:solidFill>
              <a:srgbClr val="3479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فُوزَ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فُوسَ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4"/>
          </a:solidFill>
          <a:ln w="12700">
            <a:solidFill>
              <a:srgbClr val="ED5E9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81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81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فُوشَ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D"/>
          </a:solidFill>
          <a:ln w="12700">
            <a:solidFill>
              <a:srgbClr val="52E0B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0"/>
          </a:solidFill>
          <a:ln w="12700">
            <a:solidFill>
              <a:srgbClr val="DB70C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B47"/>
          </a:solidFill>
          <a:ln w="12700">
            <a:solidFill>
              <a:srgbClr val="856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88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88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فُوصَ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464D8"/>
          </a:solidFill>
          <a:ln w="12700">
            <a:solidFill>
              <a:srgbClr val="D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547D1"/>
          </a:solidFill>
          <a:ln w="12700">
            <a:solidFill>
              <a:srgbClr val="B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1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81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فُوضَ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فُوطَ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3479"/>
          </a:solidFill>
          <a:ln w="12700">
            <a:solidFill>
              <a:srgbClr val="3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فُوظَ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فُوعَ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7ED5E"/>
          </a:solidFill>
          <a:ln w="12700">
            <a:solidFill>
              <a:srgbClr val="B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86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86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فُوغَ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952E0"/>
          </a:solidFill>
          <a:ln w="12700">
            <a:solidFill>
              <a:srgbClr val="9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أَفُوبَ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764"/>
          </a:solidFill>
          <a:ln w="12700">
            <a:solidFill>
              <a:srgbClr val="D8B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247"/>
          </a:solidFill>
          <a:ln w="12700">
            <a:solidFill>
              <a:srgbClr val="D19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24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بَفُوتَ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524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تَفُوثَ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E"/>
          </a:solidFill>
          <a:ln w="12700">
            <a:solidFill>
              <a:srgbClr val="642B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C"/>
          </a:solidFill>
          <a:ln w="12700">
            <a:solidFill>
              <a:srgbClr val="7934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43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ثَفُوجَ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43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جَفُوحَ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BED"/>
          </a:solidFill>
          <a:ln w="12700">
            <a:solidFill>
              <a:srgbClr val="5ED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373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373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43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حَفُوخَ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652"/>
          </a:solidFill>
          <a:ln w="12700">
            <a:solidFill>
              <a:srgbClr val="E07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1"/>
          </a:solidFill>
          <a:ln w="12700">
            <a:solidFill>
              <a:srgbClr val="70DB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4785"/>
          </a:solidFill>
          <a:ln w="12700">
            <a:solidFill>
              <a:srgbClr val="4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373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373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42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خَفُودَ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A"/>
          </a:solidFill>
          <a:ln w="12700">
            <a:solidFill>
              <a:srgbClr val="64D8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0"/>
          </a:solidFill>
          <a:ln w="12700">
            <a:solidFill>
              <a:srgbClr val="47D1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8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دَفُوذَ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88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ذَفُورَ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642B"/>
          </a:solidFill>
          <a:ln w="12700">
            <a:solidFill>
              <a:srgbClr val="5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7934"/>
          </a:solidFill>
          <a:ln w="12700">
            <a:solidFill>
              <a:srgbClr val="4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88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رَفُوزَ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78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زَفُوسَ</a:t>
            </a:r>
            <a:endParaRPr lang="ar-SA" sz="5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C5EED"/>
          </a:solidFill>
          <a:ln w="12700">
            <a:solidFill>
              <a:srgbClr val="D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311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311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90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سَفُوشَ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2"/>
          </a:solidFill>
          <a:ln w="12700">
            <a:solidFill>
              <a:srgbClr val="5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670DB"/>
          </a:solidFill>
          <a:ln w="12700">
            <a:solidFill>
              <a:srgbClr val="A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1"/>
          </a:solidFill>
          <a:ln w="12700">
            <a:solidFill>
              <a:srgbClr val="8547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311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311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90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شَفُوصَ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D64D8"/>
          </a:solidFill>
          <a:ln w="12700">
            <a:solidFill>
              <a:srgbClr val="7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E47D1"/>
          </a:solidFill>
          <a:ln w="12700">
            <a:solidFill>
              <a:srgbClr val="4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290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290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5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صَفُوضَ</a:t>
            </a:r>
            <a:endParaRPr lang="ar-SA" sz="4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290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290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504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ضَفُوطَ</a:t>
            </a:r>
            <a:endParaRPr lang="ar-SA" sz="5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F79"/>
          </a:solidFill>
          <a:ln w="12700">
            <a:solidFill>
              <a:srgbClr val="345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07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طَفُوظَ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93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3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3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50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ظَفُوعَ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85E"/>
          </a:solidFill>
          <a:ln w="12700">
            <a:solidFill>
              <a:srgbClr val="EDB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331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331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43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عَفُوغَ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5E0"/>
          </a:solidFill>
          <a:ln w="12700">
            <a:solidFill>
              <a:srgbClr val="527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C70"/>
          </a:solidFill>
          <a:ln w="12700">
            <a:solidFill>
              <a:srgbClr val="DB8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331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331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غَفُوأَ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8"/>
          </a:solidFill>
          <a:ln w="12700">
            <a:solidFill>
              <a:srgbClr val="D8646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3"/>
          </a:solidFill>
          <a:ln w="12700">
            <a:solidFill>
              <a:srgbClr val="D1476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0"/>
          </a:solidFill>
          <a:ln w="12700">
            <a:solidFill>
              <a:srgbClr val="7934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تَفُو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5"/>
          </a:solidFill>
          <a:ln w="12700">
            <a:solidFill>
              <a:srgbClr val="5EED9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جَفُو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8"/>
          </a:solidFill>
          <a:ln w="12700">
            <a:solidFill>
              <a:srgbClr val="E0529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1"/>
          </a:solidFill>
          <a:ln w="12700">
            <a:solidFill>
              <a:srgbClr val="70DB7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085"/>
          </a:solidFill>
          <a:ln w="12700">
            <a:solidFill>
              <a:srgbClr val="477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حَفُو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5D864"/>
          </a:solidFill>
          <a:ln w="12700">
            <a:solidFill>
              <a:srgbClr val="8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6D147"/>
          </a:solidFill>
          <a:ln w="12700">
            <a:solidFill>
              <a:srgbClr val="8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خَفُو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دَفُو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12B"/>
          </a:solidFill>
          <a:ln w="12700">
            <a:solidFill>
              <a:srgbClr val="644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134"/>
          </a:solidFill>
          <a:ln w="12700">
            <a:solidFill>
              <a:srgbClr val="797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ذَفُو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رَفُو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15EED"/>
          </a:solidFill>
          <a:ln w="12700">
            <a:solidFill>
              <a:srgbClr val="7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زَفُو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CE052"/>
          </a:solidFill>
          <a:ln w="12700">
            <a:solidFill>
              <a:srgbClr val="B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ADB"/>
          </a:solidFill>
          <a:ln w="12700">
            <a:solidFill>
              <a:srgbClr val="708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F"/>
          </a:solidFill>
          <a:ln w="12700">
            <a:solidFill>
              <a:srgbClr val="8547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2D8"/>
          </a:solidFill>
          <a:ln w="12700">
            <a:solidFill>
              <a:srgbClr val="64A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8D1"/>
          </a:solidFill>
          <a:ln w="12700">
            <a:solidFill>
              <a:srgbClr val="47A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1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1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شَفُو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88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881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2"/>
          </a:solidFill>
          <a:ln w="12700">
            <a:solidFill>
              <a:srgbClr val="2B64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0"/>
          </a:solidFill>
          <a:ln w="12700">
            <a:solidFill>
              <a:srgbClr val="3479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81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819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ضَفُو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طَفُو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F"/>
          </a:solidFill>
          <a:ln w="12700">
            <a:solidFill>
              <a:srgbClr val="ED5E6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ظَفُو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FE0"/>
          </a:solidFill>
          <a:ln w="12700">
            <a:solidFill>
              <a:srgbClr val="52D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5"/>
          </a:solidFill>
          <a:ln w="12700">
            <a:solidFill>
              <a:srgbClr val="DB70A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33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90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عَفُو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F"/>
          </a:solidFill>
          <a:ln w="12700">
            <a:solidFill>
              <a:srgbClr val="D864B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A"/>
          </a:solidFill>
          <a:ln w="12700">
            <a:solidFill>
              <a:srgbClr val="D147C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6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61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غَفُو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2142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7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72142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933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7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62036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264"/>
          </a:solidFill>
          <a:ln w="12700">
            <a:solidFill>
              <a:srgbClr val="2B3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3479"/>
          </a:solidFill>
          <a:ln w="12700">
            <a:solidFill>
              <a:srgbClr val="4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قُوأَ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قُوبَ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3ED5E"/>
          </a:solidFill>
          <a:ln w="12700">
            <a:solidFill>
              <a:srgbClr val="9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قُوتَ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E52E0"/>
          </a:solidFill>
          <a:ln w="12700">
            <a:solidFill>
              <a:srgbClr val="B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DB70"/>
          </a:solidFill>
          <a:ln w="12700">
            <a:solidFill>
              <a:srgbClr val="C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C"/>
          </a:solidFill>
          <a:ln w="12700">
            <a:solidFill>
              <a:srgbClr val="4785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قُوثَ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464"/>
          </a:solidFill>
          <a:ln w="12700">
            <a:solidFill>
              <a:srgbClr val="D8D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647"/>
          </a:solidFill>
          <a:ln w="12700">
            <a:solidFill>
              <a:srgbClr val="D1B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قُوجَ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6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قُوحَ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0"/>
          </a:solidFill>
          <a:ln w="12700">
            <a:solidFill>
              <a:srgbClr val="642B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D34"/>
          </a:solidFill>
          <a:ln w="12700">
            <a:solidFill>
              <a:srgbClr val="793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7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7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قُوخَ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قُودَ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6ED"/>
          </a:solidFill>
          <a:ln w="12700">
            <a:solidFill>
              <a:srgbClr val="5EB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قُوذَ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A52"/>
          </a:solidFill>
          <a:ln w="12700">
            <a:solidFill>
              <a:srgbClr val="E09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ADB"/>
          </a:solidFill>
          <a:ln w="12700">
            <a:solidFill>
              <a:srgbClr val="70D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4785"/>
          </a:solidFill>
          <a:ln w="12700">
            <a:solidFill>
              <a:srgbClr val="5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قُورَ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7"/>
          </a:solidFill>
          <a:ln w="12700">
            <a:solidFill>
              <a:srgbClr val="64D8B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3"/>
          </a:solidFill>
          <a:ln w="12700">
            <a:solidFill>
              <a:srgbClr val="47D19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قُوزَ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6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قُوسَ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56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56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قُوشَ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69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69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قُوصَ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A"/>
          </a:solidFill>
          <a:ln w="12700">
            <a:solidFill>
              <a:srgbClr val="ED5ED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56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56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قُوضَ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7"/>
          </a:solidFill>
          <a:ln w="12700">
            <a:solidFill>
              <a:srgbClr val="52E07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70DB"/>
          </a:solidFill>
          <a:ln w="12700">
            <a:solidFill>
              <a:srgbClr val="C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قُوطَ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64D8"/>
          </a:solidFill>
          <a:ln w="12700">
            <a:solidFill>
              <a:srgbClr val="9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147D1"/>
          </a:solidFill>
          <a:ln w="12700">
            <a:solidFill>
              <a:srgbClr val="7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قُوظَ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6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6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قُوعَ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64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64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2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قُوغَ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قُوفَ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D5E"/>
          </a:solidFill>
          <a:ln w="12700">
            <a:solidFill>
              <a:srgbClr val="EDD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أَقُوبَ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352E0"/>
          </a:solidFill>
          <a:ln w="12700">
            <a:solidFill>
              <a:srgbClr val="5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770"/>
          </a:solidFill>
          <a:ln w="12700">
            <a:solidFill>
              <a:srgbClr val="DBA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24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بَقُوتَ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D64"/>
          </a:solidFill>
          <a:ln w="12700">
            <a:solidFill>
              <a:srgbClr val="D87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F47"/>
          </a:solidFill>
          <a:ln w="12700">
            <a:solidFill>
              <a:srgbClr val="D14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24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تَقُوثَ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43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ثَقُوجَ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F"/>
          </a:solidFill>
          <a:ln w="12700">
            <a:solidFill>
              <a:srgbClr val="7934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43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جَقُوحَ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4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4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43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حَقُوخَ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9"/>
          </a:solidFill>
          <a:ln w="12700">
            <a:solidFill>
              <a:srgbClr val="5EED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74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74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42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خَقُودَ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4"/>
          </a:solidFill>
          <a:ln w="12700">
            <a:solidFill>
              <a:srgbClr val="E052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C"/>
          </a:solidFill>
          <a:ln w="12700">
            <a:solidFill>
              <a:srgbClr val="70DB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88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دَقُوذَ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7D864"/>
          </a:solidFill>
          <a:ln w="12700">
            <a:solidFill>
              <a:srgbClr val="6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2D147"/>
          </a:solidFill>
          <a:ln w="12700">
            <a:solidFill>
              <a:srgbClr val="6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8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ذَقُورَ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881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رَقُوزَ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7934"/>
          </a:solidFill>
          <a:ln w="12700">
            <a:solidFill>
              <a:srgbClr val="7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778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زَقُوسَ</a:t>
            </a:r>
            <a:endParaRPr lang="ar-SA" sz="5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28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28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90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سَقُوشَ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65EED"/>
          </a:solidFill>
          <a:ln w="12700">
            <a:solidFill>
              <a:srgbClr val="9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728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728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90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شَقُوصَ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7E052"/>
          </a:solidFill>
          <a:ln w="12700">
            <a:solidFill>
              <a:srgbClr val="9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270DB"/>
          </a:solidFill>
          <a:ln w="12700">
            <a:solidFill>
              <a:srgbClr val="7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F"/>
          </a:solidFill>
          <a:ln w="12700">
            <a:solidFill>
              <a:srgbClr val="8547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723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723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85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صَقُوضَ</a:t>
            </a:r>
            <a:endParaRPr lang="ar-SA" sz="4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4D8"/>
          </a:solidFill>
          <a:ln w="12700">
            <a:solidFill>
              <a:srgbClr val="648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5D1"/>
          </a:solidFill>
          <a:ln w="12700">
            <a:solidFill>
              <a:srgbClr val="478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23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23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04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ضَقُوطَ</a:t>
            </a:r>
            <a:endParaRPr lang="ar-SA" sz="5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507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طَقُوظَ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3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3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50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ظَقُوعَ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32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732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43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عَقُوغَ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25E"/>
          </a:solidFill>
          <a:ln w="12700">
            <a:solidFill>
              <a:srgbClr val="ED7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732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732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09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غَقُوفَ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BE0"/>
          </a:solidFill>
          <a:ln w="12700">
            <a:solidFill>
              <a:srgbClr val="52B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A"/>
          </a:solidFill>
          <a:ln w="12700">
            <a:solidFill>
              <a:srgbClr val="DB70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39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39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745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فَقُوأَ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1"/>
          </a:solidFill>
          <a:ln w="12700">
            <a:solidFill>
              <a:srgbClr val="D864A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7"/>
          </a:solidFill>
          <a:ln w="12700">
            <a:solidFill>
              <a:srgbClr val="D147A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تَقُو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EED5E"/>
          </a:solidFill>
          <a:ln w="12700">
            <a:solidFill>
              <a:srgbClr val="6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جَقُو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E"/>
          </a:solidFill>
          <a:ln w="12700">
            <a:solidFill>
              <a:srgbClr val="E052D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4DB70"/>
          </a:solidFill>
          <a:ln w="12700">
            <a:solidFill>
              <a:srgbClr val="A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حَقُو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ED864"/>
          </a:solidFill>
          <a:ln w="12700">
            <a:solidFill>
              <a:srgbClr val="B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9D147"/>
          </a:solidFill>
          <a:ln w="12700">
            <a:solidFill>
              <a:srgbClr val="C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7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7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خَقُو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دَقُو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F34"/>
          </a:solidFill>
          <a:ln w="12700">
            <a:solidFill>
              <a:srgbClr val="794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ذَقُو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رَقُو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2ED"/>
          </a:solidFill>
          <a:ln w="12700">
            <a:solidFill>
              <a:srgbClr val="5E9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زَقُو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F52"/>
          </a:solidFill>
          <a:ln w="12700">
            <a:solidFill>
              <a:srgbClr val="E0B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FDB"/>
          </a:solidFill>
          <a:ln w="12700">
            <a:solidFill>
              <a:srgbClr val="70B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5"/>
          </a:solidFill>
          <a:ln w="12700">
            <a:solidFill>
              <a:srgbClr val="64D8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6"/>
          </a:solidFill>
          <a:ln w="12700">
            <a:solidFill>
              <a:srgbClr val="47D1B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56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56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شَقُو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69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69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56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56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ضَقُو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طَقُو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5"/>
          </a:solidFill>
          <a:ln w="12700">
            <a:solidFill>
              <a:srgbClr val="ED5EB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ظَقُو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B"/>
          </a:solidFill>
          <a:ln w="12700">
            <a:solidFill>
              <a:srgbClr val="52E09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A"/>
          </a:solidFill>
          <a:ln w="12700">
            <a:solidFill>
              <a:srgbClr val="DB70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عَقُو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64D8"/>
          </a:solidFill>
          <a:ln w="12700">
            <a:solidFill>
              <a:srgbClr val="B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47D1"/>
          </a:solidFill>
          <a:ln w="12700">
            <a:solidFill>
              <a:srgbClr val="9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64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64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غَقُو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78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52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فَقُو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30900" y="896112"/>
            <a:ext cx="16988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2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30900" y="896112"/>
            <a:ext cx="16988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فُولٌ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614277" y="896112"/>
            <a:ext cx="18965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14277" y="896112"/>
            <a:ext cx="18965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وَخُبْزٌ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28275" y="2834640"/>
            <a:ext cx="328745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28275" y="2834640"/>
            <a:ext cx="328745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فُولٌ وَخُبْزٌ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77996" y="896112"/>
            <a:ext cx="18649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0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77996" y="896112"/>
            <a:ext cx="18649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يَقُومُ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01016" y="896112"/>
            <a:ext cx="21569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0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01016" y="896112"/>
            <a:ext cx="21569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وَيَقُولُ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10377" y="2834640"/>
            <a:ext cx="37232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10377" y="2834640"/>
            <a:ext cx="37232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يَقُومُ وَيَقُولُ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ED5E"/>
          </a:solidFill>
          <a:ln w="12700">
            <a:solidFill>
              <a:srgbClr val="D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82464" y="896112"/>
            <a:ext cx="18496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E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82464" y="896112"/>
            <a:ext cx="18496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يَفُوزُ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11871" y="896112"/>
            <a:ext cx="195055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E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11871" y="896112"/>
            <a:ext cx="195055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فَرِيقٌ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57929" y="2834640"/>
            <a:ext cx="342814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57929" y="2834640"/>
            <a:ext cx="342814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يَفُوزُ فَرِيقٌ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122</Slides>
  <Notes>122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11-fa-qaf</dc:title>
  <dc:subject>PptxGenJS Presentation</dc:subject>
  <dc:creator>PptxGenJS</dc:creator>
  <cp:lastModifiedBy>PptxGenJS</cp:lastModifiedBy>
  <cp:revision>1</cp:revision>
  <dcterms:created xsi:type="dcterms:W3CDTF">2026-10-21T17:57:54Z</dcterms:created>
  <dcterms:modified xsi:type="dcterms:W3CDTF">2026-10-21T17:57:54Z</dcterms:modified>
</cp:coreProperties>
</file>