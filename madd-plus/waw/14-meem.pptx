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DD8"/>
          </a:solidFill>
          <a:ln w="12700">
            <a:solidFill>
              <a:srgbClr val="64B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8D1"/>
          </a:solidFill>
          <a:ln w="12700">
            <a:solidFill>
              <a:srgbClr val="47C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3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3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33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7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662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050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</a:t>
            </a:r>
            <a:endParaRPr lang="ar-SA" sz="10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13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مُوبَ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2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0"/>
          </a:solidFill>
          <a:ln w="12700">
            <a:solidFill>
              <a:srgbClr val="ED5E9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87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87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0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مُوثَ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0"/>
          </a:solidFill>
          <a:ln w="12700">
            <a:solidFill>
              <a:srgbClr val="52E0C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E"/>
          </a:solidFill>
          <a:ln w="12700">
            <a:solidFill>
              <a:srgbClr val="DB70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485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مُوجَ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664D8"/>
          </a:solidFill>
          <a:ln w="12700">
            <a:solidFill>
              <a:srgbClr val="D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847D1"/>
          </a:solidFill>
          <a:ln w="12700">
            <a:solidFill>
              <a:srgbClr val="B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485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مُوحَ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96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96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F64"/>
          </a:solidFill>
          <a:ln w="12700">
            <a:solidFill>
              <a:srgbClr val="2B3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3479"/>
          </a:solidFill>
          <a:ln w="12700">
            <a:solidFill>
              <a:srgbClr val="3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0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4ED5E"/>
          </a:solidFill>
          <a:ln w="12700">
            <a:solidFill>
              <a:srgbClr val="B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0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D52E0"/>
          </a:solidFill>
          <a:ln w="12700">
            <a:solidFill>
              <a:srgbClr val="9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DB70"/>
          </a:solidFill>
          <a:ln w="12700">
            <a:solidFill>
              <a:srgbClr val="D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D"/>
          </a:solidFill>
          <a:ln w="12700">
            <a:solidFill>
              <a:srgbClr val="4785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964"/>
          </a:solidFill>
          <a:ln w="12700">
            <a:solidFill>
              <a:srgbClr val="D8B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647"/>
          </a:solidFill>
          <a:ln w="12700">
            <a:solidFill>
              <a:srgbClr val="D19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3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مُوسَ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01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مُوشَ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B"/>
          </a:solidFill>
          <a:ln w="12700">
            <a:solidFill>
              <a:srgbClr val="7934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8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18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81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مُوصَ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05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مُوضَ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7ED"/>
          </a:solidFill>
          <a:ln w="12700">
            <a:solidFill>
              <a:srgbClr val="5ED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مُوطَ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952"/>
          </a:solidFill>
          <a:ln w="12700">
            <a:solidFill>
              <a:srgbClr val="E07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مُوظَ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C"/>
          </a:solidFill>
          <a:ln w="12700">
            <a:solidFill>
              <a:srgbClr val="64D8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3"/>
          </a:solidFill>
          <a:ln w="12700">
            <a:solidFill>
              <a:srgbClr val="47D1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66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مُوعَ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3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مُوفَ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9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9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مُوقَ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5EED"/>
          </a:solidFill>
          <a:ln w="12700">
            <a:solidFill>
              <a:srgbClr val="D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مُوكَ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6"/>
          </a:solidFill>
          <a:ln w="12700">
            <a:solidFill>
              <a:srgbClr val="52E0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64D8"/>
          </a:solidFill>
          <a:ln w="12700">
            <a:solidFill>
              <a:srgbClr val="7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147D1"/>
          </a:solidFill>
          <a:ln w="12700">
            <a:solidFill>
              <a:srgbClr val="5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أَمُوبَ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95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بَمُوتَ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1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تَمُوثَ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ثَمُوجَ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C5E"/>
          </a:solidFill>
          <a:ln w="12700">
            <a:solidFill>
              <a:srgbClr val="EDB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932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جَمُوحَ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1E0"/>
          </a:solidFill>
          <a:ln w="12700">
            <a:solidFill>
              <a:srgbClr val="527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E70"/>
          </a:solidFill>
          <a:ln w="12700">
            <a:solidFill>
              <a:srgbClr val="DB8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2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2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4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حَمُوخَ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5"/>
          </a:solidFill>
          <a:ln w="12700">
            <a:solidFill>
              <a:srgbClr val="D864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0"/>
          </a:solidFill>
          <a:ln w="12700">
            <a:solidFill>
              <a:srgbClr val="D147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2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2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38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خَمُودَ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دَمُوذَ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92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ذَمُورَ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49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رَمُوزَ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8"/>
          </a:solidFill>
          <a:ln w="12700">
            <a:solidFill>
              <a:srgbClr val="5EED9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7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7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76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زَمُوسَ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5"/>
          </a:solidFill>
          <a:ln w="12700">
            <a:solidFill>
              <a:srgbClr val="E052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3"/>
          </a:solidFill>
          <a:ln w="12700">
            <a:solidFill>
              <a:srgbClr val="70DB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8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8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سَمُوشَ</a:t>
            </a:r>
            <a:endParaRPr lang="ar-SA" sz="4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D864"/>
          </a:solidFill>
          <a:ln w="12700">
            <a:solidFill>
              <a:srgbClr val="8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D147"/>
          </a:solidFill>
          <a:ln w="12700">
            <a:solidFill>
              <a:srgbClr val="8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8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86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6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شَمُوصَ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88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صَمُوضَ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07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ضَمُوطَ</a:t>
            </a:r>
            <a:endParaRPr lang="ar-SA" sz="5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2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06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طَمُوظَ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5EED"/>
          </a:solidFill>
          <a:ln w="12700">
            <a:solidFill>
              <a:srgbClr val="7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55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55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73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ظَمُوعَ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E052"/>
          </a:solidFill>
          <a:ln w="12700">
            <a:solidFill>
              <a:srgbClr val="B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6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6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عَمُوغَ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FD8"/>
          </a:solidFill>
          <a:ln w="12700">
            <a:solidFill>
              <a:srgbClr val="649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6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6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59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غَمُوفَ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55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55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7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فَمُوقَ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3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3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68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قَمُوكَ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7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7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13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كَمُولَ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7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7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لَمُوأَ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CE0"/>
          </a:solidFill>
          <a:ln w="12700">
            <a:solidFill>
              <a:srgbClr val="52D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2"/>
          </a:solidFill>
          <a:ln w="12700">
            <a:solidFill>
              <a:srgbClr val="DB70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أَمُو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C"/>
          </a:solidFill>
          <a:ln w="12700">
            <a:solidFill>
              <a:srgbClr val="D864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7"/>
          </a:solidFill>
          <a:ln w="12700">
            <a:solidFill>
              <a:srgbClr val="D147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24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تَمُو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87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87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65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جَمُو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ED5E"/>
          </a:solidFill>
          <a:ln w="12700">
            <a:solidFill>
              <a:srgbClr val="8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65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حَمُو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DB70"/>
          </a:solidFill>
          <a:ln w="12700">
            <a:solidFill>
              <a:srgbClr val="B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96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96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خَمُو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947"/>
          </a:solidFill>
          <a:ln w="12700">
            <a:solidFill>
              <a:srgbClr val="D1B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0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دَمُو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ذَمُو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0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رَمُو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زَمُو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3ED"/>
          </a:solidFill>
          <a:ln w="12700">
            <a:solidFill>
              <a:srgbClr val="5EB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8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E52"/>
          </a:solidFill>
          <a:ln w="12700">
            <a:solidFill>
              <a:srgbClr val="E09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9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شَمُو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7"/>
          </a:solidFill>
          <a:ln w="12700">
            <a:solidFill>
              <a:srgbClr val="47D1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18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18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صَمُو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08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36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ضَمُو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7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طَمُو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7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ظَمُو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5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عَمُو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A"/>
          </a:solidFill>
          <a:ln w="12700">
            <a:solidFill>
              <a:srgbClr val="52E0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3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3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غَمُو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31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09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09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قَمُو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6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كَمُو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52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لَمُو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05E"/>
          </a:solidFill>
          <a:ln w="12700">
            <a:solidFill>
              <a:srgbClr val="EDE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95408" y="896112"/>
            <a:ext cx="19428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6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95408" y="896112"/>
            <a:ext cx="19428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يَمُوجُ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605698" y="896112"/>
            <a:ext cx="16696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05698" y="896112"/>
            <a:ext cx="16696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بَحْرٌ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956907" y="2834640"/>
            <a:ext cx="323018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956907" y="2834640"/>
            <a:ext cx="323018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يَمُوجُ بَحْرٌ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52E0"/>
          </a:solidFill>
          <a:ln w="12700">
            <a:solidFill>
              <a:srgbClr val="5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11482" y="896112"/>
            <a:ext cx="18649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9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11482" y="896112"/>
            <a:ext cx="18649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يَقُومُ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67530" y="896112"/>
            <a:ext cx="18239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9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7530" y="896112"/>
            <a:ext cx="18239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4923" y="2834640"/>
            <a:ext cx="33341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4923" y="2834640"/>
            <a:ext cx="33341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يَقُومُ رَجُلٌ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247"/>
          </a:solidFill>
          <a:ln w="12700">
            <a:solidFill>
              <a:srgbClr val="D15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4676" y="896112"/>
            <a:ext cx="15694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B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4676" y="896112"/>
            <a:ext cx="15694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ثُومٌ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19858" y="896112"/>
            <a:ext cx="20147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B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9858" y="896112"/>
            <a:ext cx="20147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وَتُوتٌ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48204" y="2834640"/>
            <a:ext cx="32475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48204" y="2834640"/>
            <a:ext cx="32475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ثُومٌ وَتُوتٌ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14-meem</dc:title>
  <dc:subject>PptxGenJS Presentation</dc:subject>
  <dc:creator>PptxGenJS</dc:creator>
  <cp:lastModifiedBy>PptxGenJS</cp:lastModifiedBy>
  <cp:revision>1</cp:revision>
  <dcterms:created xsi:type="dcterms:W3CDTF">2026-10-21T17:57:54Z</dcterms:created>
  <dcterms:modified xsi:type="dcterms:W3CDTF">2026-10-21T17:57:54Z</dcterms:modified>
</cp:coreProperties>
</file>