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</p:sldIdLst>
  <p:notesMasterIdLst>
    <p:notesMasterId r:id="rId7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notesMaster" Target="notesMasters/notesMaster1.xml"/><Relationship Id="rId76" Type="http://schemas.openxmlformats.org/officeDocument/2006/relationships/presProps" Target="presProps.xml"/><Relationship Id="rId77" Type="http://schemas.openxmlformats.org/officeDocument/2006/relationships/viewProps" Target="viewProps.xml"/><Relationship Id="rId78" Type="http://schemas.openxmlformats.org/officeDocument/2006/relationships/theme" Target="theme/theme1.xml"/><Relationship Id="rId7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DD8"/>
          </a:solidFill>
          <a:ln w="12700">
            <a:solidFill>
              <a:srgbClr val="64B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8D1"/>
          </a:solidFill>
          <a:ln w="12700">
            <a:solidFill>
              <a:srgbClr val="47C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3307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3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53307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73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36626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4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40500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</a:t>
            </a:r>
            <a:endParaRPr lang="ar-SA" sz="107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1642B"/>
          </a:solidFill>
          <a:ln w="12700">
            <a:solidFill>
              <a:srgbClr val="3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0"/>
          </a:solidFill>
          <a:ln w="12700">
            <a:solidFill>
              <a:srgbClr val="34795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13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مُوبَ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32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مُوتَ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0"/>
          </a:solidFill>
          <a:ln w="12700">
            <a:solidFill>
              <a:srgbClr val="ED5E9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87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87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105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مُوثَ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0"/>
          </a:solidFill>
          <a:ln w="12700">
            <a:solidFill>
              <a:srgbClr val="52E0C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E"/>
          </a:solidFill>
          <a:ln w="12700">
            <a:solidFill>
              <a:srgbClr val="DB70B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D47"/>
          </a:solidFill>
          <a:ln w="12700">
            <a:solidFill>
              <a:srgbClr val="856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485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مُوجَ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664D8"/>
          </a:solidFill>
          <a:ln w="12700">
            <a:solidFill>
              <a:srgbClr val="D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847D1"/>
          </a:solidFill>
          <a:ln w="12700">
            <a:solidFill>
              <a:srgbClr val="B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485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مُوحَ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96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96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F64"/>
          </a:solidFill>
          <a:ln w="12700">
            <a:solidFill>
              <a:srgbClr val="2B3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E3479"/>
          </a:solidFill>
          <a:ln w="12700">
            <a:solidFill>
              <a:srgbClr val="3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201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مُوذَ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4ED5E"/>
          </a:solidFill>
          <a:ln w="12700">
            <a:solidFill>
              <a:srgbClr val="B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201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D52E0"/>
          </a:solidFill>
          <a:ln w="12700">
            <a:solidFill>
              <a:srgbClr val="9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F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8DB70"/>
          </a:solidFill>
          <a:ln w="12700">
            <a:solidFill>
              <a:srgbClr val="D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D"/>
          </a:solidFill>
          <a:ln w="12700">
            <a:solidFill>
              <a:srgbClr val="47855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964"/>
          </a:solidFill>
          <a:ln w="12700">
            <a:solidFill>
              <a:srgbClr val="D8B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647"/>
          </a:solidFill>
          <a:ln w="12700">
            <a:solidFill>
              <a:srgbClr val="D19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52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52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3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مُوسَ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8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8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01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مُوشَ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D"/>
          </a:solidFill>
          <a:ln w="12700">
            <a:solidFill>
              <a:srgbClr val="642B4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B"/>
          </a:solidFill>
          <a:ln w="12700">
            <a:solidFill>
              <a:srgbClr val="79343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18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18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81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مُوصَ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8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8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058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مُوضَ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7ED"/>
          </a:solidFill>
          <a:ln w="12700">
            <a:solidFill>
              <a:srgbClr val="5ED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مُوطَ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952"/>
          </a:solidFill>
          <a:ln w="12700">
            <a:solidFill>
              <a:srgbClr val="E07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3"/>
          </a:solidFill>
          <a:ln w="12700">
            <a:solidFill>
              <a:srgbClr val="70DBC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E4785"/>
          </a:solidFill>
          <a:ln w="12700">
            <a:solidFill>
              <a:srgbClr val="4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مُوظَ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C"/>
          </a:solidFill>
          <a:ln w="12700">
            <a:solidFill>
              <a:srgbClr val="64D89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3"/>
          </a:solidFill>
          <a:ln w="12700">
            <a:solidFill>
              <a:srgbClr val="47D17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31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31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766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مُوعَ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3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3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642B"/>
          </a:solidFill>
          <a:ln w="12700">
            <a:solidFill>
              <a:srgbClr val="5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C7934"/>
          </a:solidFill>
          <a:ln w="12700">
            <a:solidFill>
              <a:srgbClr val="4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31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31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مُوفَ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09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09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مُوقَ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F5EED"/>
          </a:solidFill>
          <a:ln w="12700">
            <a:solidFill>
              <a:srgbClr val="D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54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مُوكَ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6"/>
          </a:solidFill>
          <a:ln w="12700">
            <a:solidFill>
              <a:srgbClr val="52E05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970DB"/>
          </a:solidFill>
          <a:ln w="12700">
            <a:solidFill>
              <a:srgbClr val="A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0"/>
          </a:solidFill>
          <a:ln w="12700">
            <a:solidFill>
              <a:srgbClr val="85475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52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52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F64D8"/>
          </a:solidFill>
          <a:ln w="12700">
            <a:solidFill>
              <a:srgbClr val="7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147D1"/>
          </a:solidFill>
          <a:ln w="12700">
            <a:solidFill>
              <a:srgbClr val="5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أَمُوبَ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6954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بَمُوتَ</a:t>
            </a:r>
            <a:endParaRPr lang="ar-SA" sz="6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E"/>
          </a:solidFill>
          <a:ln w="12700">
            <a:solidFill>
              <a:srgbClr val="2B645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D79"/>
          </a:solidFill>
          <a:ln w="12700">
            <a:solidFill>
              <a:srgbClr val="345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11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تَمُوثَ</a:t>
            </a:r>
            <a:endParaRPr lang="ar-SA" sz="6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ثَمُوجَ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C5E"/>
          </a:solidFill>
          <a:ln w="12700">
            <a:solidFill>
              <a:srgbClr val="EDB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5932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جَمُوحَ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1E0"/>
          </a:solidFill>
          <a:ln w="12700">
            <a:solidFill>
              <a:srgbClr val="527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E70"/>
          </a:solidFill>
          <a:ln w="12700">
            <a:solidFill>
              <a:srgbClr val="DB8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F8547"/>
          </a:solidFill>
          <a:ln w="12700">
            <a:solidFill>
              <a:srgbClr val="5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2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72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4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حَمُوخَ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5"/>
          </a:solidFill>
          <a:ln w="12700">
            <a:solidFill>
              <a:srgbClr val="D8646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0"/>
          </a:solidFill>
          <a:ln w="12700">
            <a:solidFill>
              <a:srgbClr val="D1476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2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2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381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خَمُودَ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دَمُوذَ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02B64"/>
          </a:solidFill>
          <a:ln w="12700">
            <a:solidFill>
              <a:srgbClr val="5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F"/>
          </a:solidFill>
          <a:ln w="12700">
            <a:solidFill>
              <a:srgbClr val="7934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927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ذَمُورَ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497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رَمُوزَ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8"/>
          </a:solidFill>
          <a:ln w="12700">
            <a:solidFill>
              <a:srgbClr val="5EED9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7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7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76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زَمُوسَ</a:t>
            </a:r>
            <a:endParaRPr lang="ar-SA" sz="5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5"/>
          </a:solidFill>
          <a:ln w="12700">
            <a:solidFill>
              <a:srgbClr val="E0529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3"/>
          </a:solidFill>
          <a:ln w="12700">
            <a:solidFill>
              <a:srgbClr val="70DB7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E85"/>
          </a:solidFill>
          <a:ln w="12700">
            <a:solidFill>
              <a:srgbClr val="476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86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786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742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سَمُوشَ</a:t>
            </a:r>
            <a:endParaRPr lang="ar-SA" sz="4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2D864"/>
          </a:solidFill>
          <a:ln w="12700">
            <a:solidFill>
              <a:srgbClr val="8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2D147"/>
          </a:solidFill>
          <a:ln w="12700">
            <a:solidFill>
              <a:srgbClr val="8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86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86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764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شَمُوصَ</a:t>
            </a:r>
            <a:endParaRPr lang="ar-SA" sz="4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088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صَمُوضَ</a:t>
            </a:r>
            <a:endParaRPr lang="ar-SA" sz="4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22B"/>
          </a:solidFill>
          <a:ln w="12700">
            <a:solidFill>
              <a:srgbClr val="644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334"/>
          </a:solidFill>
          <a:ln w="12700">
            <a:solidFill>
              <a:srgbClr val="797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807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079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ضَمُوطَ</a:t>
            </a:r>
            <a:endParaRPr lang="ar-SA" sz="5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12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06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طَمُوظَ</a:t>
            </a:r>
            <a:endParaRPr lang="ar-SA" sz="5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55EED"/>
          </a:solidFill>
          <a:ln w="12700">
            <a:solidFill>
              <a:srgbClr val="7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55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55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7356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ظَمُوعَ</a:t>
            </a:r>
            <a:endParaRPr lang="ar-SA" sz="5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8E052"/>
          </a:solidFill>
          <a:ln w="12700">
            <a:solidFill>
              <a:srgbClr val="B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8DB"/>
          </a:solidFill>
          <a:ln w="12700">
            <a:solidFill>
              <a:srgbClr val="708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E"/>
          </a:solidFill>
          <a:ln w="12700">
            <a:solidFill>
              <a:srgbClr val="85477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6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76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عَمُوغَ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FD8"/>
          </a:solidFill>
          <a:ln w="12700">
            <a:solidFill>
              <a:srgbClr val="649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5D1"/>
          </a:solidFill>
          <a:ln w="12700">
            <a:solidFill>
              <a:srgbClr val="47A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6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6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593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غَمُوفَ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55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55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47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فَمُوقَ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4"/>
          </a:solidFill>
          <a:ln w="12700">
            <a:solidFill>
              <a:srgbClr val="2B643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2"/>
          </a:solidFill>
          <a:ln w="12700">
            <a:solidFill>
              <a:srgbClr val="34796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3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3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68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قَمُوكَ</a:t>
            </a:r>
            <a:endParaRPr lang="ar-SA" sz="6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7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7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13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كَمُولَ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C"/>
          </a:solidFill>
          <a:ln w="12700">
            <a:solidFill>
              <a:srgbClr val="ED5E6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7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7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لَمُوأَ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CE0"/>
          </a:solidFill>
          <a:ln w="12700">
            <a:solidFill>
              <a:srgbClr val="52D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2"/>
          </a:solidFill>
          <a:ln w="12700">
            <a:solidFill>
              <a:srgbClr val="DB70A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C47"/>
          </a:solidFill>
          <a:ln w="12700">
            <a:solidFill>
              <a:srgbClr val="857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أَمُو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C"/>
          </a:solidFill>
          <a:ln w="12700">
            <a:solidFill>
              <a:srgbClr val="D864B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7"/>
          </a:solidFill>
          <a:ln w="12700">
            <a:solidFill>
              <a:srgbClr val="D147C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224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بَمُو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تَمُو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064"/>
          </a:solidFill>
          <a:ln w="12700">
            <a:solidFill>
              <a:srgbClr val="2B3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03479"/>
          </a:solidFill>
          <a:ln w="12700">
            <a:solidFill>
              <a:srgbClr val="5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887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887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ثَمُو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265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جَمُو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FED5E"/>
          </a:solidFill>
          <a:ln w="12700">
            <a:solidFill>
              <a:srgbClr val="8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265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حَمُو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152E0"/>
          </a:solidFill>
          <a:ln w="12700">
            <a:solidFill>
              <a:srgbClr val="C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DDB70"/>
          </a:solidFill>
          <a:ln w="12700">
            <a:solidFill>
              <a:srgbClr val="B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D"/>
          </a:solidFill>
          <a:ln w="12700">
            <a:solidFill>
              <a:srgbClr val="47856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96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96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74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خَمُو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764"/>
          </a:solidFill>
          <a:ln w="12700">
            <a:solidFill>
              <a:srgbClr val="D8D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947"/>
          </a:solidFill>
          <a:ln w="12700">
            <a:solidFill>
              <a:srgbClr val="D1B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201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دَمُو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ذَمُو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E"/>
          </a:solidFill>
          <a:ln w="12700">
            <a:solidFill>
              <a:srgbClr val="642B3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F34"/>
          </a:solidFill>
          <a:ln w="12700">
            <a:solidFill>
              <a:srgbClr val="793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201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رَمُو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زَمُو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3ED"/>
          </a:solidFill>
          <a:ln w="12700">
            <a:solidFill>
              <a:srgbClr val="5EB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52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52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89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سَمُو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43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E52"/>
          </a:solidFill>
          <a:ln w="12700">
            <a:solidFill>
              <a:srgbClr val="E09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8DB"/>
          </a:solidFill>
          <a:ln w="12700">
            <a:solidFill>
              <a:srgbClr val="70D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E4785"/>
          </a:solidFill>
          <a:ln w="12700">
            <a:solidFill>
              <a:srgbClr val="5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8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08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90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شَمُو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A"/>
          </a:solidFill>
          <a:ln w="12700">
            <a:solidFill>
              <a:srgbClr val="64D8B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7"/>
          </a:solidFill>
          <a:ln w="12700">
            <a:solidFill>
              <a:srgbClr val="47D19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18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018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03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صَمُو</a:t>
            </a:r>
            <a:endParaRPr lang="ar-SA" sz="7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08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08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936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ضَمُو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642B"/>
          </a:solidFill>
          <a:ln w="12700">
            <a:solidFill>
              <a:srgbClr val="4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A7934"/>
          </a:solidFill>
          <a:ln w="12700">
            <a:solidFill>
              <a:srgbClr val="3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57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طَمُو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7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ظَمُو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7"/>
          </a:solidFill>
          <a:ln w="12700">
            <a:solidFill>
              <a:srgbClr val="ED5ED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31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31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252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عَمُو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A"/>
          </a:solidFill>
          <a:ln w="12700">
            <a:solidFill>
              <a:srgbClr val="52E07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470DB"/>
          </a:solidFill>
          <a:ln w="12700">
            <a:solidFill>
              <a:srgbClr val="C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F47"/>
          </a:solidFill>
          <a:ln w="12700">
            <a:solidFill>
              <a:srgbClr val="854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3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03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غَمُو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D64D8"/>
          </a:solidFill>
          <a:ln w="12700">
            <a:solidFill>
              <a:srgbClr val="9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447D1"/>
          </a:solidFill>
          <a:ln w="12700">
            <a:solidFill>
              <a:srgbClr val="7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31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31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فَمُو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09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09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قَمُو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B64"/>
          </a:solidFill>
          <a:ln w="12700">
            <a:solidFill>
              <a:srgbClr val="2B5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C79"/>
          </a:solidFill>
          <a:ln w="12700">
            <a:solidFill>
              <a:srgbClr val="344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86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كَمُو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52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52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لَمُو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05E"/>
          </a:solidFill>
          <a:ln w="12700">
            <a:solidFill>
              <a:srgbClr val="EDE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70696" y="896112"/>
            <a:ext cx="194289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6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70696" y="896112"/>
            <a:ext cx="194289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يَمُوجُ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430410" y="896112"/>
            <a:ext cx="202024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30410" y="896112"/>
            <a:ext cx="202024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بَحۡرٌ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77808" y="2834640"/>
            <a:ext cx="358838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77808" y="2834640"/>
            <a:ext cx="358838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يَمُوجُ بَحۡرٌ</a:t>
            </a:r>
            <a:endParaRPr lang="ar-SA" sz="4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752E0"/>
          </a:solidFill>
          <a:ln w="12700">
            <a:solidFill>
              <a:srgbClr val="5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970"/>
          </a:solidFill>
          <a:ln w="12700">
            <a:solidFill>
              <a:srgbClr val="DBA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8547"/>
          </a:solidFill>
          <a:ln w="12700">
            <a:solidFill>
              <a:srgbClr val="4F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11482" y="896112"/>
            <a:ext cx="18649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9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11482" y="896112"/>
            <a:ext cx="18649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يَقُومُ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567530" y="896112"/>
            <a:ext cx="18239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9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67530" y="896112"/>
            <a:ext cx="18239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رَجُلٌ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904923" y="2834640"/>
            <a:ext cx="333415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904923" y="2834640"/>
            <a:ext cx="333415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يَقُومُ رَجُلٌ</a:t>
            </a:r>
            <a:endParaRPr lang="ar-SA" sz="4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064"/>
          </a:solidFill>
          <a:ln w="12700">
            <a:solidFill>
              <a:srgbClr val="D88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247"/>
          </a:solidFill>
          <a:ln w="12700">
            <a:solidFill>
              <a:srgbClr val="D15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54676" y="896112"/>
            <a:ext cx="15694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B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54676" y="896112"/>
            <a:ext cx="15694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ثُومٌ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619858" y="896112"/>
            <a:ext cx="20147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B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19858" y="896112"/>
            <a:ext cx="20147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وَتُوتٌ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48204" y="2834640"/>
            <a:ext cx="324759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48204" y="2834640"/>
            <a:ext cx="324759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ثُومٌ وَتُوتٌ</a:t>
            </a:r>
            <a:endParaRPr lang="ar-SA" sz="4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73</Slides>
  <Notes>73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73</vt:i4>
      </vt:variant>
    </vt:vector>
  </HeadingPairs>
  <TitlesOfParts>
    <vt:vector size="7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waw 14-meem</dc:title>
  <dc:subject>PptxGenJS Presentation</dc:subject>
  <dc:creator>PptxGenJS</dc:creator>
  <cp:lastModifiedBy>PptxGenJS</cp:lastModifiedBy>
  <cp:revision>1</cp:revision>
  <dcterms:created xsi:type="dcterms:W3CDTF">2026-10-21T19:56:02Z</dcterms:created>
  <dcterms:modified xsi:type="dcterms:W3CDTF">2026-10-21T19:56:02Z</dcterms:modified>
</cp:coreProperties>
</file>