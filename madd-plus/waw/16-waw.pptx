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61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661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8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275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3876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7"/>
          </a:solidFill>
          <a:ln w="12700">
            <a:solidFill>
              <a:srgbClr val="E052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7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7"/>
          </a:solidFill>
          <a:ln w="12700">
            <a:solidFill>
              <a:srgbClr val="4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5EED"/>
          </a:solidFill>
          <a:ln w="12700">
            <a:solidFill>
              <a:srgbClr val="B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E052"/>
          </a:solidFill>
          <a:ln w="12700">
            <a:solidFill>
              <a:srgbClr val="7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96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وُوسَ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وُوشَ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E5E"/>
          </a:solidFill>
          <a:ln w="12700">
            <a:solidFill>
              <a:srgbClr val="ED8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2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وُوصَ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4"/>
          </a:solidFill>
          <a:ln w="12700">
            <a:solidFill>
              <a:srgbClr val="DB70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7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وُوضَ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A"/>
          </a:solidFill>
          <a:ln w="12700">
            <a:solidFill>
              <a:srgbClr val="D864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B"/>
          </a:solidFill>
          <a:ln w="12700">
            <a:solidFill>
              <a:srgbClr val="5EED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2"/>
          </a:solidFill>
          <a:ln w="12700">
            <a:solidFill>
              <a:srgbClr val="E052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D864"/>
          </a:solidFill>
          <a:ln w="12700">
            <a:solidFill>
              <a:srgbClr val="A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D147"/>
          </a:solidFill>
          <a:ln w="12700">
            <a:solidFill>
              <a:srgbClr val="A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وُومَ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أَوُوبَ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4D8"/>
          </a:solidFill>
          <a:ln w="12700">
            <a:solidFill>
              <a:srgbClr val="64C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72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بَوُوتَ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تَوُوثَ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ثَوُوجَ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739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جَوُوحَ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9"/>
          </a:solidFill>
          <a:ln w="12700">
            <a:solidFill>
              <a:srgbClr val="ED5E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حَوُوخَ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1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خَوُودَ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دَوُوذَ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5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5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ذَوُورَ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رَوُوزَ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6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زَوُوسَ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سَوُوشَ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52E0"/>
          </a:solidFill>
          <a:ln w="12700">
            <a:solidFill>
              <a:srgbClr val="9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شَوُوصَ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صَوُوضَ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ضَوُوطَ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طَوُوظَ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4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ظَوُوعَ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0ED"/>
          </a:solidFill>
          <a:ln w="12700">
            <a:solidFill>
              <a:srgbClr val="5EE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عَوُوغَ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D"/>
          </a:solidFill>
          <a:ln w="12700">
            <a:solidFill>
              <a:srgbClr val="70DB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غَوُوفَ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B"/>
          </a:solidFill>
          <a:ln w="12700">
            <a:solidFill>
              <a:srgbClr val="47D1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فَوُوقَ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1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1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قَوُوكَ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7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كَوُولَ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لَوُومَ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5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مَوُونَ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نَوُوهَ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35E"/>
          </a:solidFill>
          <a:ln w="12700">
            <a:solidFill>
              <a:srgbClr val="EDB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جَوُو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خَوُو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8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زَوُو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24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5EED"/>
          </a:solidFill>
          <a:ln w="12700">
            <a:solidFill>
              <a:srgbClr val="6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E052"/>
          </a:solidFill>
          <a:ln w="12700">
            <a:solidFill>
              <a:srgbClr val="C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EDB"/>
          </a:solidFill>
          <a:ln w="12700">
            <a:solidFill>
              <a:srgbClr val="708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DD1"/>
          </a:solidFill>
          <a:ln w="12700">
            <a:solidFill>
              <a:srgbClr val="47A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9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غَوُو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كَوُو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7784" y="896112"/>
            <a:ext cx="20009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7784" y="896112"/>
            <a:ext cx="20009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25253" y="896112"/>
            <a:ext cx="23724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25253" y="896112"/>
            <a:ext cx="23724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وَيَزُورُ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26921" y="2834640"/>
            <a:ext cx="40901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26921" y="2834640"/>
            <a:ext cx="40901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وَيَزُورُ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39241" y="896112"/>
            <a:ext cx="22925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39241" y="896112"/>
            <a:ext cx="22925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012175" y="896112"/>
            <a:ext cx="25070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12175" y="896112"/>
            <a:ext cx="25070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وَيَدۡعُو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313083" y="2834640"/>
            <a:ext cx="45178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313083" y="2834640"/>
            <a:ext cx="45178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يَطُوفُ وَيَدۡعُو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02965" y="896112"/>
            <a:ext cx="21966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02965" y="896112"/>
            <a:ext cx="21966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044358" y="896112"/>
            <a:ext cx="25385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44358" y="896112"/>
            <a:ext cx="25385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وَعُيُونٌ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323550" y="2834640"/>
            <a:ext cx="44968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323550" y="2834640"/>
            <a:ext cx="44968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 وَعُيُونٌ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16-waw</dc:title>
  <dc:subject>PptxGenJS Presentation</dc:subject>
  <dc:creator>PptxGenJS</dc:creator>
  <cp:lastModifiedBy>PptxGenJS</cp:lastModifiedBy>
  <cp:revision>1</cp:revision>
  <dcterms:created xsi:type="dcterms:W3CDTF">2026-10-21T19:56:03Z</dcterms:created>
  <dcterms:modified xsi:type="dcterms:W3CDTF">2026-10-21T19:56:03Z</dcterms:modified>
</cp:coreProperties>
</file>