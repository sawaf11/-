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F"/>
          </a:solidFill>
          <a:ln w="12700">
            <a:solidFill>
              <a:srgbClr val="642B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1"/>
          </a:solidFill>
          <a:ln w="12700">
            <a:solidFill>
              <a:srgbClr val="7934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661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2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5661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8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275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4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38767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</a:t>
            </a:r>
            <a:endParaRPr lang="ar-SA" sz="10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6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5"/>
          </a:solidFill>
          <a:ln w="12700">
            <a:solidFill>
              <a:srgbClr val="5EED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6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6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12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وُوبَ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7"/>
          </a:solidFill>
          <a:ln w="12700">
            <a:solidFill>
              <a:srgbClr val="E0525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1"/>
          </a:solidFill>
          <a:ln w="12700">
            <a:solidFill>
              <a:srgbClr val="70DB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75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وُوتَ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7"/>
          </a:solidFill>
          <a:ln w="12700">
            <a:solidFill>
              <a:srgbClr val="64D8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7"/>
          </a:solidFill>
          <a:ln w="12700">
            <a:solidFill>
              <a:srgbClr val="4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0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9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وُوثَ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9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9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48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وُوجَ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7934"/>
          </a:solidFill>
          <a:ln w="12700">
            <a:solidFill>
              <a:srgbClr val="6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9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9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48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وُوحَ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5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85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25EED"/>
          </a:solidFill>
          <a:ln w="12700">
            <a:solidFill>
              <a:srgbClr val="B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417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196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BE052"/>
          </a:solidFill>
          <a:ln w="12700">
            <a:solidFill>
              <a:srgbClr val="7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770DB"/>
          </a:solidFill>
          <a:ln w="12700">
            <a:solidFill>
              <a:srgbClr val="8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3"/>
          </a:solidFill>
          <a:ln w="12700">
            <a:solidFill>
              <a:srgbClr val="8547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417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DD8"/>
          </a:solidFill>
          <a:ln w="12700">
            <a:solidFill>
              <a:srgbClr val="646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AD1"/>
          </a:solidFill>
          <a:ln w="12700">
            <a:solidFill>
              <a:srgbClr val="476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417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81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C"/>
          </a:solidFill>
          <a:ln w="12700">
            <a:solidFill>
              <a:srgbClr val="2B64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379"/>
          </a:solidFill>
          <a:ln w="12700">
            <a:solidFill>
              <a:srgbClr val="347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54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254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296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وُوسَ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4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4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95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وُوشَ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E5E"/>
          </a:solidFill>
          <a:ln w="12700">
            <a:solidFill>
              <a:srgbClr val="ED8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26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وُوصَ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FE0"/>
          </a:solidFill>
          <a:ln w="12700">
            <a:solidFill>
              <a:srgbClr val="529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4"/>
          </a:solidFill>
          <a:ln w="12700">
            <a:solidFill>
              <a:srgbClr val="DB70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8547"/>
          </a:solidFill>
          <a:ln w="12700">
            <a:solidFill>
              <a:srgbClr val="7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4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4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7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وُوضَ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A"/>
          </a:solidFill>
          <a:ln w="12700">
            <a:solidFill>
              <a:srgbClr val="D8648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C"/>
          </a:solidFill>
          <a:ln w="12700">
            <a:solidFill>
              <a:srgbClr val="D147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وُوطَ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وُوظَ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3479"/>
          </a:solidFill>
          <a:ln w="12700">
            <a:solidFill>
              <a:srgbClr val="6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3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23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766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وُوعَ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1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1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B"/>
          </a:solidFill>
          <a:ln w="12700">
            <a:solidFill>
              <a:srgbClr val="5EED6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3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23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وُوفَ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2"/>
          </a:solidFill>
          <a:ln w="12700">
            <a:solidFill>
              <a:srgbClr val="E052C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FDB70"/>
          </a:solidFill>
          <a:ln w="12700">
            <a:solidFill>
              <a:srgbClr val="8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3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223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وُوقَ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D864"/>
          </a:solidFill>
          <a:ln w="12700">
            <a:solidFill>
              <a:srgbClr val="A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ED147"/>
          </a:solidFill>
          <a:ln w="12700">
            <a:solidFill>
              <a:srgbClr val="A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4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وُوكَ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54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254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02B"/>
          </a:solidFill>
          <a:ln w="12700">
            <a:solidFill>
              <a:srgbClr val="643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D34"/>
          </a:solidFill>
          <a:ln w="12700">
            <a:solidFill>
              <a:srgbClr val="795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48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وُومَ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24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وُونَ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6ED"/>
          </a:solidFill>
          <a:ln w="12700">
            <a:solidFill>
              <a:srgbClr val="5E7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417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970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970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196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وُوهَ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B52"/>
          </a:solidFill>
          <a:ln w="12700">
            <a:solidFill>
              <a:srgbClr val="E0D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ADB"/>
          </a:solidFill>
          <a:ln w="12700">
            <a:solidFill>
              <a:srgbClr val="70A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4785"/>
          </a:solidFill>
          <a:ln w="12700">
            <a:solidFill>
              <a:srgbClr val="7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أَوُوبَ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4D8"/>
          </a:solidFill>
          <a:ln w="12700">
            <a:solidFill>
              <a:srgbClr val="64C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1"/>
          </a:solidFill>
          <a:ln w="12700">
            <a:solidFill>
              <a:srgbClr val="47D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72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بَوُوتَ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9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05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تَوُوثَ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642B"/>
          </a:solidFill>
          <a:ln w="12700">
            <a:solidFill>
              <a:srgbClr val="3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B"/>
          </a:solidFill>
          <a:ln w="12700">
            <a:solidFill>
              <a:srgbClr val="3479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9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ثَوُوجَ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9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739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جَوُوحَ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9"/>
          </a:solidFill>
          <a:ln w="12700">
            <a:solidFill>
              <a:srgbClr val="ED5E9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7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97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حَوُوخَ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7"/>
          </a:solidFill>
          <a:ln w="12700">
            <a:solidFill>
              <a:srgbClr val="52E0B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5"/>
          </a:solidFill>
          <a:ln w="12700">
            <a:solidFill>
              <a:srgbClr val="DB70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947"/>
          </a:solidFill>
          <a:ln w="12700">
            <a:solidFill>
              <a:srgbClr val="856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7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97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14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خَوُودَ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F64D8"/>
          </a:solidFill>
          <a:ln w="12700">
            <a:solidFill>
              <a:srgbClr val="C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47D1"/>
          </a:solidFill>
          <a:ln w="12700">
            <a:solidFill>
              <a:srgbClr val="A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6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6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1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1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39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2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2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دَوُوذَ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2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2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1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1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39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55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55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ذَوُورَ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3479"/>
          </a:solidFill>
          <a:ln w="12700">
            <a:solidFill>
              <a:srgbClr val="3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25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رَوُوزَ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4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4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6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زَوُوسَ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DED5E"/>
          </a:solidFill>
          <a:ln w="12700">
            <a:solidFill>
              <a:srgbClr val="B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6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سَوُوشَ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52E0"/>
          </a:solidFill>
          <a:ln w="12700">
            <a:solidFill>
              <a:srgbClr val="9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770"/>
          </a:solidFill>
          <a:ln w="12700">
            <a:solidFill>
              <a:srgbClr val="DBD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A"/>
          </a:solidFill>
          <a:ln w="12700">
            <a:solidFill>
              <a:srgbClr val="4785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72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شَوُوصَ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264"/>
          </a:solidFill>
          <a:ln w="12700">
            <a:solidFill>
              <a:srgbClr val="D8B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D47"/>
          </a:solidFill>
          <a:ln w="12700">
            <a:solidFill>
              <a:srgbClr val="D18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82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صَوُوضَ</a:t>
            </a:r>
            <a:endParaRPr lang="ar-SA" sz="4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05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ضَوُوطَ</a:t>
            </a:r>
            <a:endParaRPr lang="ar-SA" sz="5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F"/>
          </a:solidFill>
          <a:ln w="12700">
            <a:solidFill>
              <a:srgbClr val="7934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04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طَوُوظَ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2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2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14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ظَوُوعَ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0ED"/>
          </a:solidFill>
          <a:ln w="12700">
            <a:solidFill>
              <a:srgbClr val="5EE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01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01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عَوُوغَ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052"/>
          </a:solidFill>
          <a:ln w="12700">
            <a:solidFill>
              <a:srgbClr val="E07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D"/>
          </a:solidFill>
          <a:ln w="12700">
            <a:solidFill>
              <a:srgbClr val="70DB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01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01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6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غَوُوفَ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5"/>
          </a:solidFill>
          <a:ln w="12700">
            <a:solidFill>
              <a:srgbClr val="64D8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B"/>
          </a:solidFill>
          <a:ln w="12700">
            <a:solidFill>
              <a:srgbClr val="47D16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2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2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76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فَوُوقَ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1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91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75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قَوُوكَ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4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94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17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كَوُولَ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4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4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لَوُومَ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5EED"/>
          </a:solidFill>
          <a:ln w="12700">
            <a:solidFill>
              <a:srgbClr val="D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48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848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6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615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مَوُونَ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E052"/>
          </a:solidFill>
          <a:ln w="12700">
            <a:solidFill>
              <a:srgbClr val="5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70DB"/>
          </a:solidFill>
          <a:ln w="12700">
            <a:solidFill>
              <a:srgbClr val="A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48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48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6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39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نَوُوهَ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864D8"/>
          </a:solidFill>
          <a:ln w="12700">
            <a:solidFill>
              <a:srgbClr val="7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47D1"/>
          </a:solidFill>
          <a:ln w="12700">
            <a:solidFill>
              <a:srgbClr val="4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64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هَوُوأَ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6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6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أَوُو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279"/>
          </a:solidFill>
          <a:ln w="12700">
            <a:solidFill>
              <a:srgbClr val="346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6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6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87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بَوُو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تَوُو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35E"/>
          </a:solidFill>
          <a:ln w="12700">
            <a:solidFill>
              <a:srgbClr val="EDB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0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20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ثَوُو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AE0"/>
          </a:solidFill>
          <a:ln w="12700">
            <a:solidFill>
              <a:srgbClr val="527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770"/>
          </a:solidFill>
          <a:ln w="12700">
            <a:solidFill>
              <a:srgbClr val="DB8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8547"/>
          </a:solidFill>
          <a:ln w="12700">
            <a:solidFill>
              <a:srgbClr val="6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19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87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جَوُو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D"/>
          </a:solidFill>
          <a:ln w="12700">
            <a:solidFill>
              <a:srgbClr val="D864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9"/>
          </a:solidFill>
          <a:ln w="12700">
            <a:solidFill>
              <a:srgbClr val="D147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9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87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حَوُو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5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285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خَوُو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3"/>
          </a:solidFill>
          <a:ln w="12700">
            <a:solidFill>
              <a:srgbClr val="7934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417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96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دَوُو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417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ذَوُو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F"/>
          </a:solidFill>
          <a:ln w="12700">
            <a:solidFill>
              <a:srgbClr val="5EED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417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081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رَوُو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E"/>
          </a:solidFill>
          <a:ln w="12700">
            <a:solidFill>
              <a:srgbClr val="E052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DB70"/>
          </a:solidFill>
          <a:ln w="12700">
            <a:solidFill>
              <a:srgbClr val="7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285"/>
          </a:solidFill>
          <a:ln w="12700">
            <a:solidFill>
              <a:srgbClr val="477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زَوُو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D864"/>
          </a:solidFill>
          <a:ln w="12700">
            <a:solidFill>
              <a:srgbClr val="8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D147"/>
          </a:solidFill>
          <a:ln w="12700">
            <a:solidFill>
              <a:srgbClr val="8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54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54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0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سَوُو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4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34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شَوُو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3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224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صَوُو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4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4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08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ضَوُو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C5EED"/>
          </a:solidFill>
          <a:ln w="12700">
            <a:solidFill>
              <a:srgbClr val="6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طَوُو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E052"/>
          </a:solidFill>
          <a:ln w="12700">
            <a:solidFill>
              <a:srgbClr val="C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EDB"/>
          </a:solidFill>
          <a:ln w="12700">
            <a:solidFill>
              <a:srgbClr val="708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17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49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ظَوُو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7D8"/>
          </a:solidFill>
          <a:ln w="12700">
            <a:solidFill>
              <a:srgbClr val="64A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DD1"/>
          </a:solidFill>
          <a:ln w="12700">
            <a:solidFill>
              <a:srgbClr val="47A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3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3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9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عَوُو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1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31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غَوُو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3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23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23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23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قَوُو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5"/>
          </a:solidFill>
          <a:ln w="12700">
            <a:solidFill>
              <a:srgbClr val="ED5E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كَوُو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C"/>
          </a:solidFill>
          <a:ln w="12700">
            <a:solidFill>
              <a:srgbClr val="52E0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9"/>
          </a:solidFill>
          <a:ln w="12700">
            <a:solidFill>
              <a:srgbClr val="DB70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54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254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لَوُو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4"/>
          </a:solidFill>
          <a:ln w="12700">
            <a:solidFill>
              <a:srgbClr val="D864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0"/>
          </a:solidFill>
          <a:ln w="12700">
            <a:solidFill>
              <a:srgbClr val="D147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87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مَوُو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4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نَوُو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3479"/>
          </a:solidFill>
          <a:ln w="12700">
            <a:solidFill>
              <a:srgbClr val="4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0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70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01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417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96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هَوُو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17784" y="896112"/>
            <a:ext cx="200096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17784" y="896112"/>
            <a:ext cx="200096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يَعُودُ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25253" y="896112"/>
            <a:ext cx="237249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25253" y="896112"/>
            <a:ext cx="237249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وَيَزُورُ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26921" y="2834640"/>
            <a:ext cx="409015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26921" y="2834640"/>
            <a:ext cx="409015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يَعُودُ وَيَزُورُ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8ED5E"/>
          </a:solidFill>
          <a:ln w="12700">
            <a:solidFill>
              <a:srgbClr val="9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39241" y="896112"/>
            <a:ext cx="22925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C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39241" y="896112"/>
            <a:ext cx="22925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يَطُوفُ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012175" y="896112"/>
            <a:ext cx="250702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C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012175" y="896112"/>
            <a:ext cx="25070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وَيَدۡعُو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313083" y="2834640"/>
            <a:ext cx="451783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313083" y="2834640"/>
            <a:ext cx="451783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يَطُوفُ وَيَدۡعُو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852E0"/>
          </a:solidFill>
          <a:ln w="12700">
            <a:solidFill>
              <a:srgbClr val="B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DB70"/>
          </a:solidFill>
          <a:ln w="12700">
            <a:solidFill>
              <a:srgbClr val="C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9"/>
          </a:solidFill>
          <a:ln w="12700">
            <a:solidFill>
              <a:srgbClr val="478569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02965" y="896112"/>
            <a:ext cx="21966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F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02965" y="896112"/>
            <a:ext cx="21966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وُجُوهٌ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044358" y="896112"/>
            <a:ext cx="25385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F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044358" y="896112"/>
            <a:ext cx="25385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وَعُيُونٌ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323550" y="2834640"/>
            <a:ext cx="449689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323550" y="2834640"/>
            <a:ext cx="449689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وُجُوهٌ وَعُيُونٌ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16-waw</dc:title>
  <dc:subject>PptxGenJS Presentation</dc:subject>
  <dc:creator>PptxGenJS</dc:creator>
  <cp:lastModifiedBy>PptxGenJS</cp:lastModifiedBy>
  <cp:revision>1</cp:revision>
  <dcterms:created xsi:type="dcterms:W3CDTF">2026-10-21T19:56:03Z</dcterms:created>
  <dcterms:modified xsi:type="dcterms:W3CDTF">2026-10-21T19:56:03Z</dcterms:modified>
</cp:coreProperties>
</file>