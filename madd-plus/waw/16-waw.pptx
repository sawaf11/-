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</p:sldIdLst>
  <p:notesMasterIdLst>
    <p:notesMasterId r:id="rId8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notesMaster" Target="notesMasters/notesMaster1.xml"/><Relationship Id="rId85" Type="http://schemas.openxmlformats.org/officeDocument/2006/relationships/presProps" Target="presProps.xml"/><Relationship Id="rId86" Type="http://schemas.openxmlformats.org/officeDocument/2006/relationships/viewProps" Target="viewProps.xml"/><Relationship Id="rId87" Type="http://schemas.openxmlformats.org/officeDocument/2006/relationships/theme" Target="theme/theme1.xml"/><Relationship Id="rId8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F"/>
          </a:solidFill>
          <a:ln w="12700">
            <a:solidFill>
              <a:srgbClr val="642B5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1"/>
          </a:solidFill>
          <a:ln w="12700">
            <a:solidFill>
              <a:srgbClr val="79345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56615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8200" dirty="0"/>
          </a:p>
        </p:txBody>
      </p:sp>
      <p:sp>
        <p:nvSpPr>
          <p:cNvPr id="16" name="C2 V1 vowel"/>
          <p:cNvSpPr txBox="1"/>
          <p:nvPr/>
        </p:nvSpPr>
        <p:spPr>
          <a:xfrm>
            <a:off x="6720840" y="156615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82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4343400" y="132753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400" dirty="0"/>
          </a:p>
        </p:txBody>
      </p:sp>
      <p:sp>
        <p:nvSpPr>
          <p:cNvPr id="19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R result"/>
          <p:cNvSpPr txBox="1"/>
          <p:nvPr/>
        </p:nvSpPr>
        <p:spPr>
          <a:xfrm>
            <a:off x="685800" y="138767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وُو</a:t>
            </a:r>
            <a:endParaRPr lang="ar-SA" sz="109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6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6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وُوأَ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5"/>
          </a:solidFill>
          <a:ln w="12700">
            <a:solidFill>
              <a:srgbClr val="5EEDD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6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16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6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12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وُوبَ</a:t>
            </a:r>
            <a:endParaRPr lang="ar-SA" sz="8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4314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7"/>
          </a:solidFill>
          <a:ln w="12700">
            <a:solidFill>
              <a:srgbClr val="E0525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B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1"/>
          </a:solidFill>
          <a:ln w="12700">
            <a:solidFill>
              <a:srgbClr val="70DBA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485"/>
          </a:solidFill>
          <a:ln w="12700">
            <a:solidFill>
              <a:srgbClr val="4754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47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147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72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2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475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وُوتَ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7"/>
          </a:solidFill>
          <a:ln w="12700">
            <a:solidFill>
              <a:srgbClr val="64D87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47"/>
          </a:solidFill>
          <a:ln w="12700">
            <a:solidFill>
              <a:srgbClr val="47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08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208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765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096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وُوثَ</a:t>
            </a:r>
            <a:endParaRPr lang="ar-SA" sz="8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9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19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3487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وُوجَ</a:t>
            </a:r>
            <a:endParaRPr lang="ar-SA" sz="8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432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A2B"/>
          </a:solidFill>
          <a:ln w="12700">
            <a:solidFill>
              <a:srgbClr val="645A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27934"/>
          </a:solidFill>
          <a:ln w="12700">
            <a:solidFill>
              <a:srgbClr val="62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9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19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3487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وُوحَ</a:t>
            </a:r>
            <a:endParaRPr lang="ar-SA" sz="8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85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285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وُوخَ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25EED"/>
          </a:solidFill>
          <a:ln w="12700">
            <a:solidFill>
              <a:srgbClr val="B2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01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101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417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006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006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196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وُودَ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BE052"/>
          </a:solidFill>
          <a:ln w="12700">
            <a:solidFill>
              <a:srgbClr val="7B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770DB"/>
          </a:solidFill>
          <a:ln w="12700">
            <a:solidFill>
              <a:srgbClr val="87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3"/>
          </a:solidFill>
          <a:ln w="12700">
            <a:solidFill>
              <a:srgbClr val="85476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01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101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417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73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7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73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7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وُوذَ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DD8"/>
          </a:solidFill>
          <a:ln w="12700">
            <a:solidFill>
              <a:srgbClr val="646D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AD1"/>
          </a:solidFill>
          <a:ln w="12700">
            <a:solidFill>
              <a:srgbClr val="476A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01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01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417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790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790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081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وُورَ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C5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7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17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649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وُوزَ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4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C"/>
          </a:solidFill>
          <a:ln w="12700">
            <a:solidFill>
              <a:srgbClr val="2B644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379"/>
          </a:solidFill>
          <a:ln w="12700">
            <a:solidFill>
              <a:srgbClr val="3473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254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254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296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وُوسَ</a:t>
            </a:r>
            <a:endParaRPr lang="ar-SA" sz="7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4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4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951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وُوشَ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E5E"/>
          </a:solidFill>
          <a:ln w="12700">
            <a:solidFill>
              <a:srgbClr val="ED8E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30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30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3267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وُوصَ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43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FE0"/>
          </a:solidFill>
          <a:ln w="12700">
            <a:solidFill>
              <a:srgbClr val="529F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0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4"/>
          </a:solidFill>
          <a:ln w="12700">
            <a:solidFill>
              <a:srgbClr val="DB707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38547"/>
          </a:solidFill>
          <a:ln w="12700">
            <a:solidFill>
              <a:srgbClr val="73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4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34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979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وُوضَ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A"/>
          </a:solidFill>
          <a:ln w="12700">
            <a:solidFill>
              <a:srgbClr val="D8648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C"/>
          </a:solidFill>
          <a:ln w="12700">
            <a:solidFill>
              <a:srgbClr val="D1478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7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7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49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وُوطَ</a:t>
            </a:r>
            <a:endParaRPr lang="ar-SA" sz="81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7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17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649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وُوظَ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1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E2B64"/>
          </a:solidFill>
          <a:ln w="12700">
            <a:solidFill>
              <a:srgbClr val="3E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E3479"/>
          </a:solidFill>
          <a:ln w="12700">
            <a:solidFill>
              <a:srgbClr val="6E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239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239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766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وُوعَ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15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15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86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وُوغَ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B"/>
          </a:solidFill>
          <a:ln w="12700">
            <a:solidFill>
              <a:srgbClr val="5EED6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239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239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وُوفَ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3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2"/>
          </a:solidFill>
          <a:ln w="12700">
            <a:solidFill>
              <a:srgbClr val="E052C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FDB70"/>
          </a:solidFill>
          <a:ln w="12700">
            <a:solidFill>
              <a:srgbClr val="8F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285"/>
          </a:solidFill>
          <a:ln w="12700">
            <a:solidFill>
              <a:srgbClr val="4782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223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223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وُوقَ</a:t>
            </a:r>
            <a:endParaRPr lang="ar-SA" sz="8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7D864"/>
          </a:solidFill>
          <a:ln w="12700">
            <a:solidFill>
              <a:srgbClr val="A7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ED147"/>
          </a:solidFill>
          <a:ln w="12700">
            <a:solidFill>
              <a:srgbClr val="AE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47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47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72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9544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وُوكَ</a:t>
            </a:r>
            <a:endParaRPr lang="ar-SA" sz="85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254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254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وُولَ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4314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02B"/>
          </a:solidFill>
          <a:ln w="12700">
            <a:solidFill>
              <a:srgbClr val="6430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D34"/>
          </a:solidFill>
          <a:ln w="12700">
            <a:solidFill>
              <a:srgbClr val="795D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47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147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72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3487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وُومَ</a:t>
            </a:r>
            <a:endParaRPr lang="ar-SA" sz="8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47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47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72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247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وُونَ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6ED"/>
          </a:solidFill>
          <a:ln w="12700">
            <a:solidFill>
              <a:srgbClr val="5E76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01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101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417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970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970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196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وُوهَ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432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B52"/>
          </a:solidFill>
          <a:ln w="12700">
            <a:solidFill>
              <a:srgbClr val="E0DB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3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ADB"/>
          </a:solidFill>
          <a:ln w="12700">
            <a:solidFill>
              <a:srgbClr val="70AA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84785"/>
          </a:solidFill>
          <a:ln w="12700">
            <a:solidFill>
              <a:srgbClr val="78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864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864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515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أَوُوبَ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4D8"/>
          </a:solidFill>
          <a:ln w="12700">
            <a:solidFill>
              <a:srgbClr val="64C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D1"/>
          </a:solidFill>
          <a:ln w="12700">
            <a:solidFill>
              <a:srgbClr val="47D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864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864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15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6728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بَوُوتَ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89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89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1058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تَوُوثَ</a:t>
            </a:r>
            <a:endParaRPr lang="ar-SA" sz="6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3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4642B"/>
          </a:solidFill>
          <a:ln w="12700">
            <a:solidFill>
              <a:srgbClr val="34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B"/>
          </a:solidFill>
          <a:ln w="12700">
            <a:solidFill>
              <a:srgbClr val="34794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89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89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ثَوُوجَ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89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89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57391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جَوُوحَ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9"/>
          </a:solidFill>
          <a:ln w="12700">
            <a:solidFill>
              <a:srgbClr val="ED5E9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971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971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حَوُوخَ</a:t>
            </a:r>
            <a:endParaRPr lang="ar-SA" sz="6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443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7"/>
          </a:solidFill>
          <a:ln w="12700">
            <a:solidFill>
              <a:srgbClr val="52E0B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5"/>
          </a:solidFill>
          <a:ln w="12700">
            <a:solidFill>
              <a:srgbClr val="DB70C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947"/>
          </a:solidFill>
          <a:ln w="12700">
            <a:solidFill>
              <a:srgbClr val="8569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971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971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814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خَوُودَ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F64D8"/>
          </a:solidFill>
          <a:ln w="12700">
            <a:solidFill>
              <a:srgbClr val="CF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F47D1"/>
          </a:solidFill>
          <a:ln w="12700">
            <a:solidFill>
              <a:srgbClr val="A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6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6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818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818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399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224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224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دَوُوذَ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224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224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818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818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399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550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550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ذَوُورَ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43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264"/>
          </a:solidFill>
          <a:ln w="12700">
            <a:solidFill>
              <a:srgbClr val="2B42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A3479"/>
          </a:solidFill>
          <a:ln w="12700">
            <a:solidFill>
              <a:srgbClr val="3A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864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864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515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8259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رَوُوزَ</a:t>
            </a:r>
            <a:endParaRPr lang="ar-SA" sz="69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94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94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60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زَوُوسَ</a:t>
            </a:r>
            <a:endParaRPr lang="ar-SA" sz="5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DED5E"/>
          </a:solidFill>
          <a:ln w="12700">
            <a:solidFill>
              <a:srgbClr val="BD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01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01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98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699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سَوُوشَ</a:t>
            </a:r>
            <a:endParaRPr lang="ar-SA" sz="48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41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452E0"/>
          </a:solidFill>
          <a:ln w="12700">
            <a:solidFill>
              <a:srgbClr val="94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F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770"/>
          </a:solidFill>
          <a:ln w="12700">
            <a:solidFill>
              <a:srgbClr val="DBD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A"/>
          </a:solidFill>
          <a:ln w="12700">
            <a:solidFill>
              <a:srgbClr val="47855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D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01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01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D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98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D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721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شَوُوصَ</a:t>
            </a:r>
            <a:endParaRPr lang="ar-SA" sz="4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264"/>
          </a:solidFill>
          <a:ln w="12700">
            <a:solidFill>
              <a:srgbClr val="D8B2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D47"/>
          </a:solidFill>
          <a:ln w="12700">
            <a:solidFill>
              <a:srgbClr val="D18D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32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032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0821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صَوُوضَ</a:t>
            </a:r>
            <a:endParaRPr lang="ar-SA" sz="45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032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032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3053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ضَوُوطَ</a:t>
            </a:r>
            <a:endParaRPr lang="ar-SA" sz="53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3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1"/>
          </a:solidFill>
          <a:ln w="12700">
            <a:solidFill>
              <a:srgbClr val="642B5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F"/>
          </a:solidFill>
          <a:ln w="12700">
            <a:solidFill>
              <a:srgbClr val="79343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864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864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515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3040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طَوُوظَ</a:t>
            </a:r>
            <a:endParaRPr lang="ar-SA" sz="5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925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925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0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7140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ظَوُوعَ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0ED"/>
          </a:solidFill>
          <a:ln w="12700">
            <a:solidFill>
              <a:srgbClr val="5EE0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001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7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001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3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873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عَوُوغَ</a:t>
            </a:r>
            <a:endParaRPr lang="ar-SA" sz="6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4314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052"/>
          </a:solidFill>
          <a:ln w="12700">
            <a:solidFill>
              <a:srgbClr val="E07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5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D"/>
          </a:solidFill>
          <a:ln w="12700">
            <a:solidFill>
              <a:srgbClr val="70DBB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A4785"/>
          </a:solidFill>
          <a:ln w="12700">
            <a:solidFill>
              <a:srgbClr val="4A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001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7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001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3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462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غَوُوفَ</a:t>
            </a:r>
            <a:endParaRPr lang="ar-SA" sz="5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5"/>
          </a:solidFill>
          <a:ln w="12700">
            <a:solidFill>
              <a:srgbClr val="64D89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B"/>
          </a:solidFill>
          <a:ln w="12700">
            <a:solidFill>
              <a:srgbClr val="47D16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925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925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0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76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فَوُوقَ</a:t>
            </a:r>
            <a:endParaRPr lang="ar-SA" sz="6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910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910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4752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قَوُوكَ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433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F642B"/>
          </a:solidFill>
          <a:ln w="12700">
            <a:solidFill>
              <a:srgbClr val="5F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07934"/>
          </a:solidFill>
          <a:ln w="12700">
            <a:solidFill>
              <a:srgbClr val="50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94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94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5176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كَوُولَ</a:t>
            </a:r>
            <a:endParaRPr lang="ar-SA" sz="63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94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94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2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لَوُومَ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65EED"/>
          </a:solidFill>
          <a:ln w="12700">
            <a:solidFill>
              <a:srgbClr val="D6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848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848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6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6150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مَوُونَ</a:t>
            </a:r>
            <a:endParaRPr lang="ar-SA" sz="66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2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7E052"/>
          </a:solidFill>
          <a:ln w="12700">
            <a:solidFill>
              <a:srgbClr val="5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270DB"/>
          </a:solidFill>
          <a:ln w="12700">
            <a:solidFill>
              <a:srgbClr val="A2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4"/>
          </a:solidFill>
          <a:ln w="12700">
            <a:solidFill>
              <a:srgbClr val="85475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848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848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6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565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565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7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0398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نَوُوهَ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864D8"/>
          </a:solidFill>
          <a:ln w="12700">
            <a:solidFill>
              <a:srgbClr val="7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847D1"/>
          </a:solidFill>
          <a:ln w="12700">
            <a:solidFill>
              <a:srgbClr val="48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864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864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15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هَوُوأَ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16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16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6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أَوُو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1443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B"/>
          </a:solidFill>
          <a:ln w="12700">
            <a:solidFill>
              <a:srgbClr val="2B645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279"/>
          </a:solidFill>
          <a:ln w="12700">
            <a:solidFill>
              <a:srgbClr val="3462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16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16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6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087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بَوُو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47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147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72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تَوُو</a:t>
            </a:r>
            <a:endParaRPr lang="ar-SA" sz="8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35E"/>
          </a:solidFill>
          <a:ln w="12700">
            <a:solidFill>
              <a:srgbClr val="EDB3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208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0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208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765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ثَوُو</a:t>
            </a:r>
            <a:endParaRPr lang="ar-SA" sz="78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143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AE0"/>
          </a:solidFill>
          <a:ln w="12700">
            <a:solidFill>
              <a:srgbClr val="527A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770"/>
          </a:solidFill>
          <a:ln w="12700">
            <a:solidFill>
              <a:srgbClr val="DB8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38547"/>
          </a:solidFill>
          <a:ln w="12700">
            <a:solidFill>
              <a:srgbClr val="63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19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19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087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جَوُو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D"/>
          </a:solidFill>
          <a:ln w="12700">
            <a:solidFill>
              <a:srgbClr val="D8646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9"/>
          </a:solidFill>
          <a:ln w="12700">
            <a:solidFill>
              <a:srgbClr val="D1476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9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19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087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حَوُو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285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285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766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خَوُو</a:t>
            </a:r>
            <a:endParaRPr lang="ar-SA" sz="88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1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D2B64"/>
          </a:solidFill>
          <a:ln w="12700">
            <a:solidFill>
              <a:srgbClr val="4D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3"/>
          </a:solidFill>
          <a:ln w="12700">
            <a:solidFill>
              <a:srgbClr val="79347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06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006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101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101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417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196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دَوُو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73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73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01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101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417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ذَوُو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F"/>
          </a:solidFill>
          <a:ln w="12700">
            <a:solidFill>
              <a:srgbClr val="5EED8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790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790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101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101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417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081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رَوُو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4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E"/>
          </a:solidFill>
          <a:ln w="12700">
            <a:solidFill>
              <a:srgbClr val="E0529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4DB70"/>
          </a:solidFill>
          <a:ln w="12700">
            <a:solidFill>
              <a:srgbClr val="7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285"/>
          </a:solidFill>
          <a:ln w="12700">
            <a:solidFill>
              <a:srgbClr val="4772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17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17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649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زَوُو</a:t>
            </a:r>
            <a:endParaRPr lang="ar-SA" sz="8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AD864"/>
          </a:solidFill>
          <a:ln w="12700">
            <a:solidFill>
              <a:srgbClr val="8A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BD147"/>
          </a:solidFill>
          <a:ln w="12700">
            <a:solidFill>
              <a:srgbClr val="8B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54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254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209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سَوُو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34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34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28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شَوُو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431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E2B"/>
          </a:solidFill>
          <a:ln w="12700">
            <a:solidFill>
              <a:srgbClr val="643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E34"/>
          </a:solidFill>
          <a:ln w="12700">
            <a:solidFill>
              <a:srgbClr val="796E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30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30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2247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صَوُو</a:t>
            </a:r>
            <a:endParaRPr lang="ar-SA" sz="8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5F7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4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34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9088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ضَوُو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C5EED"/>
          </a:solidFill>
          <a:ln w="12700">
            <a:solidFill>
              <a:srgbClr val="6C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17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17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649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طَوُو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433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1E052"/>
          </a:solidFill>
          <a:ln w="12700">
            <a:solidFill>
              <a:srgbClr val="C1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9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EDB"/>
          </a:solidFill>
          <a:ln w="12700">
            <a:solidFill>
              <a:srgbClr val="708E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1"/>
          </a:solidFill>
          <a:ln w="12700">
            <a:solidFill>
              <a:srgbClr val="85478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17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17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649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ظَوُو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C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7D8"/>
          </a:solidFill>
          <a:ln w="12700">
            <a:solidFill>
              <a:srgbClr val="64A7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DD1"/>
          </a:solidFill>
          <a:ln w="12700">
            <a:solidFill>
              <a:srgbClr val="47AD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39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239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09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عَوُو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315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315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26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غَوُو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2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0"/>
          </a:solidFill>
          <a:ln w="12700">
            <a:solidFill>
              <a:srgbClr val="2B643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D"/>
          </a:solidFill>
          <a:ln w="12700">
            <a:solidFill>
              <a:srgbClr val="34795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239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239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فَوُو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23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223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قَوُو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5"/>
          </a:solidFill>
          <a:ln w="12700">
            <a:solidFill>
              <a:srgbClr val="ED5E7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147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147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72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132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كَوُو</a:t>
            </a:r>
            <a:endParaRPr lang="ar-SA" sz="83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144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C"/>
          </a:solidFill>
          <a:ln w="12700">
            <a:solidFill>
              <a:srgbClr val="52E0D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2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9"/>
          </a:solidFill>
          <a:ln w="12700">
            <a:solidFill>
              <a:srgbClr val="DB70A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847"/>
          </a:solidFill>
          <a:ln w="12700">
            <a:solidFill>
              <a:srgbClr val="8578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254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254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لَوُو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4"/>
          </a:solidFill>
          <a:ln w="12700">
            <a:solidFill>
              <a:srgbClr val="D864C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D0"/>
          </a:solidFill>
          <a:ln w="12700">
            <a:solidFill>
              <a:srgbClr val="D147D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47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147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72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087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مَوُو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147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147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72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نَوُو</a:t>
            </a:r>
            <a:endParaRPr lang="ar-SA" sz="8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143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464"/>
          </a:solidFill>
          <a:ln w="12700">
            <a:solidFill>
              <a:srgbClr val="2B34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C3479"/>
          </a:solidFill>
          <a:ln w="12700">
            <a:solidFill>
              <a:srgbClr val="4C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0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970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101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101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417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196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هَوُو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7C5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17784" y="896112"/>
            <a:ext cx="200096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6A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17784" y="896112"/>
            <a:ext cx="200096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يَعُودُ</a:t>
            </a:r>
            <a:endParaRPr lang="ar-SA" sz="5600" dirty="0"/>
          </a:p>
        </p:txBody>
      </p:sp>
      <p:sp>
        <p:nvSpPr>
          <p:cNvPr id="12" name="C2 W2 pill"/>
          <p:cNvSpPr/>
          <p:nvPr/>
        </p:nvSpPr>
        <p:spPr>
          <a:xfrm>
            <a:off x="2225253" y="896112"/>
            <a:ext cx="237249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6A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225253" y="896112"/>
            <a:ext cx="237249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وَيَزُورُ</a:t>
            </a:r>
            <a:endParaRPr lang="ar-SA" sz="5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8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526921" y="2834640"/>
            <a:ext cx="409015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526921" y="2834640"/>
            <a:ext cx="409015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يَعُودُ وَيَزُورُ</a:t>
            </a:r>
            <a:endParaRPr lang="ar-SA" sz="5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8ED5E"/>
          </a:solidFill>
          <a:ln w="12700">
            <a:solidFill>
              <a:srgbClr val="9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839241" y="896112"/>
            <a:ext cx="229258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9C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839241" y="896112"/>
            <a:ext cx="229258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يَطُوفُ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012175" y="896112"/>
            <a:ext cx="250702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C36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012175" y="896112"/>
            <a:ext cx="250702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وَيَدۡعُو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313083" y="2834640"/>
            <a:ext cx="451783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313083" y="2834640"/>
            <a:ext cx="451783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يَطُوفُ وَيَدۡعُو</a:t>
            </a:r>
            <a:endParaRPr lang="ar-SA" sz="47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1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852E0"/>
          </a:solidFill>
          <a:ln w="12700">
            <a:solidFill>
              <a:srgbClr val="B8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4DB70"/>
          </a:solidFill>
          <a:ln w="12700">
            <a:solidFill>
              <a:srgbClr val="C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9"/>
          </a:solidFill>
          <a:ln w="12700">
            <a:solidFill>
              <a:srgbClr val="478569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902965" y="896112"/>
            <a:ext cx="219667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CF36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902965" y="896112"/>
            <a:ext cx="219667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وُجُوهٌ</a:t>
            </a:r>
            <a:endParaRPr lang="ar-SA" sz="5600" dirty="0"/>
          </a:p>
        </p:txBody>
      </p:sp>
      <p:sp>
        <p:nvSpPr>
          <p:cNvPr id="17" name="C2 W2 pill"/>
          <p:cNvSpPr/>
          <p:nvPr/>
        </p:nvSpPr>
        <p:spPr>
          <a:xfrm>
            <a:off x="2044358" y="896112"/>
            <a:ext cx="253856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CF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044358" y="896112"/>
            <a:ext cx="253856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وَعُيُونٌ</a:t>
            </a:r>
            <a:endParaRPr lang="ar-SA" sz="5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3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323550" y="2834640"/>
            <a:ext cx="449689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323550" y="2834640"/>
            <a:ext cx="449689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وُجُوهٌ وَعُيُونٌ</a:t>
            </a:r>
            <a:endParaRPr lang="ar-SA" sz="5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82</Slides>
  <Notes>82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82</vt:i4>
      </vt:variant>
    </vt:vector>
  </HeadingPairs>
  <TitlesOfParts>
    <vt:vector size="8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waw 16-waw</dc:title>
  <dc:subject>PptxGenJS Presentation</dc:subject>
  <dc:creator>PptxGenJS</dc:creator>
  <cp:lastModifiedBy>PptxGenJS</cp:lastModifiedBy>
  <cp:revision>1</cp:revision>
  <dcterms:created xsi:type="dcterms:W3CDTF">2026-10-21T18:02:11Z</dcterms:created>
  <dcterms:modified xsi:type="dcterms:W3CDTF">2026-10-21T18:02:11Z</dcterms:modified>
</cp:coreProperties>
</file>