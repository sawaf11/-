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2ED5E"/>
          </a:solidFill>
          <a:ln w="12700">
            <a:solidFill>
              <a:srgbClr val="B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748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1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5748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8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3314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3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39880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</a:t>
            </a:r>
            <a:endParaRPr lang="ar-SA" sz="10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F52E0"/>
          </a:solidFill>
          <a:ln w="12700">
            <a:solidFill>
              <a:srgbClr val="9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7DB70"/>
          </a:solidFill>
          <a:ln w="12700">
            <a:solidFill>
              <a:srgbClr val="D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E"/>
          </a:solidFill>
          <a:ln w="12700">
            <a:solidFill>
              <a:srgbClr val="4785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09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209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B64"/>
          </a:solidFill>
          <a:ln w="12700">
            <a:solidFill>
              <a:srgbClr val="D8B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847"/>
          </a:solidFill>
          <a:ln w="12700">
            <a:solidFill>
              <a:srgbClr val="D19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9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209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277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رُوبَ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32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رُوتَ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C"/>
          </a:solidFill>
          <a:ln w="12700">
            <a:solidFill>
              <a:srgbClr val="642B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A"/>
          </a:solidFill>
          <a:ln w="12700">
            <a:solidFill>
              <a:srgbClr val="7934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53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253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105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رُوثَ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3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23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448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رُوجَ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5ED"/>
          </a:solidFill>
          <a:ln w="12700">
            <a:solidFill>
              <a:srgbClr val="5ED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3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23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448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رُوحَ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B52"/>
          </a:solidFill>
          <a:ln w="12700">
            <a:solidFill>
              <a:srgbClr val="E07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5"/>
          </a:solidFill>
          <a:ln w="12700">
            <a:solidFill>
              <a:srgbClr val="70DBC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4785"/>
          </a:solidFill>
          <a:ln w="12700">
            <a:solidFill>
              <a:srgbClr val="4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2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2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E"/>
          </a:solidFill>
          <a:ln w="12700">
            <a:solidFill>
              <a:srgbClr val="64D89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5"/>
          </a:solidFill>
          <a:ln w="12700">
            <a:solidFill>
              <a:srgbClr val="47D17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6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66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494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96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66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66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494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724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724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رُوذَ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642B"/>
          </a:solidFill>
          <a:ln w="12700">
            <a:solidFill>
              <a:srgbClr val="5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7934"/>
          </a:solidFill>
          <a:ln w="12700">
            <a:solidFill>
              <a:srgbClr val="4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0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90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أَرُوبَ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0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0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84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بَرُوتَ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15EED"/>
          </a:solidFill>
          <a:ln w="12700">
            <a:solidFill>
              <a:srgbClr val="E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33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933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110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تَرُوثَ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8"/>
          </a:solidFill>
          <a:ln w="12700">
            <a:solidFill>
              <a:srgbClr val="52E05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A70DB"/>
          </a:solidFill>
          <a:ln w="12700">
            <a:solidFill>
              <a:srgbClr val="A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F"/>
          </a:solidFill>
          <a:ln w="12700">
            <a:solidFill>
              <a:srgbClr val="8547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33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933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ثَرُوجَ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164D8"/>
          </a:solidFill>
          <a:ln w="12700">
            <a:solidFill>
              <a:srgbClr val="8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347D1"/>
          </a:solidFill>
          <a:ln w="12700">
            <a:solidFill>
              <a:srgbClr val="5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33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33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817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جَرُوحَ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0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00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حَرُوخَ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F"/>
          </a:solidFill>
          <a:ln w="12700">
            <a:solidFill>
              <a:srgbClr val="2B64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C79"/>
          </a:solidFill>
          <a:ln w="12700">
            <a:solidFill>
              <a:srgbClr val="345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0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00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22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خَرُودَ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6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6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61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61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39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224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224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دَرُوذَ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E5E"/>
          </a:solidFill>
          <a:ln w="12700">
            <a:solidFill>
              <a:srgbClr val="EDB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0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90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ذَرُوأَ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FE0"/>
          </a:solidFill>
          <a:ln w="12700">
            <a:solidFill>
              <a:srgbClr val="526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070"/>
          </a:solidFill>
          <a:ln w="12700">
            <a:solidFill>
              <a:srgbClr val="DB9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8547"/>
          </a:solidFill>
          <a:ln w="12700">
            <a:solidFill>
              <a:srgbClr val="5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09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209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أَرُو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4"/>
          </a:solidFill>
          <a:ln w="12700">
            <a:solidFill>
              <a:srgbClr val="D86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E"/>
          </a:solidFill>
          <a:ln w="12700">
            <a:solidFill>
              <a:srgbClr val="D1475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09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209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61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بَرُو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1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تَرُو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2B64"/>
          </a:solidFill>
          <a:ln w="12700">
            <a:solidFill>
              <a:srgbClr val="5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E"/>
          </a:solidFill>
          <a:ln w="12700">
            <a:solidFill>
              <a:srgbClr val="79346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53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253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ثَرُو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3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23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61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جَرُو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A"/>
          </a:solidFill>
          <a:ln w="12700">
            <a:solidFill>
              <a:srgbClr val="5EED9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3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23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161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حَرُو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3"/>
          </a:solidFill>
          <a:ln w="12700">
            <a:solidFill>
              <a:srgbClr val="E0529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5"/>
          </a:solidFill>
          <a:ln w="12700">
            <a:solidFill>
              <a:srgbClr val="70DB7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D85"/>
          </a:solidFill>
          <a:ln w="12700">
            <a:solidFill>
              <a:srgbClr val="476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2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32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6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خَرُو</a:t>
            </a:r>
            <a:endParaRPr lang="ar-SA" sz="8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1D864"/>
          </a:solidFill>
          <a:ln w="12700">
            <a:solidFill>
              <a:srgbClr val="8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0D147"/>
          </a:solidFill>
          <a:ln w="12700">
            <a:solidFill>
              <a:srgbClr val="8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66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66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494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96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دَرُو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724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724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66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166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494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ذَرُو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32B"/>
          </a:solidFill>
          <a:ln w="12700">
            <a:solidFill>
              <a:srgbClr val="644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434"/>
          </a:solidFill>
          <a:ln w="12700">
            <a:solidFill>
              <a:srgbClr val="797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803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1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6803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3740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2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53987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</a:t>
            </a:r>
            <a:endParaRPr lang="ar-SA" sz="9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زُوأَ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75EED"/>
          </a:solidFill>
          <a:ln w="12700">
            <a:solidFill>
              <a:srgbClr val="7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3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زُوبَ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6E052"/>
          </a:solidFill>
          <a:ln w="12700">
            <a:solidFill>
              <a:srgbClr val="B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6DB"/>
          </a:solidFill>
          <a:ln w="12700">
            <a:solidFill>
              <a:srgbClr val="708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D"/>
          </a:solidFill>
          <a:ln w="12700">
            <a:solidFill>
              <a:srgbClr val="8547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3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زُوتَ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ED8"/>
          </a:solidFill>
          <a:ln w="12700">
            <a:solidFill>
              <a:srgbClr val="649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3D1"/>
          </a:solidFill>
          <a:ln w="12700">
            <a:solidFill>
              <a:srgbClr val="47A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3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زُوثَ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647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زُوجَ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5"/>
          </a:solidFill>
          <a:ln w="12700">
            <a:solidFill>
              <a:srgbClr val="2B64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3"/>
          </a:solidFill>
          <a:ln w="12700">
            <a:solidFill>
              <a:srgbClr val="34796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647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زُوحَ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0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47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زُوخَ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A"/>
          </a:solidFill>
          <a:ln w="12700">
            <a:solidFill>
              <a:srgbClr val="ED5E6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3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زُودَ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AE0"/>
          </a:solidFill>
          <a:ln w="12700">
            <a:solidFill>
              <a:srgbClr val="52D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1"/>
          </a:solidFill>
          <a:ln w="12700">
            <a:solidFill>
              <a:srgbClr val="DB70A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D47"/>
          </a:solidFill>
          <a:ln w="12700">
            <a:solidFill>
              <a:srgbClr val="857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زُوذَ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B"/>
          </a:solidFill>
          <a:ln w="12700">
            <a:solidFill>
              <a:srgbClr val="D864B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5"/>
          </a:solidFill>
          <a:ln w="12700">
            <a:solidFill>
              <a:srgbClr val="D147C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3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زُورَ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أَزُوبَ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F64"/>
          </a:solidFill>
          <a:ln w="12700">
            <a:solidFill>
              <a:srgbClr val="2B2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3479"/>
          </a:solidFill>
          <a:ln w="12700">
            <a:solidFill>
              <a:srgbClr val="5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76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بَزُوتَ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76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تَزُوثَ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DED5E"/>
          </a:solidFill>
          <a:ln w="12700">
            <a:solidFill>
              <a:srgbClr val="8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ثَزُوجَ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352E0"/>
          </a:solidFill>
          <a:ln w="12700">
            <a:solidFill>
              <a:srgbClr val="C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BDB70"/>
          </a:solidFill>
          <a:ln w="12700">
            <a:solidFill>
              <a:srgbClr val="B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E"/>
          </a:solidFill>
          <a:ln w="12700">
            <a:solidFill>
              <a:srgbClr val="4785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3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3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662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جَزُوحَ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864"/>
          </a:solidFill>
          <a:ln w="12700">
            <a:solidFill>
              <a:srgbClr val="D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B47"/>
          </a:solidFill>
          <a:ln w="12700">
            <a:solidFill>
              <a:srgbClr val="D1B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06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06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62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حَزُوخَ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06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06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62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خَزُودَ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E"/>
          </a:solidFill>
          <a:ln w="12700">
            <a:solidFill>
              <a:srgbClr val="642B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034"/>
          </a:solidFill>
          <a:ln w="12700">
            <a:solidFill>
              <a:srgbClr val="794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2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2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دَزُوذَ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ذَزُورَ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1ED"/>
          </a:solidFill>
          <a:ln w="12700">
            <a:solidFill>
              <a:srgbClr val="5EB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499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رَزُوأَ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052"/>
          </a:solidFill>
          <a:ln w="12700">
            <a:solidFill>
              <a:srgbClr val="E0A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6DB"/>
          </a:solidFill>
          <a:ln w="12700">
            <a:solidFill>
              <a:srgbClr val="70D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4785"/>
          </a:solidFill>
          <a:ln w="12700">
            <a:solidFill>
              <a:srgbClr val="5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أَزُو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C"/>
          </a:solidFill>
          <a:ln w="12700">
            <a:solidFill>
              <a:srgbClr val="64D8B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9"/>
          </a:solidFill>
          <a:ln w="12700">
            <a:solidFill>
              <a:srgbClr val="47D19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3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بَزُو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3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تَزُو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642B"/>
          </a:solidFill>
          <a:ln w="12700">
            <a:solidFill>
              <a:srgbClr val="4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97934"/>
          </a:solidFill>
          <a:ln w="12700">
            <a:solidFill>
              <a:srgbClr val="3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ثَزُو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3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جَزُو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4"/>
          </a:solidFill>
          <a:ln w="12700">
            <a:solidFill>
              <a:srgbClr val="ED5ED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3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حَزُو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C"/>
          </a:solidFill>
          <a:ln w="12700">
            <a:solidFill>
              <a:srgbClr val="52E07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670DB"/>
          </a:solidFill>
          <a:ln w="12700">
            <a:solidFill>
              <a:srgbClr val="C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F47"/>
          </a:solidFill>
          <a:ln w="12700">
            <a:solidFill>
              <a:srgbClr val="854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0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0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3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خَزُو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F64D8"/>
          </a:solidFill>
          <a:ln w="12700">
            <a:solidFill>
              <a:srgbClr val="9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647D1"/>
          </a:solidFill>
          <a:ln w="12700">
            <a:solidFill>
              <a:srgbClr val="7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3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دَزُو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ذَزُو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A64"/>
          </a:solidFill>
          <a:ln w="12700">
            <a:solidFill>
              <a:srgbClr val="2B5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B79"/>
          </a:solidFill>
          <a:ln w="12700">
            <a:solidFill>
              <a:srgbClr val="344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89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3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رَزُو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16540" y="896112"/>
            <a:ext cx="209347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5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16540" y="896112"/>
            <a:ext cx="209347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يَزُورُ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433990" y="896112"/>
            <a:ext cx="186251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5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33990" y="896112"/>
            <a:ext cx="186251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جَدَّهُ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61673" y="2834640"/>
            <a:ext cx="362065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61673" y="2834640"/>
            <a:ext cx="362065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يَزُورُ جَدَّهُ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25E"/>
          </a:solidFill>
          <a:ln w="12700">
            <a:solidFill>
              <a:srgbClr val="EDE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236070" y="896112"/>
            <a:ext cx="169084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3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236070" y="896112"/>
            <a:ext cx="169084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نُورٌ</a:t>
            </a:r>
            <a:endParaRPr lang="ar-SA" sz="5400" dirty="0"/>
          </a:p>
        </p:txBody>
      </p:sp>
      <p:sp>
        <p:nvSpPr>
          <p:cNvPr id="20" name="C2 W2 pill"/>
          <p:cNvSpPr/>
          <p:nvPr/>
        </p:nvSpPr>
        <p:spPr>
          <a:xfrm>
            <a:off x="2217085" y="896112"/>
            <a:ext cx="269894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3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217085" y="896112"/>
            <a:ext cx="269894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وَسُرُورٌ</a:t>
            </a:r>
            <a:endParaRPr lang="ar-SA" sz="5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571147" y="2834640"/>
            <a:ext cx="400170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571147" y="2834640"/>
            <a:ext cx="400170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نُورٌ وَسُرُورٌ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952E0"/>
          </a:solidFill>
          <a:ln w="12700">
            <a:solidFill>
              <a:srgbClr val="5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B70"/>
          </a:solidFill>
          <a:ln w="12700">
            <a:solidFill>
              <a:srgbClr val="DBA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8547"/>
          </a:solidFill>
          <a:ln w="12700">
            <a:solidFill>
              <a:srgbClr val="4F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32361" y="896112"/>
            <a:ext cx="200439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B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32361" y="896112"/>
            <a:ext cx="200439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يَدُورُ</a:t>
            </a:r>
            <a:endParaRPr lang="ar-SA" sz="5300" dirty="0"/>
          </a:p>
        </p:txBody>
      </p:sp>
      <p:sp>
        <p:nvSpPr>
          <p:cNvPr id="17" name="C2 W2 pill"/>
          <p:cNvSpPr/>
          <p:nvPr/>
        </p:nvSpPr>
        <p:spPr>
          <a:xfrm>
            <a:off x="2207247" y="896112"/>
            <a:ext cx="24050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B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207247" y="896112"/>
            <a:ext cx="24050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دُولَابٌ</a:t>
            </a:r>
            <a:endParaRPr lang="ar-SA" sz="53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577054" y="2834640"/>
            <a:ext cx="39898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577054" y="2834640"/>
            <a:ext cx="39898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يَدُورُ دُولَابٌ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06-ra-zay</dc:title>
  <dc:subject>PptxGenJS Presentation</dc:subject>
  <dc:creator>PptxGenJS</dc:creator>
  <cp:lastModifiedBy>PptxGenJS</cp:lastModifiedBy>
  <cp:revision>1</cp:revision>
  <dcterms:created xsi:type="dcterms:W3CDTF">2026-10-21T18:02:10Z</dcterms:created>
  <dcterms:modified xsi:type="dcterms:W3CDTF">2026-10-21T18:02:10Z</dcterms:modified>
</cp:coreProperties>
</file>