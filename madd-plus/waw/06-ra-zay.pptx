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ED5E"/>
          </a:solidFill>
          <a:ln w="12700">
            <a:solidFill>
              <a:srgbClr val="B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748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5748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8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14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3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3988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</a:t>
            </a:r>
            <a:endParaRPr lang="ar-SA" sz="10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77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2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0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44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رُوجَ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44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رُوحَ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B52"/>
          </a:solidFill>
          <a:ln w="12700">
            <a:solidFill>
              <a:srgbClr val="E07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5"/>
          </a:solidFill>
          <a:ln w="12700">
            <a:solidFill>
              <a:srgbClr val="47D1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أَرُوبَ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4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بَرُوتَ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5EED"/>
          </a:solidFill>
          <a:ln w="12700">
            <a:solidFill>
              <a:srgbClr val="E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10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تَرُوثَ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70DB"/>
          </a:solidFill>
          <a:ln w="12700">
            <a:solidFill>
              <a:srgbClr val="A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ثَرُوجَ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64D8"/>
          </a:solidFill>
          <a:ln w="12700">
            <a:solidFill>
              <a:srgbClr val="8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47D1"/>
          </a:solidFill>
          <a:ln w="12700">
            <a:solidFill>
              <a:srgbClr val="5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17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جَرُوحَ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حَرُوخَ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22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خَرُودَ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61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61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39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دَرُوذَ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E5E"/>
          </a:solidFill>
          <a:ln w="12700">
            <a:solidFill>
              <a:srgbClr val="EDB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FE0"/>
          </a:solidFill>
          <a:ln w="12700">
            <a:solidFill>
              <a:srgbClr val="526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4"/>
          </a:solidFill>
          <a:ln w="12700">
            <a:solidFill>
              <a:srgbClr val="D86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E"/>
          </a:solidFill>
          <a:ln w="12700">
            <a:solidFill>
              <a:srgbClr val="D147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6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تَرُو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6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A"/>
          </a:solidFill>
          <a:ln w="12700">
            <a:solidFill>
              <a:srgbClr val="5EED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6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3"/>
          </a:solidFill>
          <a:ln w="12700">
            <a:solidFill>
              <a:srgbClr val="E052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5"/>
          </a:solidFill>
          <a:ln w="12700">
            <a:solidFill>
              <a:srgbClr val="70DB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خَرُو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D864"/>
          </a:solidFill>
          <a:ln w="12700">
            <a:solidFill>
              <a:srgbClr val="8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D147"/>
          </a:solidFill>
          <a:ln w="12700">
            <a:solidFill>
              <a:srgbClr val="8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80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1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680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74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2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398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5EED"/>
          </a:solidFill>
          <a:ln w="12700">
            <a:solidFill>
              <a:srgbClr val="7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زُوبَ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E052"/>
          </a:solidFill>
          <a:ln w="12700">
            <a:solidFill>
              <a:srgbClr val="B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زُوتَ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ED8"/>
          </a:solidFill>
          <a:ln w="12700">
            <a:solidFill>
              <a:srgbClr val="649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3D1"/>
          </a:solidFill>
          <a:ln w="12700">
            <a:solidFill>
              <a:srgbClr val="47A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زُوثَ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4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زُوجَ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4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زُوحَ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4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زُوخَ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A"/>
          </a:solidFill>
          <a:ln w="12700">
            <a:solidFill>
              <a:srgbClr val="ED5E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زُودَ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AE0"/>
          </a:solidFill>
          <a:ln w="12700">
            <a:solidFill>
              <a:srgbClr val="52D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1"/>
          </a:solidFill>
          <a:ln w="12700">
            <a:solidFill>
              <a:srgbClr val="DB70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5"/>
          </a:solidFill>
          <a:ln w="12700">
            <a:solidFill>
              <a:srgbClr val="D147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زُورَ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أَزُوبَ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6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بَزُوتَ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6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تَزُوثَ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ED5E"/>
          </a:solidFill>
          <a:ln w="12700">
            <a:solidFill>
              <a:srgbClr val="8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ثَزُوجَ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6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جَزُوحَ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B47"/>
          </a:solidFill>
          <a:ln w="12700">
            <a:solidFill>
              <a:srgbClr val="D1B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6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حَزُوخَ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2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خَزُودَ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دَزُوذَ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ذَزُورَ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052"/>
          </a:solidFill>
          <a:ln w="12700">
            <a:solidFill>
              <a:srgbClr val="E0A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C"/>
          </a:solidFill>
          <a:ln w="12700">
            <a:solidFill>
              <a:srgbClr val="64D8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9"/>
          </a:solidFill>
          <a:ln w="12700">
            <a:solidFill>
              <a:srgbClr val="47D1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4"/>
          </a:solidFill>
          <a:ln w="12700">
            <a:solidFill>
              <a:srgbClr val="ED5E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64D8"/>
          </a:solidFill>
          <a:ln w="12700">
            <a:solidFill>
              <a:srgbClr val="9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رَزُو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16540" y="896112"/>
            <a:ext cx="20934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16540" y="896112"/>
            <a:ext cx="20934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يَزُورُ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433990" y="896112"/>
            <a:ext cx="1862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990" y="896112"/>
            <a:ext cx="1862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جَدَّهُ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61673" y="2834640"/>
            <a:ext cx="36206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61673" y="2834640"/>
            <a:ext cx="36206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يَزُورُ جَدَّهُ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236070" y="896112"/>
            <a:ext cx="16908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3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236070" y="896112"/>
            <a:ext cx="16908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نُورٌ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217085" y="896112"/>
            <a:ext cx="26989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3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17085" y="896112"/>
            <a:ext cx="26989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وَسُرُورٌ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71147" y="2834640"/>
            <a:ext cx="4001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71147" y="2834640"/>
            <a:ext cx="4001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نُورٌ وَسُرُورٌ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52E0"/>
          </a:solidFill>
          <a:ln w="12700">
            <a:solidFill>
              <a:srgbClr val="5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2361" y="896112"/>
            <a:ext cx="20043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B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2361" y="896112"/>
            <a:ext cx="20043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يَدُورُ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207247" y="896112"/>
            <a:ext cx="24050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07247" y="896112"/>
            <a:ext cx="24050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دُولَابٌ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77054" y="2834640"/>
            <a:ext cx="39898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77054" y="2834640"/>
            <a:ext cx="39898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يَدُورُ دُولَابٌ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06-ra-zay</dc:title>
  <dc:subject>PptxGenJS Presentation</dc:subject>
  <dc:creator>PptxGenJS</dc:creator>
  <cp:lastModifiedBy>PptxGenJS</cp:lastModifiedBy>
  <cp:revision>1</cp:revision>
  <dcterms:created xsi:type="dcterms:W3CDTF">2026-10-21T17:57:53Z</dcterms:created>
  <dcterms:modified xsi:type="dcterms:W3CDTF">2026-10-21T17:57:53Z</dcterms:modified>
</cp:coreProperties>
</file>