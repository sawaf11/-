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748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14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3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988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</a:t>
            </a:r>
            <a:endParaRPr lang="ar-SA" sz="10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44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B52"/>
          </a:solidFill>
          <a:ln w="12700">
            <a:solidFill>
              <a:srgbClr val="E07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5EED"/>
          </a:solidFill>
          <a:ln w="12700">
            <a:solidFill>
              <a:srgbClr val="E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10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64D8"/>
          </a:solidFill>
          <a:ln w="12700">
            <a:solidFill>
              <a:srgbClr val="8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47D1"/>
          </a:solidFill>
          <a:ln w="12700">
            <a:solidFill>
              <a:srgbClr val="5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3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خَرُودَ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1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0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4"/>
          </a:solidFill>
          <a:ln w="12700">
            <a:solidFill>
              <a:srgbClr val="D86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09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53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A"/>
          </a:solidFill>
          <a:ln w="12700">
            <a:solidFill>
              <a:srgbClr val="5EED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3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6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3"/>
          </a:solidFill>
          <a:ln w="12700">
            <a:solidFill>
              <a:srgbClr val="E052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2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خَرُو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2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6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80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زُوبَ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زُوتَ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ED8"/>
          </a:solidFill>
          <a:ln w="12700">
            <a:solidFill>
              <a:srgbClr val="649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3D1"/>
          </a:solidFill>
          <a:ln w="12700">
            <a:solidFill>
              <a:srgbClr val="47A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زُوثَ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زُوجَ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زُوحَ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4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زُوخَ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زُودَ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زُورَ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جَزُوحَ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6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حَزُوخَ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6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9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9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16540" y="896112"/>
            <a:ext cx="20934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16540" y="896112"/>
            <a:ext cx="20934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33990" y="896112"/>
            <a:ext cx="18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990" y="896112"/>
            <a:ext cx="18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جَدَّهُ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61673" y="2834640"/>
            <a:ext cx="36206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61673" y="2834640"/>
            <a:ext cx="36206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يَزُورُ جَدَّهُ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36070" y="896112"/>
            <a:ext cx="1690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36070" y="896112"/>
            <a:ext cx="1690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217085" y="896112"/>
            <a:ext cx="26989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7085" y="896112"/>
            <a:ext cx="26989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وَسُرُورٌ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1147" y="2834640"/>
            <a:ext cx="4001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1147" y="2834640"/>
            <a:ext cx="4001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نُورٌ وَسُرُورٌ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2361" y="896112"/>
            <a:ext cx="20043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2361" y="896112"/>
            <a:ext cx="20043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207247" y="896112"/>
            <a:ext cx="24050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7247" y="896112"/>
            <a:ext cx="24050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دُولَابٌ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7054" y="2834640"/>
            <a:ext cx="39898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7054" y="2834640"/>
            <a:ext cx="39898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يَدُورُ دُولَابٌ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06-ra-zay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