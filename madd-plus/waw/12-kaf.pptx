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23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0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2342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778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082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كُوتَ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كُوثَ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كُوجَ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1"/>
          </a:solidFill>
          <a:ln w="12700">
            <a:solidFill>
              <a:srgbClr val="5EEDA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كُوحَ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C"/>
          </a:solidFill>
          <a:ln w="12700">
            <a:solidFill>
              <a:srgbClr val="E052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كُوخَ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D147"/>
          </a:solidFill>
          <a:ln w="12700">
            <a:solidFill>
              <a:srgbClr val="7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كُودَ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كُوذَ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كُورَ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كُوزَ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كُوسَ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كُوشَ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CD1"/>
          </a:solidFill>
          <a:ln w="12700">
            <a:solidFill>
              <a:srgbClr val="479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14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كُوطَ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كُوظَ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كُوعَ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3E0"/>
          </a:solidFill>
          <a:ln w="12700">
            <a:solidFill>
              <a:srgbClr val="52D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47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كُوغَ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5"/>
          </a:solidFill>
          <a:ln w="12700">
            <a:solidFill>
              <a:srgbClr val="D864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كُوفَ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كُوقَ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أَكُوبَ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47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58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بَكُوتَ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58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تَكُوثَ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83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ثَكُوجَ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2D864"/>
          </a:solidFill>
          <a:ln w="12700">
            <a:solidFill>
              <a:srgbClr val="D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43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جَكُوحَ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حَكُوخَ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302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خَكُودَ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2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دَكُوذَ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AED"/>
          </a:solidFill>
          <a:ln w="12700">
            <a:solidFill>
              <a:srgbClr val="5EA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44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ذَكُورَ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752"/>
          </a:solidFill>
          <a:ln w="12700">
            <a:solidFill>
              <a:srgbClr val="E0A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1DB"/>
          </a:solidFill>
          <a:ln w="12700">
            <a:solidFill>
              <a:srgbClr val="70D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7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2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0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رَكُوزَ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4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4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47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00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زَكُوسَ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668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سَكُوشَ</a:t>
            </a:r>
            <a:endParaRPr lang="ar-SA" sz="4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245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80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668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شَكُوصَ</a:t>
            </a:r>
            <a:endParaRPr lang="ar-SA" sz="4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61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صَكُوضَ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227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801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06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ضَكُوطَ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3"/>
          </a:solidFill>
          <a:ln w="12700">
            <a:solidFill>
              <a:srgbClr val="52E08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70DB"/>
          </a:solidFill>
          <a:ln w="12700">
            <a:solidFill>
              <a:srgbClr val="C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40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13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طَكُوظَ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47D1"/>
          </a:solidFill>
          <a:ln w="12700">
            <a:solidFill>
              <a:srgbClr val="7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ظَكُوعَ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89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عَكُوغَ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26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719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غَكُوفَ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5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77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فَكُوقَ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7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70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قَكُوأَ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72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أَكُو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3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4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46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ثَكُو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6"/>
          </a:solidFill>
          <a:ln w="12700">
            <a:solidFill>
              <a:srgbClr val="5EED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91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7"/>
          </a:solidFill>
          <a:ln w="12700">
            <a:solidFill>
              <a:srgbClr val="E052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821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دَكُو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303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ذَكُو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56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رَكُو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84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25EED"/>
          </a:solidFill>
          <a:ln w="12700">
            <a:solidFill>
              <a:srgbClr val="A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5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82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سَكُو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شَكُو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0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98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صَكُو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74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153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ضَكُو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طَكُو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26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ظَكُو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عَكُو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7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غَكُو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B"/>
          </a:solidFill>
          <a:ln w="12700">
            <a:solidFill>
              <a:srgbClr val="D1479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77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فَكُو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896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0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3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قَكُو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3479"/>
          </a:solidFill>
          <a:ln w="12700">
            <a:solidFill>
              <a:srgbClr val="66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15355" y="896112"/>
            <a:ext cx="1937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A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15355" y="896112"/>
            <a:ext cx="1937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كُوبُ</a:t>
            </a:r>
            <a:endParaRPr lang="ar-SA" sz="4900" dirty="0"/>
          </a:p>
        </p:txBody>
      </p:sp>
      <p:sp>
        <p:nvSpPr>
          <p:cNvPr id="14" name="C2 W2 pill"/>
          <p:cNvSpPr/>
          <p:nvPr/>
        </p:nvSpPr>
        <p:spPr>
          <a:xfrm>
            <a:off x="2690958" y="896112"/>
            <a:ext cx="15043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A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90958" y="896112"/>
            <a:ext cx="15043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مَاءٍ</a:t>
            </a:r>
            <a:endParaRPr lang="ar-SA" sz="49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26887" y="2834640"/>
            <a:ext cx="30902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26887" y="2834640"/>
            <a:ext cx="30902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كُوبُ مَاءٍ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141646" y="896112"/>
            <a:ext cx="193768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141646" y="896112"/>
            <a:ext cx="193768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كُوبٌ</a:t>
            </a:r>
            <a:endParaRPr lang="ar-SA" sz="4900" dirty="0"/>
          </a:p>
        </p:txBody>
      </p:sp>
      <p:sp>
        <p:nvSpPr>
          <p:cNvPr id="12" name="C2 W2 pill"/>
          <p:cNvSpPr/>
          <p:nvPr/>
        </p:nvSpPr>
        <p:spPr>
          <a:xfrm>
            <a:off x="2064666" y="896112"/>
            <a:ext cx="27569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64666" y="896112"/>
            <a:ext cx="27569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وَصَحۡنٌ</a:t>
            </a:r>
            <a:endParaRPr lang="ar-SA" sz="49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95775" y="2834640"/>
            <a:ext cx="43524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95775" y="2834640"/>
            <a:ext cx="43524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كُوبٌ وَصَحۡنٌ</a:t>
            </a:r>
            <a:endParaRPr lang="ar-SA" sz="4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ED5E"/>
          </a:solidFill>
          <a:ln w="12700">
            <a:solidFill>
              <a:srgbClr val="6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441027" y="896112"/>
            <a:ext cx="20308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441027" y="896112"/>
            <a:ext cx="20308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يَكُونُ</a:t>
            </a:r>
            <a:endParaRPr lang="ar-SA" sz="4900" dirty="0"/>
          </a:p>
        </p:txBody>
      </p:sp>
      <p:sp>
        <p:nvSpPr>
          <p:cNvPr id="20" name="C2 W2 pill"/>
          <p:cNvSpPr/>
          <p:nvPr/>
        </p:nvSpPr>
        <p:spPr>
          <a:xfrm>
            <a:off x="2672095" y="896112"/>
            <a:ext cx="144889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72095" y="896112"/>
            <a:ext cx="144889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هُنَا</a:t>
            </a:r>
            <a:endParaRPr lang="ar-SA" sz="49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37948" y="2834640"/>
            <a:ext cx="30681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37948" y="2834640"/>
            <a:ext cx="30681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يَكُونُ هُنَا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12-kaf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