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55E"/>
          </a:solidFill>
          <a:ln w="12700">
            <a:solidFill>
              <a:srgbClr val="EDC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234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8234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778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1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60829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</a:t>
            </a:r>
            <a:endParaRPr lang="ar-SA" sz="8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8E0"/>
          </a:solidFill>
          <a:ln w="12700">
            <a:solidFill>
              <a:srgbClr val="526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570"/>
          </a:solidFill>
          <a:ln w="12700">
            <a:solidFill>
              <a:srgbClr val="DB9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A64"/>
          </a:solidFill>
          <a:ln w="12700">
            <a:solidFill>
              <a:srgbClr val="D86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7"/>
          </a:solidFill>
          <a:ln w="12700">
            <a:solidFill>
              <a:srgbClr val="D147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كُوبَ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كُوجَ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1"/>
          </a:solidFill>
          <a:ln w="12700">
            <a:solidFill>
              <a:srgbClr val="5EED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كُوحَ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C"/>
          </a:solidFill>
          <a:ln w="12700">
            <a:solidFill>
              <a:srgbClr val="E052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A"/>
          </a:solidFill>
          <a:ln w="12700">
            <a:solidFill>
              <a:srgbClr val="70DB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2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82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كُوخَ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D864"/>
          </a:solidFill>
          <a:ln w="12700">
            <a:solidFill>
              <a:srgbClr val="7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D147"/>
          </a:solidFill>
          <a:ln w="12700">
            <a:solidFill>
              <a:srgbClr val="7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كُودَ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كُوذَ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كُورَ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كُوزَ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5EED"/>
          </a:solidFill>
          <a:ln w="12700">
            <a:solidFill>
              <a:srgbClr val="7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5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85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1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كُوسَ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E052"/>
          </a:solidFill>
          <a:ln w="12700">
            <a:solidFill>
              <a:srgbClr val="A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1DB"/>
          </a:solidFill>
          <a:ln w="12700">
            <a:solidFill>
              <a:srgbClr val="708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1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كُوشَ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8D8"/>
          </a:solidFill>
          <a:ln w="12700">
            <a:solidFill>
              <a:srgbClr val="649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CD1"/>
          </a:solidFill>
          <a:ln w="12700">
            <a:solidFill>
              <a:srgbClr val="479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0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0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1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كُوصَ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1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كُوضَ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كُوطَ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كُوظَ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3"/>
          </a:solidFill>
          <a:ln w="12700">
            <a:solidFill>
              <a:srgbClr val="ED5E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كُوعَ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3E0"/>
          </a:solidFill>
          <a:ln w="12700">
            <a:solidFill>
              <a:srgbClr val="52D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7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7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كُوغَ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5"/>
          </a:solidFill>
          <a:ln w="12700">
            <a:solidFill>
              <a:srgbClr val="D864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كُوفَ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كُوقَ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أَكُوبَ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58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بَكُوتَ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ED5E"/>
          </a:solidFill>
          <a:ln w="12700">
            <a:solidFill>
              <a:srgbClr val="8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58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تَكُوثَ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52E0"/>
          </a:solidFill>
          <a:ln w="12700">
            <a:solidFill>
              <a:srgbClr val="C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8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ثَكُوجَ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D864"/>
          </a:solidFill>
          <a:ln w="12700">
            <a:solidFill>
              <a:srgbClr val="D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8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جَكُوحَ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302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302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8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حَكُوخَ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302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302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790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خَكُودَ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90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دَكُوذَ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AED"/>
          </a:solidFill>
          <a:ln w="12700">
            <a:solidFill>
              <a:srgbClr val="5EA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90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ذَكُورَ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752"/>
          </a:solidFill>
          <a:ln w="12700">
            <a:solidFill>
              <a:srgbClr val="E0A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1DB"/>
          </a:solidFill>
          <a:ln w="12700">
            <a:solidFill>
              <a:srgbClr val="70D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90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رَكُوزَ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F"/>
          </a:solidFill>
          <a:ln w="12700">
            <a:solidFill>
              <a:srgbClr val="47D1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4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4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00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زَكُوسَ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245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245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668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سَكُوشَ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245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245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68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شَكُوصَ</a:t>
            </a:r>
            <a:endParaRPr lang="ar-SA" sz="4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227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227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61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صَكُوضَ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227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227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06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ضَكُوطَ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3"/>
          </a:solidFill>
          <a:ln w="12700">
            <a:solidFill>
              <a:srgbClr val="52E0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70DB"/>
          </a:solidFill>
          <a:ln w="12700">
            <a:solidFill>
              <a:srgbClr val="C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13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طَكُوظَ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47D1"/>
          </a:solidFill>
          <a:ln w="12700">
            <a:solidFill>
              <a:srgbClr val="7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5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5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8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ظَكُوعَ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26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26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89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عَكُوغَ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26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26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719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غَكُوفَ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5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5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77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فَكُوقَ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95E"/>
          </a:solidFill>
          <a:ln w="12700">
            <a:solidFill>
              <a:srgbClr val="EDE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70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قَكُوأَ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52E0"/>
          </a:solidFill>
          <a:ln w="12700">
            <a:solidFill>
              <a:srgbClr val="6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أَكُو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864"/>
          </a:solidFill>
          <a:ln w="12700">
            <a:solidFill>
              <a:srgbClr val="D88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B47"/>
          </a:solidFill>
          <a:ln w="12700">
            <a:solidFill>
              <a:srgbClr val="D15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بَكُو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تَكُو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ثَكُو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جَكُو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6"/>
          </a:solidFill>
          <a:ln w="12700">
            <a:solidFill>
              <a:srgbClr val="5EEDC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حَكُو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7"/>
          </a:solidFill>
          <a:ln w="12700">
            <a:solidFill>
              <a:srgbClr val="E0526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2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82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خَكُو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B"/>
          </a:solidFill>
          <a:ln w="12700">
            <a:solidFill>
              <a:srgbClr val="64D8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دَكُو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ذَكُو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رَكُو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زَكُو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5EED"/>
          </a:solidFill>
          <a:ln w="12700">
            <a:solidFill>
              <a:srgbClr val="A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5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85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سَكُو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E052"/>
          </a:solidFill>
          <a:ln w="12700">
            <a:solidFill>
              <a:srgbClr val="8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70DB"/>
          </a:solidFill>
          <a:ln w="12700">
            <a:solidFill>
              <a:srgbClr val="7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شَكُو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AD8"/>
          </a:solidFill>
          <a:ln w="12700">
            <a:solidFill>
              <a:srgbClr val="647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9D1"/>
          </a:solidFill>
          <a:ln w="12700">
            <a:solidFill>
              <a:srgbClr val="477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0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0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صَكُو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74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ضَكُو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طَكُو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ظَكُو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عَكُو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EE0"/>
          </a:solidFill>
          <a:ln w="12700">
            <a:solidFill>
              <a:srgbClr val="52A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0"/>
          </a:solidFill>
          <a:ln w="12700">
            <a:solidFill>
              <a:srgbClr val="DB70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7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7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غَكُو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7"/>
          </a:solidFill>
          <a:ln w="12700">
            <a:solidFill>
              <a:srgbClr val="D864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B"/>
          </a:solidFill>
          <a:ln w="12700">
            <a:solidFill>
              <a:srgbClr val="D147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77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فَكُو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896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0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قَكُو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15355" y="896112"/>
            <a:ext cx="19376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A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15355" y="896112"/>
            <a:ext cx="19376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كُوبُ</a:t>
            </a:r>
            <a:endParaRPr lang="ar-SA" sz="4900" dirty="0"/>
          </a:p>
        </p:txBody>
      </p:sp>
      <p:sp>
        <p:nvSpPr>
          <p:cNvPr id="14" name="C2 W2 pill"/>
          <p:cNvSpPr/>
          <p:nvPr/>
        </p:nvSpPr>
        <p:spPr>
          <a:xfrm>
            <a:off x="2690958" y="896112"/>
            <a:ext cx="15043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90958" y="896112"/>
            <a:ext cx="15043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مَاءٍ</a:t>
            </a:r>
            <a:endParaRPr lang="ar-SA" sz="49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26887" y="2834640"/>
            <a:ext cx="30902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26887" y="2834640"/>
            <a:ext cx="30902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كُوبُ مَاءٍ</a:t>
            </a:r>
            <a:endParaRPr lang="ar-SA" sz="4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141646" y="896112"/>
            <a:ext cx="19376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C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41646" y="896112"/>
            <a:ext cx="19376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كُوبٌ</a:t>
            </a:r>
            <a:endParaRPr lang="ar-SA" sz="4900" dirty="0"/>
          </a:p>
        </p:txBody>
      </p:sp>
      <p:sp>
        <p:nvSpPr>
          <p:cNvPr id="12" name="C2 W2 pill"/>
          <p:cNvSpPr/>
          <p:nvPr/>
        </p:nvSpPr>
        <p:spPr>
          <a:xfrm>
            <a:off x="2064666" y="896112"/>
            <a:ext cx="27569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64666" y="896112"/>
            <a:ext cx="27569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وَصَحۡنٌ</a:t>
            </a:r>
            <a:endParaRPr lang="ar-SA" sz="49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95775" y="2834640"/>
            <a:ext cx="43524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95775" y="2834640"/>
            <a:ext cx="43524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كُوبٌ وَصَحۡنٌ</a:t>
            </a:r>
            <a:endParaRPr lang="ar-SA" sz="4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ED5E"/>
          </a:solidFill>
          <a:ln w="12700">
            <a:solidFill>
              <a:srgbClr val="6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41027" y="896112"/>
            <a:ext cx="20308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41027" y="896112"/>
            <a:ext cx="20308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يَكُونُ</a:t>
            </a:r>
            <a:endParaRPr lang="ar-SA" sz="4900" dirty="0"/>
          </a:p>
        </p:txBody>
      </p:sp>
      <p:sp>
        <p:nvSpPr>
          <p:cNvPr id="20" name="C2 W2 pill"/>
          <p:cNvSpPr/>
          <p:nvPr/>
        </p:nvSpPr>
        <p:spPr>
          <a:xfrm>
            <a:off x="2672095" y="896112"/>
            <a:ext cx="144889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E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72095" y="896112"/>
            <a:ext cx="14488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هُنَا</a:t>
            </a:r>
            <a:endParaRPr lang="ar-SA" sz="49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37948" y="2834640"/>
            <a:ext cx="30681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37948" y="2834640"/>
            <a:ext cx="30681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يَكُونُ هُنَا</a:t>
            </a:r>
            <a:endParaRPr lang="ar-SA" sz="4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12-kaf</dc:title>
  <dc:subject>PptxGenJS Presentation</dc:subject>
  <dc:creator>PptxGenJS</dc:creator>
  <cp:lastModifiedBy>PptxGenJS</cp:lastModifiedBy>
  <cp:revision>1</cp:revision>
  <dcterms:created xsi:type="dcterms:W3CDTF">2026-10-21T18:02:11Z</dcterms:created>
  <dcterms:modified xsi:type="dcterms:W3CDTF">2026-10-21T18:02:11Z</dcterms:modified>
</cp:coreProperties>
</file>