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234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234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778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082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كُوجَ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كُوحَ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C"/>
          </a:solidFill>
          <a:ln w="12700">
            <a:solidFill>
              <a:srgbClr val="E052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كُوخَ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D147"/>
          </a:solidFill>
          <a:ln w="12700">
            <a:solidFill>
              <a:srgbClr val="7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كُوذَ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كُورَ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كُوزَ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كُوسَ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كُوشَ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كُوطَ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كُوظَ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كُوعَ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كُوغَ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كُوفَ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كُوقَ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أَكُوبَ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58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بَكُوتَ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58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تَكُوثَ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ثَكُوجَ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جَكُوحَ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حَكُوخَ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خَكُودَ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دَكُوذَ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ذَكُورَ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رَكُوزَ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4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4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0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زَكُوسَ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668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سَكُوشَ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68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شَكُوصَ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61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صَكُوضَ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06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ضَكُوطَ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13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طَكُوظَ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ظَكُوعَ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عَكُوغَ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19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غَكُوفَ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7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فَكُوقَ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52E0"/>
          </a:solidFill>
          <a:ln w="12700">
            <a:solidFill>
              <a:srgbClr val="6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B47"/>
          </a:solidFill>
          <a:ln w="12700">
            <a:solidFill>
              <a:srgbClr val="D15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ثَكُو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6"/>
          </a:solidFill>
          <a:ln w="12700">
            <a:solidFill>
              <a:srgbClr val="5EED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7"/>
          </a:solidFill>
          <a:ln w="12700">
            <a:solidFill>
              <a:srgbClr val="E052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دَكُو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ذَكُو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رَكُو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5EED"/>
          </a:solidFill>
          <a:ln w="12700">
            <a:solidFill>
              <a:srgbClr val="A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AD8"/>
          </a:solidFill>
          <a:ln w="12700">
            <a:solidFill>
              <a:srgbClr val="647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صَكُو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عَكُو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EE0"/>
          </a:solidFill>
          <a:ln w="12700">
            <a:solidFill>
              <a:srgbClr val="52A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0"/>
          </a:solidFill>
          <a:ln w="12700">
            <a:solidFill>
              <a:srgbClr val="DB70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غَكُو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7"/>
          </a:solidFill>
          <a:ln w="12700">
            <a:solidFill>
              <a:srgbClr val="D864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B"/>
          </a:solidFill>
          <a:ln w="12700">
            <a:solidFill>
              <a:srgbClr val="D147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فَكُو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15355" y="896112"/>
            <a:ext cx="1937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15355" y="896112"/>
            <a:ext cx="1937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كُوبُ</a:t>
            </a:r>
            <a:endParaRPr lang="ar-SA" sz="4900" dirty="0"/>
          </a:p>
        </p:txBody>
      </p:sp>
      <p:sp>
        <p:nvSpPr>
          <p:cNvPr id="14" name="C2 W2 pill"/>
          <p:cNvSpPr/>
          <p:nvPr/>
        </p:nvSpPr>
        <p:spPr>
          <a:xfrm>
            <a:off x="2690958" y="896112"/>
            <a:ext cx="15043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0958" y="896112"/>
            <a:ext cx="15043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مَاءٍ</a:t>
            </a:r>
            <a:endParaRPr lang="ar-SA" sz="49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26887" y="2834640"/>
            <a:ext cx="30902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26887" y="2834640"/>
            <a:ext cx="30902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كُوبُ مَاءٍ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68659" y="896112"/>
            <a:ext cx="1937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68659" y="896112"/>
            <a:ext cx="1937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كُوبٌ</a:t>
            </a:r>
            <a:endParaRPr lang="ar-SA" sz="4900" dirty="0"/>
          </a:p>
        </p:txBody>
      </p:sp>
      <p:sp>
        <p:nvSpPr>
          <p:cNvPr id="12" name="C2 W2 pill"/>
          <p:cNvSpPr/>
          <p:nvPr/>
        </p:nvSpPr>
        <p:spPr>
          <a:xfrm>
            <a:off x="2237653" y="896112"/>
            <a:ext cx="24109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37653" y="896112"/>
            <a:ext cx="24109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وَصَحْنٌ</a:t>
            </a:r>
            <a:endParaRPr lang="ar-SA" sz="49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82496" y="2834640"/>
            <a:ext cx="397900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82496" y="2834640"/>
            <a:ext cx="397900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كُوبٌ وَصَحْنٌ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ED5E"/>
          </a:solidFill>
          <a:ln w="12700">
            <a:solidFill>
              <a:srgbClr val="6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41027" y="896112"/>
            <a:ext cx="2030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41027" y="896112"/>
            <a:ext cx="2030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يَكُونُ</a:t>
            </a:r>
            <a:endParaRPr lang="ar-SA" sz="4900" dirty="0"/>
          </a:p>
        </p:txBody>
      </p:sp>
      <p:sp>
        <p:nvSpPr>
          <p:cNvPr id="20" name="C2 W2 pill"/>
          <p:cNvSpPr/>
          <p:nvPr/>
        </p:nvSpPr>
        <p:spPr>
          <a:xfrm>
            <a:off x="2672095" y="896112"/>
            <a:ext cx="144889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72095" y="896112"/>
            <a:ext cx="14488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هُنَا</a:t>
            </a:r>
            <a:endParaRPr lang="ar-SA" sz="49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37948" y="2834640"/>
            <a:ext cx="30681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37948" y="2834640"/>
            <a:ext cx="30681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يَكُونُ هُنَا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12-kaf</dc:title>
  <dc:subject>PptxGenJS Presentation</dc:subject>
  <dc:creator>PptxGenJS</dc:creator>
  <cp:lastModifiedBy>PptxGenJS</cp:lastModifiedBy>
  <cp:revision>1</cp:revision>
  <dcterms:created xsi:type="dcterms:W3CDTF">2026-10-21T17:57:54Z</dcterms:created>
  <dcterms:modified xsi:type="dcterms:W3CDTF">2026-10-21T17:57:54Z</dcterms:modified>
</cp:coreProperties>
</file>