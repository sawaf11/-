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</p:sldIdLst>
  <p:notesMasterIdLst>
    <p:notesMasterId r:id="rId1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notesMaster" Target="notesMasters/notesMaster1.xml"/><Relationship Id="rId161" Type="http://schemas.openxmlformats.org/officeDocument/2006/relationships/presProps" Target="presProps.xml"/><Relationship Id="rId162" Type="http://schemas.openxmlformats.org/officeDocument/2006/relationships/viewProps" Target="viewProps.xml"/><Relationship Id="rId163" Type="http://schemas.openxmlformats.org/officeDocument/2006/relationships/theme" Target="theme/theme1.xml"/><Relationship Id="rId1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633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3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6633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662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57012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</a:t>
            </a:r>
            <a:endParaRPr lang="ar-SA" sz="8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نُوبَ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1"/>
          </a:solidFill>
          <a:ln w="12700">
            <a:solidFill>
              <a:srgbClr val="ED5E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نُوتَ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F"/>
          </a:solidFill>
          <a:ln w="12700">
            <a:solidFill>
              <a:srgbClr val="52E0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F"/>
          </a:solidFill>
          <a:ln w="12700">
            <a:solidFill>
              <a:srgbClr val="DB70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8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8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نُوثَ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64D8"/>
          </a:solidFill>
          <a:ln w="12700">
            <a:solidFill>
              <a:srgbClr val="D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نُوجَ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نُوحَ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F64"/>
          </a:solidFill>
          <a:ln w="12700">
            <a:solidFill>
              <a:srgbClr val="2B3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نُوخَ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نُودَ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5ED5E"/>
          </a:solidFill>
          <a:ln w="12700">
            <a:solidFill>
              <a:srgbClr val="B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نُوذَ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52E0"/>
          </a:solidFill>
          <a:ln w="12700">
            <a:solidFill>
              <a:srgbClr val="9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DB70"/>
          </a:solidFill>
          <a:ln w="12700">
            <a:solidFill>
              <a:srgbClr val="D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نُورَ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864"/>
          </a:solidFill>
          <a:ln w="12700">
            <a:solidFill>
              <a:srgbClr val="D8B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447"/>
          </a:solidFill>
          <a:ln w="12700">
            <a:solidFill>
              <a:srgbClr val="D19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نُوزَ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96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نُوسَ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B"/>
          </a:solidFill>
          <a:ln w="12700">
            <a:solidFill>
              <a:srgbClr val="7934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96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نُوشَ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9ED"/>
          </a:solidFill>
          <a:ln w="12700">
            <a:solidFill>
              <a:srgbClr val="5ED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نُوضَ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852"/>
          </a:solidFill>
          <a:ln w="12700">
            <a:solidFill>
              <a:srgbClr val="E07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نُوطَ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B"/>
          </a:solidFill>
          <a:ln w="12700">
            <a:solidFill>
              <a:srgbClr val="64D8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2"/>
          </a:solidFill>
          <a:ln w="12700">
            <a:solidFill>
              <a:srgbClr val="47D1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نُوظَ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نُوعَ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E5EED"/>
          </a:solidFill>
          <a:ln w="12700">
            <a:solidFill>
              <a:srgbClr val="D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84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84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نُوقَ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4"/>
          </a:solidFill>
          <a:ln w="12700">
            <a:solidFill>
              <a:srgbClr val="52E05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70DB"/>
          </a:solidFill>
          <a:ln w="12700">
            <a:solidFill>
              <a:srgbClr val="A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نُوكَ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64D8"/>
          </a:solidFill>
          <a:ln w="12700">
            <a:solidFill>
              <a:srgbClr val="7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47D1"/>
          </a:solidFill>
          <a:ln w="12700">
            <a:solidFill>
              <a:srgbClr val="5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نُومَ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أَنُوبَ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72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بَنُوتَ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A5E"/>
          </a:solidFill>
          <a:ln w="12700">
            <a:solidFill>
              <a:srgbClr val="EDB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7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تَنُوثَ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2E0"/>
          </a:solidFill>
          <a:ln w="12700">
            <a:solidFill>
              <a:srgbClr val="527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D70"/>
          </a:solidFill>
          <a:ln w="12700">
            <a:solidFill>
              <a:srgbClr val="DB8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ثَنُوجَ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1"/>
          </a:solidFill>
          <a:ln w="12700">
            <a:solidFill>
              <a:srgbClr val="D147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39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جَنُوحَ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حَنُوخَ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6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خَنُودَ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4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دَنُوذَ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7"/>
          </a:solidFill>
          <a:ln w="12700">
            <a:solidFill>
              <a:srgbClr val="5EED9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4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ذَنُورَ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6"/>
          </a:solidFill>
          <a:ln w="12700">
            <a:solidFill>
              <a:srgbClr val="E052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94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رَنُوزَ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4D147"/>
          </a:solidFill>
          <a:ln w="12700">
            <a:solidFill>
              <a:srgbClr val="8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73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زَنُوسَ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سَنُوشَ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شَنُوصَ</a:t>
            </a:r>
            <a:endParaRPr lang="ar-SA" sz="4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96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صَنُوضَ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0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ضَنُوطَ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8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طَنُوظَ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6D1"/>
          </a:solidFill>
          <a:ln w="12700">
            <a:solidFill>
              <a:srgbClr val="47A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05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05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ظَنُوعَ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عَنُوغَ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68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غَنُوفَ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05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05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فَنُوقَ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D"/>
          </a:solidFill>
          <a:ln w="12700">
            <a:solidFill>
              <a:srgbClr val="ED5E6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01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01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79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قَنُوكَ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كَنُولَ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09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لَنُومَ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9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بَنُو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ED5E"/>
          </a:solidFill>
          <a:ln w="12700">
            <a:solidFill>
              <a:srgbClr val="9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تَنُو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52E0"/>
          </a:solidFill>
          <a:ln w="12700">
            <a:solidFill>
              <a:srgbClr val="C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8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8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664"/>
          </a:solidFill>
          <a:ln w="12700">
            <a:solidFill>
              <a:srgbClr val="D8D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جَنُو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حَنُو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خَنُو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4ED"/>
          </a:solidFill>
          <a:ln w="12700">
            <a:solidFill>
              <a:srgbClr val="5EB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زَنُو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سَنُو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شَنُو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صَنُو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1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ضَنُو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9"/>
          </a:solidFill>
          <a:ln w="12700">
            <a:solidFill>
              <a:srgbClr val="52E0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طَنُو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347D1"/>
          </a:solidFill>
          <a:ln w="12700">
            <a:solidFill>
              <a:srgbClr val="7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ظَنُو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عَنُو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غَنُو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8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F5E"/>
          </a:solidFill>
          <a:ln w="12700">
            <a:solidFill>
              <a:srgbClr val="EDD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84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84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قَنُو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كَنُو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9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76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مَنُو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834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1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4834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7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74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2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</a:t>
            </a:r>
            <a:endParaRPr lang="ar-SA" sz="10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يُوأَ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1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يُوبَ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1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يُوتَ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يُوثَ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يُوجَ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يُوحَ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5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5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يُوخَ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5EED"/>
          </a:solidFill>
          <a:ln w="12700">
            <a:solidFill>
              <a:srgbClr val="9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E052"/>
          </a:solidFill>
          <a:ln w="12700">
            <a:solidFill>
              <a:srgbClr val="9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يُوذَ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يُورَ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يُوزَ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3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يُوسَ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2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يُوشَ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8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8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28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يُوصَ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3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يُوضَ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يُوطَ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يُوظَ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يُوعَ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يُوغَ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يُوفَ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يُوقَ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يُوكَ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يُولَ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يُومَ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يُونَ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يُوهَ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أَيُوبَ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4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بَيُوتَ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8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تَيُوثَ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ثَيُوجَ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001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جَيُوحَ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حَيُوخَ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خَيُودَ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دَيُوذَ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ذَيُورَ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78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رَيُوزَ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7ED5E"/>
          </a:solidFill>
          <a:ln w="12700">
            <a:solidFill>
              <a:srgbClr val="D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29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زَيُوسَ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52E0"/>
          </a:solidFill>
          <a:ln w="12700">
            <a:solidFill>
              <a:srgbClr val="7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1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1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سَيُوشَ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D64"/>
          </a:solidFill>
          <a:ln w="12700">
            <a:solidFill>
              <a:srgbClr val="D89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447"/>
          </a:solidFill>
          <a:ln w="12700">
            <a:solidFill>
              <a:srgbClr val="D17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1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1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شَيُوصَ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41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41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69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صَيُوضَ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41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41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01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ضَيُوطَ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8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طَيُوظَ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0"/>
          </a:solidFill>
          <a:ln w="12700">
            <a:solidFill>
              <a:srgbClr val="5EED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3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3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ظَيُوعَ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8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8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عَيُوغَ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0"/>
          </a:solidFill>
          <a:ln w="12700">
            <a:solidFill>
              <a:srgbClr val="64D8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2"/>
          </a:solidFill>
          <a:ln w="12700">
            <a:solidFill>
              <a:srgbClr val="47D15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8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8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68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غَيُوفَ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3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3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فَيُوقَ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78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قَيُوكَ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كَيُولَ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6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لَيُومَ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E052"/>
          </a:solidFill>
          <a:ln w="12700">
            <a:solidFill>
              <a:srgbClr val="7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70DB"/>
          </a:solidFill>
          <a:ln w="12700">
            <a:solidFill>
              <a:srgbClr val="8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مَيُونَ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5D8"/>
          </a:solidFill>
          <a:ln w="12700">
            <a:solidFill>
              <a:srgbClr val="646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FD1"/>
          </a:solidFill>
          <a:ln w="12700">
            <a:solidFill>
              <a:srgbClr val="475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نَيُوهَ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9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هَيُووَ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07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وَيُوأَ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أَيُو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95E"/>
          </a:solidFill>
          <a:ln w="12700">
            <a:solidFill>
              <a:srgbClr val="ED9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بَيُو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4E0"/>
          </a:solidFill>
          <a:ln w="12700">
            <a:solidFill>
              <a:srgbClr val="529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470"/>
          </a:solidFill>
          <a:ln w="12700">
            <a:solidFill>
              <a:srgbClr val="DB7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تَيُو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2"/>
          </a:solidFill>
          <a:ln w="12700">
            <a:solidFill>
              <a:srgbClr val="D147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جَيُو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حَيُو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5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5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خَيُو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5"/>
          </a:solidFill>
          <a:ln w="12700">
            <a:solidFill>
              <a:srgbClr val="5EED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دَيُو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8"/>
          </a:solidFill>
          <a:ln w="12700">
            <a:solidFill>
              <a:srgbClr val="E052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DB70"/>
          </a:solidFill>
          <a:ln w="12700">
            <a:solidFill>
              <a:srgbClr val="8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D864"/>
          </a:solidFill>
          <a:ln w="12700">
            <a:solidFill>
              <a:srgbClr val="9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D147"/>
          </a:solidFill>
          <a:ln w="12700">
            <a:solidFill>
              <a:srgbClr val="A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رَيُو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زَيُو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سَيُو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شَيُو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BED"/>
          </a:solidFill>
          <a:ln w="12700">
            <a:solidFill>
              <a:srgbClr val="5E6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8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8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صَيُو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E052"/>
          </a:solidFill>
          <a:ln w="12700">
            <a:solidFill>
              <a:srgbClr val="D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7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ضَيُو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6D1"/>
          </a:solidFill>
          <a:ln w="12700">
            <a:solidFill>
              <a:srgbClr val="47C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طَيُو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ظَيُو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عَيُو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1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1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غَيُو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6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2"/>
          </a:solidFill>
          <a:ln w="12700">
            <a:solidFill>
              <a:srgbClr val="52E0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كَيُو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9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مَيُو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نَيُو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ED5E"/>
          </a:solidFill>
          <a:ln w="12700">
            <a:solidFill>
              <a:srgbClr val="B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هَيُو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3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وَيُو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B64"/>
          </a:solidFill>
          <a:ln w="12700">
            <a:solidFill>
              <a:srgbClr val="D8B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747"/>
          </a:solidFill>
          <a:ln w="12700">
            <a:solidFill>
              <a:srgbClr val="D19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70799" y="896112"/>
            <a:ext cx="15964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70799" y="896112"/>
            <a:ext cx="15964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نُوحٌ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76773" y="896112"/>
            <a:ext cx="18739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76773" y="896112"/>
            <a:ext cx="18739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وَهُودٌ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09690" y="2834640"/>
            <a:ext cx="31246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09690" y="2834640"/>
            <a:ext cx="31246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نُوحٌ وَهُودٌ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96023" y="896112"/>
            <a:ext cx="19529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96023" y="896112"/>
            <a:ext cx="19529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يَقُولُ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695023" y="896112"/>
            <a:ext cx="14809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1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95023" y="896112"/>
            <a:ext cx="14809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31403" y="2834640"/>
            <a:ext cx="308119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31403" y="2834640"/>
            <a:ext cx="308119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يَقُولُ وَلَدٌ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458232" y="896112"/>
            <a:ext cx="2233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458232" y="896112"/>
            <a:ext cx="2233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يَنُوبُ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452445" y="896112"/>
            <a:ext cx="16857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F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52445" y="896112"/>
            <a:ext cx="16857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عَنْهُ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61757" y="2834640"/>
            <a:ext cx="362048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61757" y="2834640"/>
            <a:ext cx="362048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يَنُوبُ عَنْهُ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158</Slides>
  <Notes>158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03-noon-ya</dc:title>
  <dc:subject>PptxGenJS Presentation</dc:subject>
  <dc:creator>PptxGenJS</dc:creator>
  <cp:lastModifiedBy>PptxGenJS</cp:lastModifiedBy>
  <cp:revision>1</cp:revision>
  <dcterms:created xsi:type="dcterms:W3CDTF">2026-10-21T17:57:53Z</dcterms:created>
  <dcterms:modified xsi:type="dcterms:W3CDTF">2026-10-21T17:57:53Z</dcterms:modified>
</cp:coreProperties>
</file>