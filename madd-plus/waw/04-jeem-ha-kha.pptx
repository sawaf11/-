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9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6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</a:t>
            </a:r>
            <a:endParaRPr lang="ar-SA" sz="102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جُوبَ</a:t>
            </a:r>
            <a:endParaRPr lang="ar-SA" sz="7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جُوتَ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1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جُوثَ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جُوحَ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1"/>
          </a:solidFill>
          <a:ln w="12700">
            <a:solidFill>
              <a:srgbClr val="ED5E6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أَجُوبَ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1E0"/>
          </a:solidFill>
          <a:ln w="12700">
            <a:solidFill>
              <a:srgbClr val="52D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5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بَجُوتَ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23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تَجُوثَ</a:t>
            </a:r>
            <a:endParaRPr lang="ar-SA" sz="5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ثَجُوحَ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حَجُوخَ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5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خَجُودَ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52E0"/>
          </a:solidFill>
          <a:ln w="12700">
            <a:solidFill>
              <a:srgbClr val="C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بَجُو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6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8ED"/>
          </a:solidFill>
          <a:ln w="12700">
            <a:solidFill>
              <a:srgbClr val="5EA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9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خَجُو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دَجُو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3"/>
          </a:solidFill>
          <a:ln w="12700">
            <a:solidFill>
              <a:srgbClr val="64D8C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1"/>
          </a:solidFill>
          <a:ln w="12700">
            <a:solidFill>
              <a:srgbClr val="47D1A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9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549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6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856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9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4588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</a:t>
            </a:r>
            <a:endParaRPr lang="ar-SA" sz="10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حُوبَ</a:t>
            </a:r>
            <a:endParaRPr lang="ar-SA" sz="7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18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18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حُوثَ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5"/>
          </a:solidFill>
          <a:ln w="12700">
            <a:solidFill>
              <a:srgbClr val="52E08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825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حُوجَ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664D8"/>
          </a:solidFill>
          <a:ln w="12700">
            <a:solidFill>
              <a:srgbClr val="A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أَحُوبَ</a:t>
            </a:r>
            <a:endParaRPr lang="ar-SA" sz="5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66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56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بَحُوتَ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B5E"/>
          </a:solidFill>
          <a:ln w="12700">
            <a:solidFill>
              <a:srgbClr val="EDE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23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تَحُوثَ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735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693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ثَحُوجَ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964"/>
          </a:solidFill>
          <a:ln w="12700">
            <a:solidFill>
              <a:srgbClr val="D88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73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جَحُوخَ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95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539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خَحُودَ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2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36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2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708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766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دَحُوأَ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3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أَحُو</a:t>
            </a:r>
            <a:endParaRPr lang="ar-SA" sz="7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057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بَحُو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01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تَحُو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C"/>
          </a:solidFill>
          <a:ln w="12700">
            <a:solidFill>
              <a:srgbClr val="64D8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37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ثَحُو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18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6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جَحُو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082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97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خَحُو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22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43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010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دَحُو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45EED"/>
          </a:solidFill>
          <a:ln w="12700">
            <a:solidFill>
              <a:srgbClr val="A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490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1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4903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61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42049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70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5404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</a:t>
            </a:r>
            <a:endParaRPr lang="ar-SA" sz="9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E052"/>
          </a:solidFill>
          <a:ln w="12700">
            <a:solidFill>
              <a:srgbClr val="8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خُوأَ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7D1"/>
          </a:solidFill>
          <a:ln w="12700">
            <a:solidFill>
              <a:srgbClr val="477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خُوبَ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خُوتَ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8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خُوثَ</a:t>
            </a:r>
            <a:endParaRPr lang="ar-SA" sz="79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5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خُوجَ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52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خُوحَ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خُودَ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208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أَخُوبَ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بَخُوتَ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85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تَخُوثَ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ثَخُوجَ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ED5E"/>
          </a:solidFill>
          <a:ln w="12700">
            <a:solidFill>
              <a:srgbClr val="6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710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جَخُوحَ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0"/>
          </a:solidFill>
          <a:ln w="12700">
            <a:solidFill>
              <a:srgbClr val="E052D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73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حَخُودَ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309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902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2020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15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بَخُو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8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تَخُو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88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ثَخُو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D52"/>
          </a:solidFill>
          <a:ln w="12700">
            <a:solidFill>
              <a:srgbClr val="E0C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جَخُو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88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حَخُو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83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673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7075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57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دَخُو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149318" y="896112"/>
            <a:ext cx="17105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6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149318" y="896112"/>
            <a:ext cx="17105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جُوعٌ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284107" y="896112"/>
            <a:ext cx="25451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284107" y="896112"/>
            <a:ext cx="25451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وَعَطَشٌ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93912" y="2834640"/>
            <a:ext cx="39561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93912" y="2834640"/>
            <a:ext cx="39561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جُوعٌ وَعَطَشٌ</a:t>
            </a:r>
            <a:endParaRPr lang="ar-SA" sz="4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0780" y="896112"/>
            <a:ext cx="1927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9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0780" y="896112"/>
            <a:ext cx="1927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حُوتٌ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285488" y="896112"/>
            <a:ext cx="23252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9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85488" y="896112"/>
            <a:ext cx="23252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يَسۡبَحُ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30413" y="2834640"/>
            <a:ext cx="388317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30413" y="2834640"/>
            <a:ext cx="388317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حُوتٌ يَسۡبَحُ</a:t>
            </a:r>
            <a:endParaRPr lang="ar-SA" sz="4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7"/>
          </a:solidFill>
          <a:ln w="12700">
            <a:solidFill>
              <a:srgbClr val="ED5E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593980" y="896112"/>
            <a:ext cx="26665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B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593980" y="896112"/>
            <a:ext cx="26665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يَخُوضُ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1883460" y="896112"/>
            <a:ext cx="23904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B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1883460" y="896112"/>
            <a:ext cx="23904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بَحۡرًا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215114" y="2834640"/>
            <a:ext cx="471377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215114" y="2834640"/>
            <a:ext cx="471377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يَخُوضُ بَحۡرًا</a:t>
            </a:r>
            <a:endParaRPr lang="ar-SA" sz="57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04-jeem-ha-kha</dc:title>
  <dc:subject>PptxGenJS Presentation</dc:subject>
  <dc:creator>PptxGenJS</dc:creator>
  <cp:lastModifiedBy>PptxGenJS</cp:lastModifiedBy>
  <cp:revision>1</cp:revision>
  <dcterms:created xsi:type="dcterms:W3CDTF">2026-10-21T19:56:02Z</dcterms:created>
  <dcterms:modified xsi:type="dcterms:W3CDTF">2026-10-21T19:56:02Z</dcterms:modified>
</cp:coreProperties>
</file>