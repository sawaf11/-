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62B"/>
          </a:solidFill>
          <a:ln w="12700">
            <a:solidFill>
              <a:srgbClr val="644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834"/>
          </a:solidFill>
          <a:ln w="12700">
            <a:solidFill>
              <a:srgbClr val="797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549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9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5549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856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9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4458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</a:t>
            </a:r>
            <a:endParaRPr lang="ar-SA" sz="10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05EED"/>
          </a:solidFill>
          <a:ln w="12700">
            <a:solidFill>
              <a:srgbClr val="8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618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جُوبَ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DE052"/>
          </a:solidFill>
          <a:ln w="12700">
            <a:solidFill>
              <a:srgbClr val="A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FDB"/>
          </a:solidFill>
          <a:ln w="12700">
            <a:solidFill>
              <a:srgbClr val="707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9"/>
          </a:solidFill>
          <a:ln w="12700">
            <a:solidFill>
              <a:srgbClr val="8547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18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جُوتَ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6D8"/>
          </a:solidFill>
          <a:ln w="12700">
            <a:solidFill>
              <a:srgbClr val="649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AD1"/>
          </a:solidFill>
          <a:ln w="12700">
            <a:solidFill>
              <a:srgbClr val="479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18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جُوثَ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825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جُوحَ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7"/>
          </a:solidFill>
          <a:ln w="12700">
            <a:solidFill>
              <a:srgbClr val="34796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82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82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جُوخَ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جُودَ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1"/>
          </a:solidFill>
          <a:ln w="12700">
            <a:solidFill>
              <a:srgbClr val="ED5E6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2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أَجُوبَ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1E0"/>
          </a:solidFill>
          <a:ln w="12700">
            <a:solidFill>
              <a:srgbClr val="52D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A"/>
          </a:solidFill>
          <a:ln w="12700">
            <a:solidFill>
              <a:srgbClr val="DB70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147"/>
          </a:solidFill>
          <a:ln w="12700">
            <a:solidFill>
              <a:srgbClr val="858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756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بَجُوتَ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3"/>
          </a:solidFill>
          <a:ln w="12700">
            <a:solidFill>
              <a:srgbClr val="D864B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C"/>
          </a:solidFill>
          <a:ln w="12700">
            <a:solidFill>
              <a:srgbClr val="D147B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23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تَجُوثَ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ثَجُوحَ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3479"/>
          </a:solidFill>
          <a:ln w="12700">
            <a:solidFill>
              <a:srgbClr val="5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9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79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7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حَجُوخَ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9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9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53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خَجُودَ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4ED5E"/>
          </a:solidFill>
          <a:ln w="12700">
            <a:solidFill>
              <a:srgbClr val="8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دَجُوأَ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C52E0"/>
          </a:solidFill>
          <a:ln w="12700">
            <a:solidFill>
              <a:srgbClr val="C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5DB70"/>
          </a:solidFill>
          <a:ln w="12700">
            <a:solidFill>
              <a:srgbClr val="B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2"/>
          </a:solidFill>
          <a:ln w="12700">
            <a:solidFill>
              <a:srgbClr val="4785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أَجُو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D864"/>
          </a:solidFill>
          <a:ln w="12700">
            <a:solidFill>
              <a:srgbClr val="D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447"/>
          </a:solidFill>
          <a:ln w="12700">
            <a:solidFill>
              <a:srgbClr val="D1C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بَجُو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تَجُو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434"/>
          </a:solidFill>
          <a:ln w="12700">
            <a:solidFill>
              <a:srgbClr val="794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ثَجُو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6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حَجُو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8ED"/>
          </a:solidFill>
          <a:ln w="12700">
            <a:solidFill>
              <a:srgbClr val="5EA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82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082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97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خَجُو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952"/>
          </a:solidFill>
          <a:ln w="12700">
            <a:solidFill>
              <a:srgbClr val="E0A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FDB"/>
          </a:solidFill>
          <a:ln w="12700">
            <a:solidFill>
              <a:srgbClr val="70C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4785"/>
          </a:solidFill>
          <a:ln w="12700">
            <a:solidFill>
              <a:srgbClr val="6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دَجُو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3"/>
          </a:solidFill>
          <a:ln w="12700">
            <a:solidFill>
              <a:srgbClr val="64D8C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1"/>
          </a:solidFill>
          <a:ln w="12700">
            <a:solidFill>
              <a:srgbClr val="47D1A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49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9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5549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856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9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4458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</a:t>
            </a:r>
            <a:endParaRPr lang="ar-SA" sz="10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حُوأَ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642B"/>
          </a:solidFill>
          <a:ln w="12700">
            <a:solidFill>
              <a:srgbClr val="4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618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حُوبَ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18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حُوتَ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B"/>
          </a:solidFill>
          <a:ln w="12700">
            <a:solidFill>
              <a:srgbClr val="ED5EC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18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حُوثَ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5"/>
          </a:solidFill>
          <a:ln w="12700">
            <a:solidFill>
              <a:srgbClr val="52E08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70DB"/>
          </a:solidFill>
          <a:ln w="12700">
            <a:solidFill>
              <a:srgbClr val="C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347"/>
          </a:solidFill>
          <a:ln w="12700">
            <a:solidFill>
              <a:srgbClr val="855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825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حُوجَ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664D8"/>
          </a:solidFill>
          <a:ln w="12700">
            <a:solidFill>
              <a:srgbClr val="A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F47D1"/>
          </a:solidFill>
          <a:ln w="12700">
            <a:solidFill>
              <a:srgbClr val="7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82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82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حُوخَ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حُودَ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679"/>
          </a:solidFill>
          <a:ln w="12700">
            <a:solidFill>
              <a:srgbClr val="344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2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أَحُوبَ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56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بَحُوتَ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B5E"/>
          </a:solidFill>
          <a:ln w="12700">
            <a:solidFill>
              <a:srgbClr val="EDE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123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تَحُوثَ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252E0"/>
          </a:solidFill>
          <a:ln w="12700">
            <a:solidFill>
              <a:srgbClr val="6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270"/>
          </a:solidFill>
          <a:ln w="12700">
            <a:solidFill>
              <a:srgbClr val="DBB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8547"/>
          </a:solidFill>
          <a:ln w="12700">
            <a:solidFill>
              <a:srgbClr val="4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ثَحُوجَ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964"/>
          </a:solidFill>
          <a:ln w="12700">
            <a:solidFill>
              <a:srgbClr val="D88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D47"/>
          </a:solidFill>
          <a:ln w="12700">
            <a:solidFill>
              <a:srgbClr val="D15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9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9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7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جَحُوخَ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9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79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53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خَحُودَ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8"/>
          </a:solidFill>
          <a:ln w="12700">
            <a:solidFill>
              <a:srgbClr val="7934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73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دَحُوأَ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أَحُو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8"/>
          </a:solidFill>
          <a:ln w="12700">
            <a:solidFill>
              <a:srgbClr val="5EEDC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بَحُو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5"/>
          </a:solidFill>
          <a:ln w="12700">
            <a:solidFill>
              <a:srgbClr val="E052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تَحُو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C"/>
          </a:solidFill>
          <a:ln w="12700">
            <a:solidFill>
              <a:srgbClr val="64D8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D147"/>
          </a:solidFill>
          <a:ln w="12700">
            <a:solidFill>
              <a:srgbClr val="5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6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جَحُو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82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082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97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خَحُو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22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دَحُو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45EED"/>
          </a:solidFill>
          <a:ln w="12700">
            <a:solidFill>
              <a:srgbClr val="A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490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1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6490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4204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54045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9E052"/>
          </a:solidFill>
          <a:ln w="12700">
            <a:solidFill>
              <a:srgbClr val="8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70DB"/>
          </a:solidFill>
          <a:ln w="12700">
            <a:solidFill>
              <a:srgbClr val="7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خُوأَ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9D8"/>
          </a:solidFill>
          <a:ln w="12700">
            <a:solidFill>
              <a:srgbClr val="647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7D1"/>
          </a:solidFill>
          <a:ln w="12700">
            <a:solidFill>
              <a:srgbClr val="477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8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خُوبَ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38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خُوتَ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38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خُوثَ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52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خُوجَ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15E"/>
          </a:solidFill>
          <a:ln w="12700">
            <a:solidFill>
              <a:srgbClr val="ED8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652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خُوحَ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CE0"/>
          </a:solidFill>
          <a:ln w="12700">
            <a:solidFill>
              <a:srgbClr val="52A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F"/>
          </a:solidFill>
          <a:ln w="12700">
            <a:solidFill>
              <a:srgbClr val="DB70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35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خُودَ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6"/>
          </a:solidFill>
          <a:ln w="12700">
            <a:solidFill>
              <a:srgbClr val="D864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9"/>
          </a:solidFill>
          <a:ln w="12700">
            <a:solidFill>
              <a:srgbClr val="D1479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2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أَخُوبَ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5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بَخُوتَ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3479"/>
          </a:solidFill>
          <a:ln w="12700">
            <a:solidFill>
              <a:srgbClr val="6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85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تَخُوثَ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ثَخُوجَ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0ED5E"/>
          </a:solidFill>
          <a:ln w="12700">
            <a:solidFill>
              <a:srgbClr val="6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710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جَخُوحَ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0"/>
          </a:solidFill>
          <a:ln w="12700">
            <a:solidFill>
              <a:srgbClr val="E052D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DB70"/>
          </a:solidFill>
          <a:ln w="12700">
            <a:solidFill>
              <a:srgbClr val="9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1"/>
          </a:solidFill>
          <a:ln w="12700">
            <a:solidFill>
              <a:srgbClr val="4785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73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حَخُودَ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D864"/>
          </a:solidFill>
          <a:ln w="12700">
            <a:solidFill>
              <a:srgbClr val="B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D147"/>
          </a:solidFill>
          <a:ln w="12700">
            <a:solidFill>
              <a:srgbClr val="B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30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دَخُوأَ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20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5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35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بَخُو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8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5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تَخُو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3ED"/>
          </a:solidFill>
          <a:ln w="12700">
            <a:solidFill>
              <a:srgbClr val="5E8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88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D52"/>
          </a:solidFill>
          <a:ln w="12700">
            <a:solidFill>
              <a:srgbClr val="E0C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4DB"/>
          </a:solidFill>
          <a:ln w="12700">
            <a:solidFill>
              <a:srgbClr val="70B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35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جَخُو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FD8"/>
          </a:solidFill>
          <a:ln w="12700">
            <a:solidFill>
              <a:srgbClr val="64C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5"/>
          </a:solidFill>
          <a:ln w="12700">
            <a:solidFill>
              <a:srgbClr val="47D1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48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5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حَخُو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673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35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دَخُو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5"/>
          </a:solidFill>
          <a:ln w="12700">
            <a:solidFill>
              <a:srgbClr val="347945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149318" y="896112"/>
            <a:ext cx="17105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6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49318" y="896112"/>
            <a:ext cx="17105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جُوعٌ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284107" y="896112"/>
            <a:ext cx="25451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284107" y="896112"/>
            <a:ext cx="25451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وَعَطَشٌ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593912" y="2834640"/>
            <a:ext cx="395617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593912" y="2834640"/>
            <a:ext cx="395617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جُوعٌ وَعَطَشٌ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30780" y="896112"/>
            <a:ext cx="19277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9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30780" y="896112"/>
            <a:ext cx="19277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حُوتٌ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285488" y="896112"/>
            <a:ext cx="23252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9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85488" y="896112"/>
            <a:ext cx="23252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يَسۡبَحُ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30413" y="2834640"/>
            <a:ext cx="388317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30413" y="2834640"/>
            <a:ext cx="388317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حُوتٌ يَسۡبَحُ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7"/>
          </a:solidFill>
          <a:ln w="12700">
            <a:solidFill>
              <a:srgbClr val="ED5EA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593980" y="896112"/>
            <a:ext cx="26665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B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593980" y="896112"/>
            <a:ext cx="26665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يَخُوضُ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1883460" y="896112"/>
            <a:ext cx="23904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B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1883460" y="896112"/>
            <a:ext cx="23904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بَحۡرًا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215114" y="2834640"/>
            <a:ext cx="471377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215114" y="2834640"/>
            <a:ext cx="471377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يَخُوضُ بَحۡرًا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04-jeem-ha-kha</dc:title>
  <dc:subject>PptxGenJS Presentation</dc:subject>
  <dc:creator>PptxGenJS</dc:creator>
  <cp:lastModifiedBy>PptxGenJS</cp:lastModifiedBy>
  <cp:revision>1</cp:revision>
  <dcterms:created xsi:type="dcterms:W3CDTF">2026-10-21T19:56:02Z</dcterms:created>
  <dcterms:modified xsi:type="dcterms:W3CDTF">2026-10-21T19:56:02Z</dcterms:modified>
</cp:coreProperties>
</file>