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1"/>
          </a:solidFill>
          <a:ln w="12700">
            <a:solidFill>
              <a:srgbClr val="ED5E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1E0"/>
          </a:solidFill>
          <a:ln w="12700">
            <a:solidFill>
              <a:srgbClr val="52D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بَجُوتَ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تَجُوثَ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52E0"/>
          </a:solidFill>
          <a:ln w="12700">
            <a:solidFill>
              <a:srgbClr val="C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8ED"/>
          </a:solidFill>
          <a:ln w="12700">
            <a:solidFill>
              <a:srgbClr val="5EA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3"/>
          </a:solidFill>
          <a:ln w="12700">
            <a:solidFill>
              <a:srgbClr val="64D8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1"/>
          </a:solidFill>
          <a:ln w="12700">
            <a:solidFill>
              <a:srgbClr val="47D1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5"/>
          </a:solidFill>
          <a:ln w="12700">
            <a:solidFill>
              <a:srgbClr val="52E0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حُوجَ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64D8"/>
          </a:solidFill>
          <a:ln w="12700">
            <a:solidFill>
              <a:srgbClr val="A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أَحُوبَ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بَحُوتَ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B5E"/>
          </a:solidFill>
          <a:ln w="12700">
            <a:solidFill>
              <a:srgbClr val="EDE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تَحُوثَ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جَحُوخَ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خَحُودَ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404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خُوجَ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خُوحَ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خُودَ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بَخُوتَ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تَخُوثَ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0"/>
          </a:solidFill>
          <a:ln w="12700">
            <a:solidFill>
              <a:srgbClr val="E052D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3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49318" y="896112"/>
            <a:ext cx="17105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49318" y="896112"/>
            <a:ext cx="17105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284107" y="896112"/>
            <a:ext cx="254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107" y="896112"/>
            <a:ext cx="254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وَعَطَشٌ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12" y="2834640"/>
            <a:ext cx="39561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12" y="2834640"/>
            <a:ext cx="39561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 وَعَطَشٌ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76423" y="896112"/>
            <a:ext cx="1927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76423" y="896112"/>
            <a:ext cx="1927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39844" y="896112"/>
            <a:ext cx="20165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9844" y="896112"/>
            <a:ext cx="20165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يَسْبَحُ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9830" y="2834640"/>
            <a:ext cx="35443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9830" y="2834640"/>
            <a:ext cx="35443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 يَسْبَحُ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7"/>
          </a:solidFill>
          <a:ln w="12700">
            <a:solidFill>
              <a:srgbClr val="ED5E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380585" y="896112"/>
            <a:ext cx="26665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380585" y="896112"/>
            <a:ext cx="26665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يَخُوضُ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096855" y="896112"/>
            <a:ext cx="19636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096855" y="896112"/>
            <a:ext cx="19636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بَحْرًا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432319" y="2834640"/>
            <a:ext cx="42793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432319" y="2834640"/>
            <a:ext cx="42793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يَخُوضُ بَحْرًا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04-jeem-ha-kha</dc:title>
  <dc:subject>PptxGenJS Presentation</dc:subject>
  <dc:creator>PptxGenJS</dc:creator>
  <cp:lastModifiedBy>PptxGenJS</cp:lastModifiedBy>
  <cp:revision>1</cp:revision>
  <dcterms:created xsi:type="dcterms:W3CDTF">2026-10-21T17:57:53Z</dcterms:created>
  <dcterms:modified xsi:type="dcterms:W3CDTF">2026-10-21T17:57:53Z</dcterms:modified>
</cp:coreProperties>
</file>