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1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جُوحَ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1"/>
          </a:solidFill>
          <a:ln w="12700">
            <a:solidFill>
              <a:srgbClr val="ED5E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أَجُوبَ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1E0"/>
          </a:solidFill>
          <a:ln w="12700">
            <a:solidFill>
              <a:srgbClr val="52D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5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بَجُوتَ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23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تَجُوثَ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ثَجُوحَ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حَجُوخَ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خَجُودَ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52E0"/>
          </a:solidFill>
          <a:ln w="12700">
            <a:solidFill>
              <a:srgbClr val="C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6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8ED"/>
          </a:solidFill>
          <a:ln w="12700">
            <a:solidFill>
              <a:srgbClr val="5EA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9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3"/>
          </a:solidFill>
          <a:ln w="12700">
            <a:solidFill>
              <a:srgbClr val="64D8C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1"/>
          </a:solidFill>
          <a:ln w="12700">
            <a:solidFill>
              <a:srgbClr val="47D1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حُوبَ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1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حُوثَ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5"/>
          </a:solidFill>
          <a:ln w="12700">
            <a:solidFill>
              <a:srgbClr val="52E08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حُوجَ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64D8"/>
          </a:solidFill>
          <a:ln w="12700">
            <a:solidFill>
              <a:srgbClr val="A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أَحُوبَ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5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بَحُوتَ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B5E"/>
          </a:solidFill>
          <a:ln w="12700">
            <a:solidFill>
              <a:srgbClr val="EDE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23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تَحُوثَ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964"/>
          </a:solidFill>
          <a:ln w="12700">
            <a:solidFill>
              <a:srgbClr val="D88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جَحُوخَ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5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خَحُودَ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6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9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5EED"/>
          </a:solidFill>
          <a:ln w="12700">
            <a:solidFill>
              <a:srgbClr val="A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490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490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4204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404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خُوجَ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5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خُوحَ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خُودَ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أَخُوبَ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بَخُوتَ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تَخُوثَ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ثَخُوجَ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جَخُوحَ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0"/>
          </a:solidFill>
          <a:ln w="12700">
            <a:solidFill>
              <a:srgbClr val="E052D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3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حَخُودَ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49318" y="896112"/>
            <a:ext cx="17105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49318" y="896112"/>
            <a:ext cx="17105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جُوعٌ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284107" y="896112"/>
            <a:ext cx="254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107" y="896112"/>
            <a:ext cx="254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وَعَطَشٌ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12" y="2834640"/>
            <a:ext cx="39561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12" y="2834640"/>
            <a:ext cx="39561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جُوعٌ وَعَطَشٌ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0780" y="896112"/>
            <a:ext cx="1927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0780" y="896112"/>
            <a:ext cx="1927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285488" y="896112"/>
            <a:ext cx="23252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85488" y="896112"/>
            <a:ext cx="23252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يَسۡبَحُ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30413" y="2834640"/>
            <a:ext cx="38831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30413" y="2834640"/>
            <a:ext cx="38831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 يَسۡبَحُ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7"/>
          </a:solidFill>
          <a:ln w="12700">
            <a:solidFill>
              <a:srgbClr val="ED5E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93980" y="896112"/>
            <a:ext cx="26665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B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93980" y="896112"/>
            <a:ext cx="26665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يَخُوضُ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883460" y="896112"/>
            <a:ext cx="23904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B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883460" y="896112"/>
            <a:ext cx="23904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بَحۡرًا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15114" y="2834640"/>
            <a:ext cx="471377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15114" y="2834640"/>
            <a:ext cx="471377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يَخُوضُ بَحۡرًا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04-jeem-ha-kha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