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450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450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120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8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805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</a:t>
            </a:r>
            <a:endParaRPr lang="ar-SA" sz="9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55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15EED"/>
          </a:solidFill>
          <a:ln w="12700">
            <a:solidFill>
              <a:srgbClr val="8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55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E052"/>
          </a:solidFill>
          <a:ln w="12700">
            <a:solidFill>
              <a:srgbClr val="A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EDB"/>
          </a:solidFill>
          <a:ln w="12700">
            <a:solidFill>
              <a:srgbClr val="707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8"/>
          </a:solidFill>
          <a:ln w="12700">
            <a:solidFill>
              <a:srgbClr val="8547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13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5D8"/>
          </a:solidFill>
          <a:ln w="12700">
            <a:solidFill>
              <a:srgbClr val="649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9D1"/>
          </a:solidFill>
          <a:ln w="12700">
            <a:solidFill>
              <a:srgbClr val="479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هُوجَ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هُوحَ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9"/>
          </a:solidFill>
          <a:ln w="12700">
            <a:solidFill>
              <a:srgbClr val="2B64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8"/>
          </a:solidFill>
          <a:ln w="12700">
            <a:solidFill>
              <a:srgbClr val="3479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هُودَ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5F"/>
          </a:solidFill>
          <a:ln w="12700">
            <a:solidFill>
              <a:srgbClr val="ED5E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9"/>
          </a:solidFill>
          <a:ln w="12700">
            <a:solidFill>
              <a:srgbClr val="DB70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247"/>
          </a:solidFill>
          <a:ln w="12700">
            <a:solidFill>
              <a:srgbClr val="858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هُورَ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2"/>
          </a:solidFill>
          <a:ln w="12700">
            <a:solidFill>
              <a:srgbClr val="D864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B"/>
          </a:solidFill>
          <a:ln w="12700">
            <a:solidFill>
              <a:srgbClr val="D147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هُوزَ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15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38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هُوصَ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ED5E"/>
          </a:solidFill>
          <a:ln w="12700">
            <a:solidFill>
              <a:srgbClr val="8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1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هُوضَ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52E0"/>
          </a:solidFill>
          <a:ln w="12700">
            <a:solidFill>
              <a:srgbClr val="C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547"/>
          </a:solidFill>
          <a:ln w="12700">
            <a:solidFill>
              <a:srgbClr val="D1C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هُوعَ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هُومَ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هُونَ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أَهُوبَ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A"/>
          </a:solidFill>
          <a:ln w="12700">
            <a:solidFill>
              <a:srgbClr val="ED5E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25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بَهُوتَ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01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تَهُوثَ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ثَهُوجَ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105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جَهُوحَ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حَهُوخَ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خَهُودَ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282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دَهُوذَ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52E0"/>
          </a:solidFill>
          <a:ln w="12700">
            <a:solidFill>
              <a:srgbClr val="6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282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09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09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ذَهُورَ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E47"/>
          </a:solidFill>
          <a:ln w="12700">
            <a:solidFill>
              <a:srgbClr val="D15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5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رَهُوزَ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8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زَهُوسَ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سَهُوشَ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شَهُوصَ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9"/>
          </a:solidFill>
          <a:ln w="12700">
            <a:solidFill>
              <a:srgbClr val="5EED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صَهُوضَ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4"/>
          </a:solidFill>
          <a:ln w="12700">
            <a:solidFill>
              <a:srgbClr val="E0526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05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ضَهُوطَ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D147"/>
          </a:solidFill>
          <a:ln w="12700">
            <a:solidFill>
              <a:srgbClr val="5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0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طَهُوظَ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ظَهُوعَ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عَهُوغَ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غَهُوفَ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7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فَهُوقَ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E052"/>
          </a:solidFill>
          <a:ln w="12700">
            <a:solidFill>
              <a:srgbClr val="8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8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38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7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قَهُوكَ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9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كَهُولَ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لَهُومَ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6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6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6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9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مَهُونَ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نَهُوأَ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25E"/>
          </a:solidFill>
          <a:ln w="12700">
            <a:solidFill>
              <a:srgbClr val="ED8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أَهُو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BE0"/>
          </a:solidFill>
          <a:ln w="12700">
            <a:solidFill>
              <a:srgbClr val="52A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بَهُو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8"/>
          </a:solidFill>
          <a:ln w="12700">
            <a:solidFill>
              <a:srgbClr val="D147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تَهُو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جَهُو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5E"/>
          </a:solidFill>
          <a:ln w="12700">
            <a:solidFill>
              <a:srgbClr val="5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خَهُو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DB70"/>
          </a:solidFill>
          <a:ln w="12700">
            <a:solidFill>
              <a:srgbClr val="9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دَهُو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D147"/>
          </a:solidFill>
          <a:ln w="12700">
            <a:solidFill>
              <a:srgbClr val="B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ذَهُو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رَهُو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زَهُو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سَهُو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2ED"/>
          </a:solidFill>
          <a:ln w="12700">
            <a:solidFill>
              <a:srgbClr val="5E8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شَهُو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F52"/>
          </a:solidFill>
          <a:ln w="12700">
            <a:solidFill>
              <a:srgbClr val="E0C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3DB"/>
          </a:solidFill>
          <a:ln w="12700">
            <a:solidFill>
              <a:srgbClr val="70B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5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صَهُو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6"/>
          </a:solidFill>
          <a:ln w="12700">
            <a:solidFill>
              <a:srgbClr val="47D1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2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ضَهُو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غَهُو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B"/>
          </a:solidFill>
          <a:ln w="12700">
            <a:solidFill>
              <a:srgbClr val="52E0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كَهُو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نَهُو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32286" y="896112"/>
            <a:ext cx="161460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32286" y="896112"/>
            <a:ext cx="161460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هُودٌ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97113" y="896112"/>
            <a:ext cx="1815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97113" y="896112"/>
            <a:ext cx="1815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وَنُوحٌ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39447" y="2834640"/>
            <a:ext cx="30651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39447" y="2834640"/>
            <a:ext cx="30651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هُودٌ وَنُوحٌ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43333" y="896112"/>
            <a:ext cx="19160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43333" y="896112"/>
            <a:ext cx="19160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وُجُوهٌ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084604" y="896112"/>
            <a:ext cx="27386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84604" y="896112"/>
            <a:ext cx="27386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مُشۡرِقَةٌ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88398" y="2834640"/>
            <a:ext cx="43672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88398" y="2834640"/>
            <a:ext cx="43672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وُجُوهٌ مُشۡرِقَةٌ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49446" y="896112"/>
            <a:ext cx="18657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C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49446" y="896112"/>
            <a:ext cx="18657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يَهُونُ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528812" y="896112"/>
            <a:ext cx="19005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28812" y="896112"/>
            <a:ext cx="19005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أَمۡرٌ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01893" y="2834640"/>
            <a:ext cx="33402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01893" y="2834640"/>
            <a:ext cx="33402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يَهُونُ أَمۡرٌ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15-ha</dc:title>
  <dc:subject>PptxGenJS Presentation</dc:subject>
  <dc:creator>PptxGenJS</dc:creator>
  <cp:lastModifiedBy>PptxGenJS</cp:lastModifiedBy>
  <cp:revision>1</cp:revision>
  <dcterms:created xsi:type="dcterms:W3CDTF">2026-10-21T19:56:03Z</dcterms:created>
  <dcterms:modified xsi:type="dcterms:W3CDTF">2026-10-21T19:56:03Z</dcterms:modified>
</cp:coreProperties>
</file>