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</p:sldIdLst>
  <p:notesMasterIdLst>
    <p:notesMasterId r:id="rId8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notesMaster" Target="notesMasters/notesMaster1.xml"/><Relationship Id="rId82" Type="http://schemas.openxmlformats.org/officeDocument/2006/relationships/presProps" Target="presProps.xml"/><Relationship Id="rId83" Type="http://schemas.openxmlformats.org/officeDocument/2006/relationships/viewProps" Target="viewProps.xml"/><Relationship Id="rId84" Type="http://schemas.openxmlformats.org/officeDocument/2006/relationships/theme" Target="theme/theme1.xml"/><Relationship Id="rId8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7450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500" dirty="0"/>
          </a:p>
        </p:txBody>
      </p:sp>
      <p:sp>
        <p:nvSpPr>
          <p:cNvPr id="15" name="C2 V1 vowel"/>
          <p:cNvSpPr txBox="1"/>
          <p:nvPr/>
        </p:nvSpPr>
        <p:spPr>
          <a:xfrm>
            <a:off x="6720840" y="17450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8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4343400" y="13120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800" dirty="0"/>
          </a:p>
        </p:txBody>
      </p:sp>
      <p:sp>
        <p:nvSpPr>
          <p:cNvPr id="18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R result"/>
          <p:cNvSpPr txBox="1"/>
          <p:nvPr/>
        </p:nvSpPr>
        <p:spPr>
          <a:xfrm>
            <a:off x="685800" y="148053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هُو</a:t>
            </a:r>
            <a:endParaRPr lang="ar-SA" sz="98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72B"/>
          </a:solidFill>
          <a:ln w="12700">
            <a:solidFill>
              <a:srgbClr val="6447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934"/>
          </a:solidFill>
          <a:ln w="12700">
            <a:solidFill>
              <a:srgbClr val="7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06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306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6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هُوأَ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06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306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55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هُوبَ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15EED"/>
          </a:solidFill>
          <a:ln w="12700">
            <a:solidFill>
              <a:srgbClr val="81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13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313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72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2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855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هُوتَ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3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CE052"/>
          </a:solidFill>
          <a:ln w="12700">
            <a:solidFill>
              <a:srgbClr val="A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A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EDB"/>
          </a:solidFill>
          <a:ln w="12700">
            <a:solidFill>
              <a:srgbClr val="707E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8"/>
          </a:solidFill>
          <a:ln w="12700">
            <a:solidFill>
              <a:srgbClr val="85477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28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28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765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113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هُوثَ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5D8"/>
          </a:solidFill>
          <a:ln w="12700">
            <a:solidFill>
              <a:srgbClr val="649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9D1"/>
          </a:solidFill>
          <a:ln w="12700">
            <a:solidFill>
              <a:srgbClr val="4799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94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294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1276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هُوجَ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294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294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1276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هُوحَ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9"/>
          </a:solidFill>
          <a:ln w="12700">
            <a:solidFill>
              <a:srgbClr val="2B643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8"/>
          </a:solidFill>
          <a:ln w="12700">
            <a:solidFill>
              <a:srgbClr val="34796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هُوخَ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4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34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33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8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07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07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02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هُودَ</a:t>
            </a:r>
            <a:endParaRPr lang="ar-SA" sz="8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5F"/>
          </a:solidFill>
          <a:ln w="12700">
            <a:solidFill>
              <a:srgbClr val="ED5E5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4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34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33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8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764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9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764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9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2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هُوذَ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4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0E0"/>
          </a:solidFill>
          <a:ln w="12700">
            <a:solidFill>
              <a:srgbClr val="52D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3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9"/>
          </a:solidFill>
          <a:ln w="12700">
            <a:solidFill>
              <a:srgbClr val="DB709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247"/>
          </a:solidFill>
          <a:ln w="12700">
            <a:solidFill>
              <a:srgbClr val="8582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4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9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34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33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8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748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748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9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802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هُورَ</a:t>
            </a:r>
            <a:endParaRPr lang="ar-SA" sz="8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2"/>
          </a:solidFill>
          <a:ln w="12700">
            <a:solidFill>
              <a:srgbClr val="D864B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B"/>
          </a:solidFill>
          <a:ln w="12700">
            <a:solidFill>
              <a:srgbClr val="D147B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00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300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49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02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هُوزَ</a:t>
            </a:r>
            <a:endParaRPr lang="ar-SA" sz="8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269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269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915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هُوسَ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B64"/>
          </a:solidFill>
          <a:ln w="12700">
            <a:solidFill>
              <a:srgbClr val="2B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63479"/>
          </a:solidFill>
          <a:ln w="12700">
            <a:solidFill>
              <a:srgbClr val="56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231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231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30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هُوشَ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5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25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938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هُوصَ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3ED5E"/>
          </a:solidFill>
          <a:ln w="12700">
            <a:solidFill>
              <a:srgbClr val="83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231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231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012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هُوضَ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E52E0"/>
          </a:solidFill>
          <a:ln w="12700">
            <a:solidFill>
              <a:srgbClr val="C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4DB70"/>
          </a:solidFill>
          <a:ln w="12700">
            <a:solidFill>
              <a:srgbClr val="B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2"/>
          </a:solidFill>
          <a:ln w="12700">
            <a:solidFill>
              <a:srgbClr val="47857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00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300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649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هُوطَ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FD864"/>
          </a:solidFill>
          <a:ln w="12700">
            <a:solidFill>
              <a:srgbClr val="C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547"/>
          </a:solidFill>
          <a:ln w="12700">
            <a:solidFill>
              <a:srgbClr val="D1C5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00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300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49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هُوظَ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275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275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1276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هُوعَ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31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9"/>
          </a:solidFill>
          <a:ln w="12700">
            <a:solidFill>
              <a:srgbClr val="642B3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534"/>
          </a:solidFill>
          <a:ln w="12700">
            <a:solidFill>
              <a:srgbClr val="7945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244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244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707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886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هُوغَ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75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275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هُوفَ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7ED"/>
          </a:solidFill>
          <a:ln w="12700">
            <a:solidFill>
              <a:srgbClr val="5EA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281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281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14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هُوقَ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43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A52"/>
          </a:solidFill>
          <a:ln w="12700">
            <a:solidFill>
              <a:srgbClr val="E0A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EDB"/>
          </a:solidFill>
          <a:ln w="12700">
            <a:solidFill>
              <a:srgbClr val="70CE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34785"/>
          </a:solidFill>
          <a:ln w="12700">
            <a:solidFill>
              <a:srgbClr val="63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13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313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72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2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9544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هُوكَ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4"/>
          </a:solidFill>
          <a:ln w="12700">
            <a:solidFill>
              <a:srgbClr val="64D8C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2"/>
          </a:solidFill>
          <a:ln w="12700">
            <a:solidFill>
              <a:srgbClr val="47D1A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69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269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هُولَ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13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313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72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1276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هُومَ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8642B"/>
          </a:solidFill>
          <a:ln w="12700">
            <a:solidFill>
              <a:srgbClr val="48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4"/>
          </a:solidFill>
          <a:ln w="12700">
            <a:solidFill>
              <a:srgbClr val="34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13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313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72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802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هُونَ</a:t>
            </a:r>
            <a:endParaRPr lang="ar-SA" sz="8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5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85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15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B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أَهُوبَ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A"/>
          </a:solidFill>
          <a:ln w="12700">
            <a:solidFill>
              <a:srgbClr val="ED5EC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85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85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515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725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بَهُوتَ</a:t>
            </a:r>
            <a:endParaRPr lang="ar-SA" sz="6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6"/>
          </a:solidFill>
          <a:ln w="12700">
            <a:solidFill>
              <a:srgbClr val="52E08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D70DB"/>
          </a:solidFill>
          <a:ln w="12700">
            <a:solidFill>
              <a:srgbClr val="C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447"/>
          </a:solidFill>
          <a:ln w="12700">
            <a:solidFill>
              <a:srgbClr val="8554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8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8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1015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تَهُوثَ</a:t>
            </a:r>
            <a:endParaRPr lang="ar-SA" sz="6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764D8"/>
          </a:solidFill>
          <a:ln w="12700">
            <a:solidFill>
              <a:srgbClr val="A7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047D1"/>
          </a:solidFill>
          <a:ln w="12700">
            <a:solidFill>
              <a:srgbClr val="80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8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ثَهُوجَ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8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8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1056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جَهُوحَ</a:t>
            </a:r>
            <a:endParaRPr lang="ar-SA" sz="6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4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664"/>
          </a:solidFill>
          <a:ln w="12700">
            <a:solidFill>
              <a:srgbClr val="2B56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679"/>
          </a:solidFill>
          <a:ln w="12700">
            <a:solidFill>
              <a:srgbClr val="3446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5201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حَهُوخَ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814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خَهُودَ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D5E"/>
          </a:solidFill>
          <a:ln w="12700">
            <a:solidFill>
              <a:srgbClr val="E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9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59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888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1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888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282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251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1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251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1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دَهُوذَ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2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352E0"/>
          </a:solidFill>
          <a:ln w="12700">
            <a:solidFill>
              <a:srgbClr val="6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370"/>
          </a:solidFill>
          <a:ln w="12700">
            <a:solidFill>
              <a:srgbClr val="DBB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A8547"/>
          </a:solidFill>
          <a:ln w="12700">
            <a:solidFill>
              <a:srgbClr val="4A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251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1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251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888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1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888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282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509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1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509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1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291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ذَهُورَ</a:t>
            </a:r>
            <a:endParaRPr lang="ar-SA" sz="6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A64"/>
          </a:solidFill>
          <a:ln w="12700">
            <a:solidFill>
              <a:srgbClr val="D88A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E47"/>
          </a:solidFill>
          <a:ln w="12700">
            <a:solidFill>
              <a:srgbClr val="D15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5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85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15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8755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رَهُوزَ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82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82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988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زَهُوسَ</a:t>
            </a:r>
            <a:endParaRPr lang="ar-SA" sz="5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4"/>
          </a:solidFill>
          <a:ln w="12700">
            <a:solidFill>
              <a:srgbClr val="6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7"/>
          </a:solidFill>
          <a:ln w="12700">
            <a:solidFill>
              <a:srgbClr val="79345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794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794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98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2699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سَهُوشَ</a:t>
            </a:r>
            <a:endParaRPr lang="ar-SA" sz="4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794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794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98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742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شَهُوصَ</a:t>
            </a:r>
            <a:endParaRPr lang="ar-SA" sz="4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9"/>
          </a:solidFill>
          <a:ln w="12700">
            <a:solidFill>
              <a:srgbClr val="5EEDC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788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5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788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0821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صَهُوضَ</a:t>
            </a:r>
            <a:endParaRPr lang="ar-SA" sz="4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431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4"/>
          </a:solidFill>
          <a:ln w="12700">
            <a:solidFill>
              <a:srgbClr val="E0526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8"/>
          </a:solidFill>
          <a:ln w="12700">
            <a:solidFill>
              <a:srgbClr val="70DB9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985"/>
          </a:solidFill>
          <a:ln w="12700">
            <a:solidFill>
              <a:srgbClr val="4759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788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5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788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3053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ضَهُوطَ</a:t>
            </a:r>
            <a:endParaRPr lang="ar-SA" sz="5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D"/>
          </a:solidFill>
          <a:ln w="12700">
            <a:solidFill>
              <a:srgbClr val="64D86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3D147"/>
          </a:solidFill>
          <a:ln w="12700">
            <a:solidFill>
              <a:srgbClr val="53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5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85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15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304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طَهُوظَ</a:t>
            </a:r>
            <a:endParaRPr lang="ar-SA" sz="5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D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832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2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832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D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708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D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703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ظَهُوعَ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43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62B"/>
          </a:solidFill>
          <a:ln w="12700">
            <a:solidFill>
              <a:srgbClr val="6456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87934"/>
          </a:solidFill>
          <a:ln w="12700">
            <a:solidFill>
              <a:srgbClr val="68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800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7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800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3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873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عَهُوغَ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00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800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462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غَهُوفَ</a:t>
            </a:r>
            <a:endParaRPr lang="ar-SA" sz="5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55EED"/>
          </a:solidFill>
          <a:ln w="12700">
            <a:solidFill>
              <a:srgbClr val="A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832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2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832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708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2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476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فَهُوقَ</a:t>
            </a:r>
            <a:endParaRPr lang="ar-SA" sz="6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3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7E052"/>
          </a:solidFill>
          <a:ln w="12700">
            <a:solidFill>
              <a:srgbClr val="8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D70DB"/>
          </a:solidFill>
          <a:ln w="12700">
            <a:solidFill>
              <a:srgbClr val="7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9"/>
          </a:solidFill>
          <a:ln w="12700">
            <a:solidFill>
              <a:srgbClr val="85476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838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3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838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670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3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472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قَهُوكَ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8D8"/>
          </a:solidFill>
          <a:ln w="12700">
            <a:solidFill>
              <a:srgbClr val="647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6D1"/>
          </a:solidFill>
          <a:ln w="12700">
            <a:solidFill>
              <a:srgbClr val="4776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2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82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5199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كَهُولَ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82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82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932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لَهُومَ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7"/>
          </a:solidFill>
          <a:ln w="12700">
            <a:solidFill>
              <a:srgbClr val="2B644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9"/>
          </a:solidFill>
          <a:ln w="12700">
            <a:solidFill>
              <a:srgbClr val="347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23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23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863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863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6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7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694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مَهُونَ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0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5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85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15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نَهُوأَ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25E"/>
          </a:solidFill>
          <a:ln w="12700">
            <a:solidFill>
              <a:srgbClr val="ED82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06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3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306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6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أَهُو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44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BE0"/>
          </a:solidFill>
          <a:ln w="12700">
            <a:solidFill>
              <a:srgbClr val="52AB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9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E"/>
          </a:solidFill>
          <a:ln w="12700">
            <a:solidFill>
              <a:srgbClr val="DB707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88547"/>
          </a:solidFill>
          <a:ln w="12700">
            <a:solidFill>
              <a:srgbClr val="78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06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3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306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6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533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بَهُو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5"/>
          </a:solidFill>
          <a:ln w="12700">
            <a:solidFill>
              <a:srgbClr val="D8649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8"/>
          </a:solidFill>
          <a:ln w="12700">
            <a:solidFill>
              <a:srgbClr val="D1479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13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313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72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تَهُو</a:t>
            </a:r>
            <a:endParaRPr lang="ar-SA" sz="8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28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0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28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765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ثَهُو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41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92B64"/>
          </a:solidFill>
          <a:ln w="12700">
            <a:solidFill>
              <a:srgbClr val="39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83479"/>
          </a:solidFill>
          <a:ln w="12700">
            <a:solidFill>
              <a:srgbClr val="6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294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294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533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جَهُو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94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294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33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حَهُو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5E"/>
          </a:solidFill>
          <a:ln w="12700">
            <a:solidFill>
              <a:srgbClr val="5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766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خَهُو</a:t>
            </a:r>
            <a:endParaRPr lang="ar-SA" sz="8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3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F"/>
          </a:solidFill>
          <a:ln w="12700">
            <a:solidFill>
              <a:srgbClr val="E052C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8DB70"/>
          </a:solidFill>
          <a:ln w="12700">
            <a:solidFill>
              <a:srgbClr val="9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2"/>
          </a:solidFill>
          <a:ln w="12700">
            <a:solidFill>
              <a:srgbClr val="47858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07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9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007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4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9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34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33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8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802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دَهُو</a:t>
            </a:r>
            <a:endParaRPr lang="ar-SA" sz="8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2D864"/>
          </a:solidFill>
          <a:ln w="12700">
            <a:solidFill>
              <a:srgbClr val="B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AD147"/>
          </a:solidFill>
          <a:ln w="12700">
            <a:solidFill>
              <a:srgbClr val="BA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764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764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4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34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33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8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ذَهُو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748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748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4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9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34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33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8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802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رَهُو</a:t>
            </a:r>
            <a:endParaRPr lang="ar-SA" sz="8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43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B"/>
          </a:solidFill>
          <a:ln w="12700">
            <a:solidFill>
              <a:srgbClr val="642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734"/>
          </a:solidFill>
          <a:ln w="12700">
            <a:solidFill>
              <a:srgbClr val="795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00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2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300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649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802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زَهُو</a:t>
            </a:r>
            <a:endParaRPr lang="ar-SA" sz="8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69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269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605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سَهُو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2ED"/>
          </a:solidFill>
          <a:ln w="12700">
            <a:solidFill>
              <a:srgbClr val="5E82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231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231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282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شَهُو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432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F52"/>
          </a:solidFill>
          <a:ln w="12700">
            <a:solidFill>
              <a:srgbClr val="E0C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C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3DB"/>
          </a:solidFill>
          <a:ln w="12700">
            <a:solidFill>
              <a:srgbClr val="70B3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34785"/>
          </a:solidFill>
          <a:ln w="12700">
            <a:solidFill>
              <a:srgbClr val="73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25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4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25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6156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صَهُو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FD8"/>
          </a:solidFill>
          <a:ln w="12700">
            <a:solidFill>
              <a:srgbClr val="64CF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6"/>
          </a:solidFill>
          <a:ln w="12700">
            <a:solidFill>
              <a:srgbClr val="47D1C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31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231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9020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ضَهُو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00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2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300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649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طَهُو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3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9642B"/>
          </a:solidFill>
          <a:ln w="12700">
            <a:solidFill>
              <a:srgbClr val="39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5"/>
          </a:solidFill>
          <a:ln w="12700">
            <a:solidFill>
              <a:srgbClr val="34794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00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2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300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649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ظَهُو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75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275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33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عَهُو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6"/>
          </a:solidFill>
          <a:ln w="12700">
            <a:solidFill>
              <a:srgbClr val="ED5EA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244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3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244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707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26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غَهُو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44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B"/>
          </a:solidFill>
          <a:ln w="12700">
            <a:solidFill>
              <a:srgbClr val="52E0A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E"/>
          </a:solidFill>
          <a:ln w="12700">
            <a:solidFill>
              <a:srgbClr val="DB70C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447"/>
          </a:solidFill>
          <a:ln w="12700">
            <a:solidFill>
              <a:srgbClr val="8564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275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8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275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فَهُو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564D8"/>
          </a:solidFill>
          <a:ln w="12700">
            <a:solidFill>
              <a:srgbClr val="C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347D1"/>
          </a:solidFill>
          <a:ln w="12700">
            <a:solidFill>
              <a:srgbClr val="A3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1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281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قَهُو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13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313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72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132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كَهُو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764"/>
          </a:solidFill>
          <a:ln w="12700">
            <a:solidFill>
              <a:srgbClr val="2B47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479"/>
          </a:solidFill>
          <a:ln w="12700">
            <a:solidFill>
              <a:srgbClr val="34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269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269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لَهُو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13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313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72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33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مَهُو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9ED5E"/>
          </a:solidFill>
          <a:ln w="12700">
            <a:solidFill>
              <a:srgbClr val="C9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13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313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72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نَهُو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41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752E0"/>
          </a:solidFill>
          <a:ln w="12700">
            <a:solidFill>
              <a:srgbClr val="87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E70"/>
          </a:solidFill>
          <a:ln w="12700">
            <a:solidFill>
              <a:srgbClr val="DBCE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4"/>
          </a:solidFill>
          <a:ln w="12700">
            <a:solidFill>
              <a:srgbClr val="478554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832286" y="896112"/>
            <a:ext cx="161460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4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832286" y="896112"/>
            <a:ext cx="161460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هُودٌ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697113" y="896112"/>
            <a:ext cx="18151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94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697113" y="896112"/>
            <a:ext cx="18151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وَنُوحٌ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3039447" y="2834640"/>
            <a:ext cx="306510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3039447" y="2834640"/>
            <a:ext cx="306510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هُودٌ وَنُوحٌ</a:t>
            </a:r>
            <a:endParaRPr lang="ar-SA" sz="4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864"/>
          </a:solidFill>
          <a:ln w="12700">
            <a:solidFill>
              <a:srgbClr val="D8A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147"/>
          </a:solidFill>
          <a:ln w="12700">
            <a:solidFill>
              <a:srgbClr val="D18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971855" y="896112"/>
            <a:ext cx="191606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C6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971855" y="896112"/>
            <a:ext cx="191606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وُجُوهٌ</a:t>
            </a:r>
            <a:endParaRPr lang="ar-SA" sz="4500" dirty="0"/>
          </a:p>
        </p:txBody>
      </p:sp>
      <p:sp>
        <p:nvSpPr>
          <p:cNvPr id="12" name="C2 W2 pill"/>
          <p:cNvSpPr/>
          <p:nvPr/>
        </p:nvSpPr>
        <p:spPr>
          <a:xfrm>
            <a:off x="2256082" y="896112"/>
            <a:ext cx="239573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C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256082" y="896112"/>
            <a:ext cx="239573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مُشْرِقَةٌ</a:t>
            </a:r>
            <a:endParaRPr lang="ar-SA" sz="45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4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563686" y="2834640"/>
            <a:ext cx="401662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563686" y="2834640"/>
            <a:ext cx="401662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وُجُوهٌ مُشْرِقَةٌ</a:t>
            </a:r>
            <a:endParaRPr lang="ar-SA" sz="4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581778" y="896112"/>
            <a:ext cx="186574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CC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581778" y="896112"/>
            <a:ext cx="186574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يَهُونُ</a:t>
            </a:r>
            <a:endParaRPr lang="ar-SA" sz="4400" dirty="0"/>
          </a:p>
        </p:txBody>
      </p:sp>
      <p:sp>
        <p:nvSpPr>
          <p:cNvPr id="13" name="C2 W2 pill"/>
          <p:cNvSpPr/>
          <p:nvPr/>
        </p:nvSpPr>
        <p:spPr>
          <a:xfrm>
            <a:off x="2696479" y="896112"/>
            <a:ext cx="156525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CC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696479" y="896112"/>
            <a:ext cx="156525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أَمْرٌ</a:t>
            </a:r>
            <a:endParaRPr lang="ar-SA" sz="44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3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3069560" y="2834640"/>
            <a:ext cx="300488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3069560" y="2834640"/>
            <a:ext cx="300488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يَهُونُ أَمْرٌ</a:t>
            </a:r>
            <a:endParaRPr lang="ar-SA" sz="4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79</Slides>
  <Notes>79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waw 15-ha</dc:title>
  <dc:subject>PptxGenJS Presentation</dc:subject>
  <dc:creator>PptxGenJS</dc:creator>
  <cp:lastModifiedBy>PptxGenJS</cp:lastModifiedBy>
  <cp:revision>1</cp:revision>
  <dcterms:created xsi:type="dcterms:W3CDTF">2026-10-21T17:57:54Z</dcterms:created>
  <dcterms:modified xsi:type="dcterms:W3CDTF">2026-10-21T17:57:54Z</dcterms:modified>
</cp:coreProperties>
</file>