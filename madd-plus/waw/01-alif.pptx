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9E0"/>
          </a:solidFill>
          <a:ln w="12700">
            <a:solidFill>
              <a:srgbClr val="526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470"/>
          </a:solidFill>
          <a:ln w="12700">
            <a:solidFill>
              <a:srgbClr val="DB9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C8547"/>
          </a:solidFill>
          <a:ln w="12700">
            <a:solidFill>
              <a:srgbClr val="5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95912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8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95912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38950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72104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</a:t>
            </a:r>
            <a:endParaRPr lang="ar-SA" sz="71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964"/>
          </a:solidFill>
          <a:ln w="12700">
            <a:solidFill>
              <a:srgbClr val="D86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9"/>
          </a:solidFill>
          <a:ln w="12700">
            <a:solidFill>
              <a:srgbClr val="D1475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3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أُوبَ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3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أُوتَ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2B64"/>
          </a:solidFill>
          <a:ln w="12700">
            <a:solidFill>
              <a:srgbClr val="5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B"/>
          </a:solidFill>
          <a:ln w="12700">
            <a:solidFill>
              <a:srgbClr val="79346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3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أُوثَ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267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أُوجَ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0"/>
          </a:solidFill>
          <a:ln w="12700">
            <a:solidFill>
              <a:srgbClr val="5EEDA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267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أُوحَ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D"/>
          </a:solidFill>
          <a:ln w="12700">
            <a:solidFill>
              <a:srgbClr val="E0528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9"/>
          </a:solidFill>
          <a:ln w="12700">
            <a:solidFill>
              <a:srgbClr val="70DB7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B85"/>
          </a:solidFill>
          <a:ln w="12700">
            <a:solidFill>
              <a:srgbClr val="476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74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74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267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أُوخَ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CD864"/>
          </a:solidFill>
          <a:ln w="12700">
            <a:solidFill>
              <a:srgbClr val="7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BD147"/>
          </a:solidFill>
          <a:ln w="12700">
            <a:solidFill>
              <a:srgbClr val="7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3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أُودَ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118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118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78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بَأُوتَ</a:t>
            </a:r>
            <a:endParaRPr lang="ar-SA" sz="5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52B"/>
          </a:solidFill>
          <a:ln w="12700">
            <a:solidFill>
              <a:srgbClr val="644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734"/>
          </a:solidFill>
          <a:ln w="12700">
            <a:solidFill>
              <a:srgbClr val="797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118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118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78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تَأُوثَ</a:t>
            </a:r>
            <a:endParaRPr lang="ar-SA" sz="5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118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118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08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ثَأُوجَ</a:t>
            </a:r>
            <a:endParaRPr lang="ar-SA" sz="4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C5EED"/>
          </a:solidFill>
          <a:ln w="12700">
            <a:solidFill>
              <a:srgbClr val="7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118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118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208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جَأُوحَ</a:t>
            </a:r>
            <a:endParaRPr lang="ar-SA" sz="4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1E052"/>
          </a:solidFill>
          <a:ln w="12700">
            <a:solidFill>
              <a:srgbClr val="B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2DB"/>
          </a:solidFill>
          <a:ln w="12700">
            <a:solidFill>
              <a:srgbClr val="708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A"/>
          </a:solidFill>
          <a:ln w="12700">
            <a:solidFill>
              <a:srgbClr val="85477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1102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1102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208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حَأُوخَ</a:t>
            </a:r>
            <a:endParaRPr lang="ar-SA" sz="4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9D8"/>
          </a:solidFill>
          <a:ln w="12700">
            <a:solidFill>
              <a:srgbClr val="649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DD1"/>
          </a:solidFill>
          <a:ln w="12700">
            <a:solidFill>
              <a:srgbClr val="479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1102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1102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78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خَأُودَ</a:t>
            </a:r>
            <a:endParaRPr lang="ar-SA" sz="5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118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118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663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دَأُوبَ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7"/>
          </a:solidFill>
          <a:ln w="12700">
            <a:solidFill>
              <a:srgbClr val="2B64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5"/>
          </a:solidFill>
          <a:ln w="12700">
            <a:solidFill>
              <a:srgbClr val="34796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79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بَأُو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79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تَأُو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4"/>
          </a:solidFill>
          <a:ln w="12700">
            <a:solidFill>
              <a:srgbClr val="ED5E6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079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ثَأُو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4E0"/>
          </a:solidFill>
          <a:ln w="12700">
            <a:solidFill>
              <a:srgbClr val="52D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D"/>
          </a:solidFill>
          <a:ln w="12700">
            <a:solidFill>
              <a:srgbClr val="DB709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047"/>
          </a:solidFill>
          <a:ln w="12700">
            <a:solidFill>
              <a:srgbClr val="858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079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جَأُو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6"/>
          </a:solidFill>
          <a:ln w="12700">
            <a:solidFill>
              <a:srgbClr val="D864B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0"/>
          </a:solidFill>
          <a:ln w="12700">
            <a:solidFill>
              <a:srgbClr val="D147C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79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حَأُو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2074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20743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79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خَأُو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D64"/>
          </a:solidFill>
          <a:ln w="12700">
            <a:solidFill>
              <a:srgbClr val="2B2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3479"/>
          </a:solidFill>
          <a:ln w="12700">
            <a:solidFill>
              <a:srgbClr val="5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2082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3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دَأُو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84306" y="896112"/>
            <a:ext cx="16797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E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84306" y="896112"/>
            <a:ext cx="16797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أُوذِيَ</a:t>
            </a:r>
            <a:endParaRPr lang="ar-SA" sz="3700" dirty="0"/>
          </a:p>
        </p:txBody>
      </p:sp>
      <p:sp>
        <p:nvSpPr>
          <p:cNvPr id="12" name="C2 W2 pill"/>
          <p:cNvSpPr/>
          <p:nvPr/>
        </p:nvSpPr>
        <p:spPr>
          <a:xfrm>
            <a:off x="2679947" y="896112"/>
            <a:ext cx="178431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E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79947" y="896112"/>
            <a:ext cx="178431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وَصَبَرَ</a:t>
            </a:r>
            <a:endParaRPr lang="ar-SA" sz="37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44952" y="2834640"/>
            <a:ext cx="305409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44952" y="2834640"/>
            <a:ext cx="305409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أُوذِيَ وَصَبَرَ</a:t>
            </a:r>
            <a:endParaRPr lang="ar-SA" sz="3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8ED5E"/>
          </a:solidFill>
          <a:ln w="12700">
            <a:solidFill>
              <a:srgbClr val="8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26018" y="896112"/>
            <a:ext cx="16251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1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26018" y="896112"/>
            <a:ext cx="16251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أُوتِيَ</a:t>
            </a:r>
            <a:endParaRPr lang="ar-SA" sz="3700" dirty="0"/>
          </a:p>
        </p:txBody>
      </p:sp>
      <p:sp>
        <p:nvSpPr>
          <p:cNvPr id="20" name="C2 W2 pill"/>
          <p:cNvSpPr/>
          <p:nvPr/>
        </p:nvSpPr>
        <p:spPr>
          <a:xfrm>
            <a:off x="2692841" y="896112"/>
            <a:ext cx="18131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1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692841" y="896112"/>
            <a:ext cx="18131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عِلۡمًا</a:t>
            </a:r>
            <a:endParaRPr lang="ar-SA" sz="37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052262" y="2834640"/>
            <a:ext cx="303947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052262" y="2834640"/>
            <a:ext cx="303947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أُوتِيَ عِلۡمًا</a:t>
            </a:r>
            <a:endParaRPr lang="ar-SA" sz="3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952E0"/>
          </a:solidFill>
          <a:ln w="12700">
            <a:solidFill>
              <a:srgbClr val="C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7DB70"/>
          </a:solidFill>
          <a:ln w="12700">
            <a:solidFill>
              <a:srgbClr val="B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0"/>
          </a:solidFill>
          <a:ln w="12700">
            <a:solidFill>
              <a:srgbClr val="478570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86700" y="896112"/>
            <a:ext cx="238805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86700" y="896112"/>
            <a:ext cx="238805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يَأۡكُلُونَ</a:t>
            </a:r>
            <a:endParaRPr lang="ar-SA" sz="4000" dirty="0"/>
          </a:p>
        </p:txBody>
      </p:sp>
      <p:sp>
        <p:nvSpPr>
          <p:cNvPr id="17" name="C2 W2 pill"/>
          <p:cNvSpPr/>
          <p:nvPr/>
        </p:nvSpPr>
        <p:spPr>
          <a:xfrm>
            <a:off x="1769250" y="896112"/>
            <a:ext cx="289741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E2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1769250" y="896112"/>
            <a:ext cx="289741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وَيَشۡرَبُونَ</a:t>
            </a:r>
            <a:endParaRPr lang="ar-SA" sz="40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073336" y="2834640"/>
            <a:ext cx="499732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073336" y="2834640"/>
            <a:ext cx="499732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يَأۡكُلُونَ وَيَشۡرَبُونَ</a:t>
            </a:r>
            <a:endParaRPr lang="ar-SA" sz="4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01-alif</dc:title>
  <dc:subject>PptxGenJS Presentation</dc:subject>
  <dc:creator>PptxGenJS</dc:creator>
  <cp:lastModifiedBy>PptxGenJS</cp:lastModifiedBy>
  <cp:revision>1</cp:revision>
  <dcterms:created xsi:type="dcterms:W3CDTF">2026-10-21T18:02:10Z</dcterms:created>
  <dcterms:modified xsi:type="dcterms:W3CDTF">2026-10-21T18:02:10Z</dcterms:modified>
</cp:coreProperties>
</file>