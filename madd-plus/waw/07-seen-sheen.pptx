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notesMasterIdLst>
    <p:notesMasterId r:id="rId7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DE0"/>
          </a:solidFill>
          <a:ln w="12700">
            <a:solidFill>
              <a:srgbClr val="52C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7"/>
          </a:solidFill>
          <a:ln w="12700">
            <a:solidFill>
              <a:srgbClr val="DB70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347"/>
          </a:solidFill>
          <a:ln w="12700">
            <a:solidFill>
              <a:srgbClr val="858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9010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5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9010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40112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5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40739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</a:t>
            </a:r>
            <a:endParaRPr lang="ar-SA" sz="107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0"/>
          </a:solidFill>
          <a:ln w="12700">
            <a:solidFill>
              <a:srgbClr val="D864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9"/>
          </a:solidFill>
          <a:ln w="12700">
            <a:solidFill>
              <a:srgbClr val="D147B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69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سُوبَ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B64"/>
          </a:solidFill>
          <a:ln w="12700">
            <a:solidFill>
              <a:srgbClr val="2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3479"/>
          </a:solidFill>
          <a:ln w="12700">
            <a:solidFill>
              <a:srgbClr val="5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645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سُوتَ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8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سُوثَ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1ED5E"/>
          </a:solidFill>
          <a:ln w="12700">
            <a:solidFill>
              <a:srgbClr val="8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504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سُوجَ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052E0"/>
          </a:solidFill>
          <a:ln w="12700">
            <a:solidFill>
              <a:srgbClr val="D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2DB70"/>
          </a:solidFill>
          <a:ln w="12700">
            <a:solidFill>
              <a:srgbClr val="B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3"/>
          </a:solidFill>
          <a:ln w="12700">
            <a:solidFill>
              <a:srgbClr val="4785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504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سُوحَ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DD864"/>
          </a:solidFill>
          <a:ln w="12700">
            <a:solidFill>
              <a:srgbClr val="C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747"/>
          </a:solidFill>
          <a:ln w="12700">
            <a:solidFill>
              <a:srgbClr val="D1C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221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9"/>
          </a:solidFill>
          <a:ln w="12700">
            <a:solidFill>
              <a:srgbClr val="642B3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634"/>
          </a:solidFill>
          <a:ln w="12700">
            <a:solidFill>
              <a:srgbClr val="794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31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سُورَ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4ED"/>
          </a:solidFill>
          <a:ln w="12700">
            <a:solidFill>
              <a:srgbClr val="5EA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08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سُوزَ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C52"/>
          </a:solidFill>
          <a:ln w="12700">
            <a:solidFill>
              <a:srgbClr val="E0A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DDB"/>
          </a:solidFill>
          <a:ln w="12700">
            <a:solidFill>
              <a:srgbClr val="70C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4785"/>
          </a:solidFill>
          <a:ln w="12700">
            <a:solidFill>
              <a:srgbClr val="6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057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أَسُوبَ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6"/>
          </a:solidFill>
          <a:ln w="12700">
            <a:solidFill>
              <a:srgbClr val="64D8C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5"/>
          </a:solidFill>
          <a:ln w="12700">
            <a:solidFill>
              <a:srgbClr val="47D1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85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بَسُوتَ</a:t>
            </a:r>
            <a:endParaRPr lang="ar-SA" sz="5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149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تَسُوثَ</a:t>
            </a:r>
            <a:endParaRPr lang="ar-SA" sz="5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642B"/>
          </a:solidFill>
          <a:ln w="12700">
            <a:solidFill>
              <a:srgbClr val="4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5"/>
          </a:solidFill>
          <a:ln w="12700">
            <a:solidFill>
              <a:srgbClr val="34793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539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ثَسُوجَ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093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جَسُوحَ</a:t>
            </a:r>
            <a:endParaRPr lang="ar-SA" sz="5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8"/>
          </a:solidFill>
          <a:ln w="12700">
            <a:solidFill>
              <a:srgbClr val="ED5EC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640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حَسُوخَ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9"/>
          </a:solidFill>
          <a:ln w="12700">
            <a:solidFill>
              <a:srgbClr val="52E08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F70DB"/>
          </a:solidFill>
          <a:ln w="12700">
            <a:solidFill>
              <a:srgbClr val="C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547"/>
          </a:solidFill>
          <a:ln w="12700">
            <a:solidFill>
              <a:srgbClr val="855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090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خَسُودَ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964D8"/>
          </a:solidFill>
          <a:ln w="12700">
            <a:solidFill>
              <a:srgbClr val="A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247D1"/>
          </a:solidFill>
          <a:ln w="12700">
            <a:solidFill>
              <a:srgbClr val="8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دَسُوذَ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02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ذَسُورَ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564"/>
          </a:solidFill>
          <a:ln w="12700">
            <a:solidFill>
              <a:srgbClr val="2B5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579"/>
          </a:solidFill>
          <a:ln w="12700">
            <a:solidFill>
              <a:srgbClr val="344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13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رَسُوزَ</a:t>
            </a:r>
            <a:endParaRPr lang="ar-SA" sz="5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58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زَسُوأَ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CED5E"/>
          </a:solidFill>
          <a:ln w="12700">
            <a:solidFill>
              <a:srgbClr val="E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أَسُو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552E0"/>
          </a:solidFill>
          <a:ln w="12700">
            <a:solidFill>
              <a:srgbClr val="6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470"/>
          </a:solidFill>
          <a:ln w="12700">
            <a:solidFill>
              <a:srgbClr val="DBB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8547"/>
          </a:solidFill>
          <a:ln w="12700">
            <a:solidFill>
              <a:srgbClr val="4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235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بَسُو</a:t>
            </a:r>
            <a:endParaRPr lang="ar-SA" sz="8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C64"/>
          </a:solidFill>
          <a:ln w="12700">
            <a:solidFill>
              <a:srgbClr val="D88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047"/>
          </a:solidFill>
          <a:ln w="12700">
            <a:solidFill>
              <a:srgbClr val="D16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تَسُو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ثَسُو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3"/>
          </a:solidFill>
          <a:ln w="12700">
            <a:solidFill>
              <a:srgbClr val="642B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6"/>
          </a:solidFill>
          <a:ln w="12700">
            <a:solidFill>
              <a:srgbClr val="79345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41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جَسُو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41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حَسُو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B"/>
          </a:solidFill>
          <a:ln w="12700">
            <a:solidFill>
              <a:srgbClr val="5EEDC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7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خَسُو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2"/>
          </a:solidFill>
          <a:ln w="12700">
            <a:solidFill>
              <a:srgbClr val="E0526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A"/>
          </a:solidFill>
          <a:ln w="12700">
            <a:solidFill>
              <a:srgbClr val="70DB9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885"/>
          </a:solidFill>
          <a:ln w="12700">
            <a:solidFill>
              <a:srgbClr val="475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18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دَسُو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F"/>
          </a:solidFill>
          <a:ln w="12700">
            <a:solidFill>
              <a:srgbClr val="64D86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1D147"/>
          </a:solidFill>
          <a:ln w="12700">
            <a:solidFill>
              <a:srgbClr val="5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ذَسُو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31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رَسُو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62B"/>
          </a:solidFill>
          <a:ln w="12700">
            <a:solidFill>
              <a:srgbClr val="645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7934"/>
          </a:solidFill>
          <a:ln w="12700">
            <a:solidFill>
              <a:srgbClr val="6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270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08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زَسُو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1552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7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71552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4359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59052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85EED"/>
          </a:solidFill>
          <a:ln w="12700">
            <a:solidFill>
              <a:srgbClr val="A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شُوأَ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E052"/>
          </a:solidFill>
          <a:ln w="12700">
            <a:solidFill>
              <a:srgbClr val="8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F70DB"/>
          </a:solidFill>
          <a:ln w="12700">
            <a:solidFill>
              <a:srgbClr val="7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8"/>
          </a:solidFill>
          <a:ln w="12700">
            <a:solidFill>
              <a:srgbClr val="8547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760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شُوبَ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6D8"/>
          </a:solidFill>
          <a:ln w="12700">
            <a:solidFill>
              <a:srgbClr val="647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3D1"/>
          </a:solidFill>
          <a:ln w="12700">
            <a:solidFill>
              <a:srgbClr val="477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60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شُوتَ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760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شُوثَ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8"/>
          </a:solidFill>
          <a:ln w="12700">
            <a:solidFill>
              <a:srgbClr val="2B64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879"/>
          </a:solidFill>
          <a:ln w="12700">
            <a:solidFill>
              <a:srgbClr val="347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09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شُوجَ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9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شُوحَ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45E"/>
          </a:solidFill>
          <a:ln w="12700">
            <a:solidFill>
              <a:srgbClr val="ED8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9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شُوخَ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9E0"/>
          </a:solidFill>
          <a:ln w="12700">
            <a:solidFill>
              <a:srgbClr val="52A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C"/>
          </a:solidFill>
          <a:ln w="12700">
            <a:solidFill>
              <a:srgbClr val="DB707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8547"/>
          </a:solidFill>
          <a:ln w="12700">
            <a:solidFill>
              <a:srgbClr val="7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77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شُودَ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3"/>
          </a:solidFill>
          <a:ln w="12700">
            <a:solidFill>
              <a:srgbClr val="D8649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6"/>
          </a:solidFill>
          <a:ln w="12700">
            <a:solidFill>
              <a:srgbClr val="D1479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7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شُوذَ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77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شُورَ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2B64"/>
          </a:solidFill>
          <a:ln w="12700">
            <a:solidFill>
              <a:srgbClr val="3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3479"/>
          </a:solidFill>
          <a:ln w="12700">
            <a:solidFill>
              <a:srgbClr val="6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77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شُوزَ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27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شُوسَ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0"/>
          </a:solidFill>
          <a:ln w="12700">
            <a:solidFill>
              <a:srgbClr val="5EED6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057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أَشُوبَ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C"/>
          </a:solidFill>
          <a:ln w="12700">
            <a:solidFill>
              <a:srgbClr val="E052C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7DB70"/>
          </a:solidFill>
          <a:ln w="12700">
            <a:solidFill>
              <a:srgbClr val="9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3"/>
          </a:solidFill>
          <a:ln w="12700">
            <a:solidFill>
              <a:srgbClr val="4785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91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بَشُوتَ</a:t>
            </a:r>
            <a:endParaRPr lang="ar-SA" sz="5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0D864"/>
          </a:solidFill>
          <a:ln w="12700">
            <a:solidFill>
              <a:srgbClr val="B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8D147"/>
          </a:solidFill>
          <a:ln w="12700">
            <a:solidFill>
              <a:srgbClr val="B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91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تَشُوثَ</a:t>
            </a:r>
            <a:endParaRPr lang="ar-SA" sz="5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058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ثَشُوجَ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C2B"/>
          </a:solidFill>
          <a:ln w="12700">
            <a:solidFill>
              <a:srgbClr val="642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834"/>
          </a:solidFill>
          <a:ln w="12700">
            <a:solidFill>
              <a:srgbClr val="795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80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جَشُوحَ</a:t>
            </a:r>
            <a:endParaRPr lang="ar-SA" sz="5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80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حَشُوخَ</a:t>
            </a:r>
            <a:endParaRPr lang="ar-SA" sz="5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0ED"/>
          </a:solidFill>
          <a:ln w="12700">
            <a:solidFill>
              <a:srgbClr val="5E8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6208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خَشُودَ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152"/>
          </a:solidFill>
          <a:ln w="12700">
            <a:solidFill>
              <a:srgbClr val="E0D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1DB"/>
          </a:solidFill>
          <a:ln w="12700">
            <a:solidFill>
              <a:srgbClr val="70B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4785"/>
          </a:solidFill>
          <a:ln w="12700">
            <a:solidFill>
              <a:srgbClr val="7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646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دَشُوذَ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DD8"/>
          </a:solidFill>
          <a:ln w="12700">
            <a:solidFill>
              <a:srgbClr val="64C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8"/>
          </a:solidFill>
          <a:ln w="12700">
            <a:solidFill>
              <a:srgbClr val="47D1C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6208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ذَشُورَ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616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رَشُوزَ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642B"/>
          </a:solidFill>
          <a:ln w="12700">
            <a:solidFill>
              <a:srgbClr val="3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6"/>
          </a:solidFill>
          <a:ln w="12700">
            <a:solidFill>
              <a:srgbClr val="3479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62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زَشُوسَ</a:t>
            </a:r>
            <a:endParaRPr lang="ar-SA" sz="4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710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70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سَشُوأَ</a:t>
            </a:r>
            <a:endParaRPr lang="ar-SA" sz="5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3"/>
          </a:solidFill>
          <a:ln w="12700">
            <a:solidFill>
              <a:srgbClr val="ED5EA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D"/>
          </a:solidFill>
          <a:ln w="12700">
            <a:solidFill>
              <a:srgbClr val="52E0A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C"/>
          </a:solidFill>
          <a:ln w="12700">
            <a:solidFill>
              <a:srgbClr val="DB70C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447"/>
          </a:solidFill>
          <a:ln w="12700">
            <a:solidFill>
              <a:srgbClr val="856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77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بَشُو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764D8"/>
          </a:solidFill>
          <a:ln w="12700">
            <a:solidFill>
              <a:srgbClr val="C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547D1"/>
          </a:solidFill>
          <a:ln w="12700">
            <a:solidFill>
              <a:srgbClr val="A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7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تَشُو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77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ثَشُو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664"/>
          </a:solidFill>
          <a:ln w="12700">
            <a:solidFill>
              <a:srgbClr val="2B4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3479"/>
          </a:solidFill>
          <a:ln w="12700">
            <a:solidFill>
              <a:srgbClr val="3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769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جَشُو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69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حَشُو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7ED5E"/>
          </a:solidFill>
          <a:ln w="12700">
            <a:solidFill>
              <a:srgbClr val="C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769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خَشُو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A52E0"/>
          </a:solidFill>
          <a:ln w="12700">
            <a:solidFill>
              <a:srgbClr val="8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070"/>
          </a:solidFill>
          <a:ln w="12700">
            <a:solidFill>
              <a:srgbClr val="DBD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5"/>
          </a:solidFill>
          <a:ln w="12700">
            <a:solidFill>
              <a:srgbClr val="4785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77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دَشُو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A64"/>
          </a:solidFill>
          <a:ln w="12700">
            <a:solidFill>
              <a:srgbClr val="D8A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347"/>
          </a:solidFill>
          <a:ln w="12700">
            <a:solidFill>
              <a:srgbClr val="D18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7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ذَشُو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77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رَشُو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5"/>
          </a:solidFill>
          <a:ln w="12700">
            <a:solidFill>
              <a:srgbClr val="642B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4"/>
          </a:solidFill>
          <a:ln w="12700">
            <a:solidFill>
              <a:srgbClr val="7934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77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زَشُو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3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40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سَشُو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BED"/>
          </a:solidFill>
          <a:ln w="12700">
            <a:solidFill>
              <a:srgbClr val="5EE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45051" y="896112"/>
            <a:ext cx="17103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9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45051" y="896112"/>
            <a:ext cx="17103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سُورٌ</a:t>
            </a:r>
            <a:endParaRPr lang="ar-SA" sz="4100" dirty="0"/>
          </a:p>
        </p:txBody>
      </p:sp>
      <p:sp>
        <p:nvSpPr>
          <p:cNvPr id="20" name="C2 W2 pill"/>
          <p:cNvSpPr/>
          <p:nvPr/>
        </p:nvSpPr>
        <p:spPr>
          <a:xfrm>
            <a:off x="2788640" y="896112"/>
            <a:ext cx="153637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9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788640" y="896112"/>
            <a:ext cx="153637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عَالٍ</a:t>
            </a:r>
            <a:endParaRPr lang="ar-SA" sz="41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165743" y="2834640"/>
            <a:ext cx="281251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165743" y="2834640"/>
            <a:ext cx="281251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سُورٌ عَالٍ</a:t>
            </a:r>
            <a:endParaRPr lang="ar-SA" sz="4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652"/>
          </a:solidFill>
          <a:ln w="12700">
            <a:solidFill>
              <a:srgbClr val="E06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5"/>
          </a:solidFill>
          <a:ln w="12700">
            <a:solidFill>
              <a:srgbClr val="70DBB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985"/>
          </a:solidFill>
          <a:ln w="12700">
            <a:solidFill>
              <a:srgbClr val="4749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76351" y="896112"/>
            <a:ext cx="20768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B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76351" y="896112"/>
            <a:ext cx="20768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يَصُومُ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190770" y="896112"/>
            <a:ext cx="23655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B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190770" y="896112"/>
            <a:ext cx="23655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وَيَشْكُرُ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495971" y="2834640"/>
            <a:ext cx="415205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495971" y="2834640"/>
            <a:ext cx="415205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يَصُومُ وَيَشْكُرُ</a:t>
            </a:r>
            <a:endParaRPr lang="ar-SA" sz="4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D"/>
          </a:solidFill>
          <a:ln w="12700">
            <a:solidFill>
              <a:srgbClr val="64D88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1"/>
          </a:solidFill>
          <a:ln w="12700">
            <a:solidFill>
              <a:srgbClr val="47D16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60847" y="896112"/>
            <a:ext cx="193794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E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60847" y="896112"/>
            <a:ext cx="193794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سُوقٌ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45208" y="896112"/>
            <a:ext cx="17955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E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45208" y="896112"/>
            <a:ext cx="17955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وَبَائِعٌ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62260" y="2834640"/>
            <a:ext cx="34194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62260" y="2834640"/>
            <a:ext cx="34194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سُوقٌ وَبَائِعٌ</a:t>
            </a:r>
            <a:endParaRPr lang="ar-SA" sz="4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07-seen-sheen</dc:title>
  <dc:subject>PptxGenJS Presentation</dc:subject>
  <dc:creator>PptxGenJS</dc:creator>
  <cp:lastModifiedBy>PptxGenJS</cp:lastModifiedBy>
  <cp:revision>1</cp:revision>
  <dcterms:created xsi:type="dcterms:W3CDTF">2026-10-21T17:57:53Z</dcterms:created>
  <dcterms:modified xsi:type="dcterms:W3CDTF">2026-10-21T17:57:53Z</dcterms:modified>
</cp:coreProperties>
</file>