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90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90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4011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5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073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9"/>
          </a:solidFill>
          <a:ln w="12700">
            <a:solidFill>
              <a:srgbClr val="D147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9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4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8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1ED5E"/>
          </a:solidFill>
          <a:ln w="12700">
            <a:solidFill>
              <a:srgbClr val="8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0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52E0"/>
          </a:solidFill>
          <a:ln w="12700">
            <a:solidFill>
              <a:srgbClr val="D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0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747"/>
          </a:solidFill>
          <a:ln w="12700">
            <a:solidFill>
              <a:srgbClr val="D1C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2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3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8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سُوزَ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C52"/>
          </a:solidFill>
          <a:ln w="12700">
            <a:solidFill>
              <a:srgbClr val="E0A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أَسُوبَ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بَسُوتَ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4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تَسُوثَ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5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ثَسُوجَ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9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جَسُوحَ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8"/>
          </a:solidFill>
          <a:ln w="12700">
            <a:solidFill>
              <a:srgbClr val="ED5E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حَسُوخَ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09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خَسُودَ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47D1"/>
          </a:solidFill>
          <a:ln w="12700">
            <a:solidFill>
              <a:srgbClr val="8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دَسُوذَ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ذَسُورَ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1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رَسُوزَ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ED5E"/>
          </a:solidFill>
          <a:ln w="12700">
            <a:solidFill>
              <a:srgbClr val="E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470"/>
          </a:solidFill>
          <a:ln w="12700">
            <a:solidFill>
              <a:srgbClr val="DBB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35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بَسُو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1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1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B"/>
          </a:solidFill>
          <a:ln w="12700">
            <a:solidFill>
              <a:srgbClr val="5EED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2"/>
          </a:solidFill>
          <a:ln w="12700">
            <a:solidFill>
              <a:srgbClr val="E052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8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D147"/>
          </a:solidFill>
          <a:ln w="12700">
            <a:solidFill>
              <a:srgbClr val="5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3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رَسُو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8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زَسُو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15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15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35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905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شُوبَ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شُوتَ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شُوثَ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شُوجَ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شُوحَ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شُوخَ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9E0"/>
          </a:solidFill>
          <a:ln w="12700">
            <a:solidFill>
              <a:srgbClr val="52A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شُوذَ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شُورَ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شُوزَ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2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شُوسَ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أَشُوبَ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9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بَشُوتَ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D147"/>
          </a:solidFill>
          <a:ln w="12700">
            <a:solidFill>
              <a:srgbClr val="B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9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تَشُوثَ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ثَشُوجَ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جَشُوحَ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حَشُوخَ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0ED"/>
          </a:solidFill>
          <a:ln w="12700">
            <a:solidFill>
              <a:srgbClr val="5E8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20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خَشُودَ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6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دَشُوذَ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20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ذَشُورَ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616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رَشُوزَ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62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زَشُوسَ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سَشُوأَ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D"/>
          </a:solidFill>
          <a:ln w="12700">
            <a:solidFill>
              <a:srgbClr val="52E0A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بَشُو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تَشُو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ثَشُو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دَشُو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347"/>
          </a:solidFill>
          <a:ln w="12700">
            <a:solidFill>
              <a:srgbClr val="D18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ذَشُو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رَشُو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زَشُو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0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سَشُو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45051" y="896112"/>
            <a:ext cx="17103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45051" y="896112"/>
            <a:ext cx="17103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سُورٌ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788640" y="896112"/>
            <a:ext cx="15363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88640" y="896112"/>
            <a:ext cx="15363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عَالٍ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65743" y="2834640"/>
            <a:ext cx="28125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65743" y="2834640"/>
            <a:ext cx="28125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سُورٌ عَالٍ</a:t>
            </a:r>
            <a:endParaRPr lang="ar-SA" sz="4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51639" y="896112"/>
            <a:ext cx="2076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51639" y="896112"/>
            <a:ext cx="2076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015482" y="896112"/>
            <a:ext cx="27161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15482" y="896112"/>
            <a:ext cx="27161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وَيَشۡكُرُ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316872" y="2834640"/>
            <a:ext cx="45102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316872" y="2834640"/>
            <a:ext cx="45102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يَصُومُ وَيَشۡكُرُ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0847" y="896112"/>
            <a:ext cx="19379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0847" y="896112"/>
            <a:ext cx="19379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سُوقٌ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5208" y="896112"/>
            <a:ext cx="17955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5208" y="896112"/>
            <a:ext cx="17955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وَبَائِعٌ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62260" y="2834640"/>
            <a:ext cx="34194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62260" y="2834640"/>
            <a:ext cx="3419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سُوقٌ وَبَائِعٌ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07-seen-sheen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