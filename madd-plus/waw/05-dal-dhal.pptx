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6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56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2887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04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784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</a:t>
            </a:r>
            <a:endParaRPr lang="ar-SA" sz="9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0"/>
          </a:solidFill>
          <a:ln w="12700">
            <a:solidFill>
              <a:srgbClr val="70DB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6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دُوبَ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6"/>
          </a:solidFill>
          <a:ln w="12700">
            <a:solidFill>
              <a:srgbClr val="64D8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6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دُوتَ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1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أَدُوبَ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7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بَدُوتَ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تَدُوثَ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ثَدُوجَ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72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جَدُوحَ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حَدُوخَ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بَدُو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9"/>
          </a:solidFill>
          <a:ln w="12700">
            <a:solidFill>
              <a:srgbClr val="5EED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جَدُو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حَدُو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49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0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849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2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982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ذُوبَ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7ED"/>
          </a:solidFill>
          <a:ln w="12700">
            <a:solidFill>
              <a:srgbClr val="5E7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ذُوتَ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BDB"/>
          </a:solidFill>
          <a:ln w="12700">
            <a:solidFill>
              <a:srgbClr val="70A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ذُوثَ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0"/>
          </a:solidFill>
          <a:ln w="12700">
            <a:solidFill>
              <a:srgbClr val="47D1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ذُوجَ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ذُوحَ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ذُوخَ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6"/>
          </a:solidFill>
          <a:ln w="12700">
            <a:solidFill>
              <a:srgbClr val="52E0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6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بَذُوتَ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47D1"/>
          </a:solidFill>
          <a:ln w="12700">
            <a:solidFill>
              <a:srgbClr val="A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تَذُوثَ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ثَذُوجَ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جَذُوحَ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حَذُوخَ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13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خَذُودَ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بَذُو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تَذُو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ثَذُو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حَذُو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خَذُو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دَذُو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50544" y="896112"/>
            <a:ext cx="193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50544" y="896112"/>
            <a:ext cx="193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658540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8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58540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4524" y="2834640"/>
            <a:ext cx="31949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4524" y="2834640"/>
            <a:ext cx="31949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وَلَدٌ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99074" y="896112"/>
            <a:ext cx="15643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5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99074" y="896112"/>
            <a:ext cx="15643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دُودٌ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480566" y="896112"/>
            <a:ext cx="2298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0566" y="896112"/>
            <a:ext cx="2298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وَنَمۡلٌ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39562" y="2834640"/>
            <a:ext cx="34648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39562" y="2834640"/>
            <a:ext cx="34648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دُودٌ وَنَمۡلٌ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5471" y="896112"/>
            <a:ext cx="19885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5471" y="896112"/>
            <a:ext cx="19885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يَذُوقُ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449963" y="896112"/>
            <a:ext cx="1935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49963" y="896112"/>
            <a:ext cx="1935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عَسَلًا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8784" y="2834640"/>
            <a:ext cx="3566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8784" y="2834640"/>
            <a:ext cx="3566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يَذُوقُ عَسَلًا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05-dal-dhal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