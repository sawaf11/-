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2887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78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</a:t>
            </a:r>
            <a:endParaRPr lang="ar-SA" sz="9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أَدُوبَ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7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9"/>
          </a:solidFill>
          <a:ln w="12700">
            <a:solidFill>
              <a:srgbClr val="5EED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2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982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ذُوبَ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7ED"/>
          </a:solidFill>
          <a:ln w="12700">
            <a:solidFill>
              <a:srgbClr val="5E7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ذُوتَ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ذُوثَ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ذُوجَ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ذُوحَ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ذُوخَ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6"/>
          </a:solidFill>
          <a:ln w="12700">
            <a:solidFill>
              <a:srgbClr val="52E0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47D1"/>
          </a:solidFill>
          <a:ln w="12700">
            <a:solidFill>
              <a:srgbClr val="A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ثَذُوجَ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جَذُوحَ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حَذُوخَ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1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50544" y="896112"/>
            <a:ext cx="193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50544" y="896112"/>
            <a:ext cx="193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58540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8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8540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4524" y="2834640"/>
            <a:ext cx="31949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4524" y="2834640"/>
            <a:ext cx="31949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9975" y="896112"/>
            <a:ext cx="15643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9975" y="896112"/>
            <a:ext cx="15643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دُودٌ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659665" y="896112"/>
            <a:ext cx="19402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9665" y="896112"/>
            <a:ext cx="19402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وَنَمْلٌ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8661" y="2834640"/>
            <a:ext cx="31066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8661" y="2834640"/>
            <a:ext cx="31066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دُودٌ وَنَمْلٌ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471" y="896112"/>
            <a:ext cx="19885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471" y="896112"/>
            <a:ext cx="19885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4996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996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8784" y="2834640"/>
            <a:ext cx="3566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8784" y="2834640"/>
            <a:ext cx="3566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 عَسَلًا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05-dal-dhal</dc:title>
  <dc:subject>PptxGenJS Presentation</dc:subject>
  <dc:creator>PptxGenJS</dc:creator>
  <cp:lastModifiedBy>PptxGenJS</cp:lastModifiedBy>
  <cp:revision>1</cp:revision>
  <dcterms:created xsi:type="dcterms:W3CDTF">2026-10-21T17:57:53Z</dcterms:created>
  <dcterms:modified xsi:type="dcterms:W3CDTF">2026-10-21T17:57:53Z</dcterms:modified>
</cp:coreProperties>
</file>