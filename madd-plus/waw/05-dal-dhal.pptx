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5670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4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75670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2887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104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47841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دُو</a:t>
            </a:r>
            <a:endParaRPr lang="ar-SA" sz="99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4"/>
          </a:solidFill>
          <a:ln w="12700">
            <a:solidFill>
              <a:srgbClr val="5EEDD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4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34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6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دُوأَ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9"/>
          </a:solidFill>
          <a:ln w="12700">
            <a:solidFill>
              <a:srgbClr val="E0525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0"/>
          </a:solidFill>
          <a:ln w="12700">
            <a:solidFill>
              <a:srgbClr val="70DBA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585"/>
          </a:solidFill>
          <a:ln w="12700">
            <a:solidFill>
              <a:srgbClr val="475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4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34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6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806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دُوبَ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6"/>
          </a:solidFill>
          <a:ln w="12700">
            <a:solidFill>
              <a:srgbClr val="64D87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8D147"/>
          </a:solidFill>
          <a:ln w="12700">
            <a:solidFill>
              <a:srgbClr val="4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4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4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72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06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دُوتَ</a:t>
            </a:r>
            <a:endParaRPr lang="ar-SA" sz="8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1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31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765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096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دُوثَ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A2B"/>
          </a:solidFill>
          <a:ln w="12700">
            <a:solidFill>
              <a:srgbClr val="645A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37934"/>
          </a:solidFill>
          <a:ln w="12700">
            <a:solidFill>
              <a:srgbClr val="63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26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326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2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116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دُوجَ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26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26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116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دُوحَ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15EED"/>
          </a:solidFill>
          <a:ln w="12700">
            <a:solidFill>
              <a:srgbClr val="B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دُوخَ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CE052"/>
          </a:solidFill>
          <a:ln w="12700">
            <a:solidFill>
              <a:srgbClr val="7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670DB"/>
          </a:solidFill>
          <a:ln w="12700">
            <a:solidFill>
              <a:srgbClr val="8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4"/>
          </a:solidFill>
          <a:ln w="12700">
            <a:solidFill>
              <a:srgbClr val="85476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886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886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515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أَدُوبَ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ED8"/>
          </a:solidFill>
          <a:ln w="12700">
            <a:solidFill>
              <a:srgbClr val="646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BD1"/>
          </a:solidFill>
          <a:ln w="12700">
            <a:solidFill>
              <a:srgbClr val="476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86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886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15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8972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بَدُوتَ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872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872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1058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تَدُوثَ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4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C"/>
          </a:solidFill>
          <a:ln w="12700">
            <a:solidFill>
              <a:srgbClr val="2B644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479"/>
          </a:solidFill>
          <a:ln w="12700">
            <a:solidFill>
              <a:srgbClr val="347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872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872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ثَدُوجَ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72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872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272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جَدُوحَ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D5E"/>
          </a:solidFill>
          <a:ln w="12700">
            <a:solidFill>
              <a:srgbClr val="ED8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83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83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5201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حَدُوخَ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4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0E0"/>
          </a:solidFill>
          <a:ln w="12700">
            <a:solidFill>
              <a:srgbClr val="52A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5"/>
          </a:solidFill>
          <a:ln w="12700">
            <a:solidFill>
              <a:srgbClr val="DB707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38547"/>
          </a:solidFill>
          <a:ln w="12700">
            <a:solidFill>
              <a:srgbClr val="7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83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83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خَدُوأَ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B"/>
          </a:solidFill>
          <a:ln w="12700">
            <a:solidFill>
              <a:srgbClr val="D8648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D"/>
          </a:solidFill>
          <a:ln w="12700">
            <a:solidFill>
              <a:srgbClr val="D1478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34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6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أَدُو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4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3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34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6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7907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بَدُو</a:t>
            </a:r>
            <a:endParaRPr lang="ar-SA" sz="8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E2B64"/>
          </a:solidFill>
          <a:ln w="12700">
            <a:solidFill>
              <a:srgbClr val="3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D3479"/>
          </a:solidFill>
          <a:ln w="12700">
            <a:solidFill>
              <a:srgbClr val="6D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4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34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72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تَدُو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1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31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765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ثَدُو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9"/>
          </a:solidFill>
          <a:ln w="12700">
            <a:solidFill>
              <a:srgbClr val="5EED6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26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326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7907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جَدُو</a:t>
            </a:r>
            <a:endParaRPr lang="ar-SA" sz="8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3"/>
          </a:solidFill>
          <a:ln w="12700">
            <a:solidFill>
              <a:srgbClr val="E052C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0DB70"/>
          </a:solidFill>
          <a:ln w="12700">
            <a:solidFill>
              <a:srgbClr val="9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285"/>
          </a:solidFill>
          <a:ln w="12700">
            <a:solidFill>
              <a:srgbClr val="4782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26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326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7907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حَدُو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8D864"/>
          </a:solidFill>
          <a:ln w="12700">
            <a:solidFill>
              <a:srgbClr val="A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FD147"/>
          </a:solidFill>
          <a:ln w="12700">
            <a:solidFill>
              <a:srgbClr val="A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285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7907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خَدُو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84962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000" dirty="0"/>
          </a:p>
        </p:txBody>
      </p:sp>
      <p:sp>
        <p:nvSpPr>
          <p:cNvPr id="15" name="C2 V1 vowel"/>
          <p:cNvSpPr txBox="1"/>
          <p:nvPr/>
        </p:nvSpPr>
        <p:spPr>
          <a:xfrm>
            <a:off x="6720840" y="184962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8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4343400" y="13352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200" dirty="0"/>
          </a:p>
        </p:txBody>
      </p:sp>
      <p:sp>
        <p:nvSpPr>
          <p:cNvPr id="18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R result"/>
          <p:cNvSpPr txBox="1"/>
          <p:nvPr/>
        </p:nvSpPr>
        <p:spPr>
          <a:xfrm>
            <a:off x="685800" y="159820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ذُو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3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F2B"/>
          </a:solidFill>
          <a:ln w="12700">
            <a:solidFill>
              <a:srgbClr val="642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C34"/>
          </a:solidFill>
          <a:ln w="12700">
            <a:solidFill>
              <a:srgbClr val="795C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020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20020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6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ذُوأَ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020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020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844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ذُوبَ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7ED"/>
          </a:solidFill>
          <a:ln w="12700">
            <a:solidFill>
              <a:srgbClr val="5E7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040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20040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72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844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ذُوتَ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32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A52"/>
          </a:solidFill>
          <a:ln w="12700">
            <a:solidFill>
              <a:srgbClr val="E0D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BDB"/>
          </a:solidFill>
          <a:ln w="12700">
            <a:solidFill>
              <a:srgbClr val="70A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84785"/>
          </a:solidFill>
          <a:ln w="12700">
            <a:solidFill>
              <a:srgbClr val="7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96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96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765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844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ذُوثَ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5D8"/>
          </a:solidFill>
          <a:ln w="12700">
            <a:solidFill>
              <a:srgbClr val="64C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D0"/>
          </a:solidFill>
          <a:ln w="12700">
            <a:solidFill>
              <a:srgbClr val="47D1D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98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98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161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ذُوجَ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98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98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161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ذُوحَ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3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5642B"/>
          </a:solidFill>
          <a:ln w="12700">
            <a:solidFill>
              <a:srgbClr val="35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B"/>
          </a:solidFill>
          <a:ln w="12700">
            <a:solidFill>
              <a:srgbClr val="34794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86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86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161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ذُوخَ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079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079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494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6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844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ذُودَ</a:t>
            </a:r>
            <a:endParaRPr lang="ar-SA" sz="7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A"/>
          </a:solidFill>
          <a:ln w="12700">
            <a:solidFill>
              <a:srgbClr val="ED5E9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476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476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515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أَذُوبَ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4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6"/>
          </a:solidFill>
          <a:ln w="12700">
            <a:solidFill>
              <a:srgbClr val="52E0B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5"/>
          </a:solidFill>
          <a:ln w="12700">
            <a:solidFill>
              <a:srgbClr val="DB70C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847"/>
          </a:solidFill>
          <a:ln w="12700">
            <a:solidFill>
              <a:srgbClr val="856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476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476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515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692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بَذُوتَ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E64D8"/>
          </a:solidFill>
          <a:ln w="12700">
            <a:solidFill>
              <a:srgbClr val="C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E47D1"/>
          </a:solidFill>
          <a:ln w="12700">
            <a:solidFill>
              <a:srgbClr val="A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43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43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692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تَذُوثَ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43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43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110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ثَذُوجَ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3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364"/>
          </a:solidFill>
          <a:ln w="12700">
            <a:solidFill>
              <a:srgbClr val="2B4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A3479"/>
          </a:solidFill>
          <a:ln w="12700">
            <a:solidFill>
              <a:srgbClr val="3A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43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43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110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جَذُوحَ</a:t>
            </a:r>
            <a:endParaRPr lang="ar-SA" sz="6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338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338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110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حَذُوخَ</a:t>
            </a:r>
            <a:endParaRPr lang="ar-SA" sz="6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EED5E"/>
          </a:solidFill>
          <a:ln w="12700">
            <a:solidFill>
              <a:srgbClr val="B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338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338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713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خَذُودَ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1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352E0"/>
          </a:solidFill>
          <a:ln w="12700">
            <a:solidFill>
              <a:srgbClr val="9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670"/>
          </a:solidFill>
          <a:ln w="12700">
            <a:solidFill>
              <a:srgbClr val="DBD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9"/>
          </a:solidFill>
          <a:ln w="12700">
            <a:solidFill>
              <a:srgbClr val="47855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476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476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515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دَذُوأَ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164"/>
          </a:solidFill>
          <a:ln w="12700">
            <a:solidFill>
              <a:srgbClr val="D8B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C47"/>
          </a:solidFill>
          <a:ln w="12700">
            <a:solidFill>
              <a:srgbClr val="D18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20020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20020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6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أَذُو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20020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3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20020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6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844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بَذُو</a:t>
            </a:r>
            <a:endParaRPr lang="ar-SA" sz="7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3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1"/>
          </a:solidFill>
          <a:ln w="12700">
            <a:solidFill>
              <a:srgbClr val="642B5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0"/>
          </a:solidFill>
          <a:ln w="12700">
            <a:solidFill>
              <a:srgbClr val="79344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20040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20040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72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844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تَذُو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96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96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765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844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ثَذُو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2ED"/>
          </a:solidFill>
          <a:ln w="12700">
            <a:solidFill>
              <a:srgbClr val="5EE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98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98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844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جَذُو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43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F52"/>
          </a:solidFill>
          <a:ln w="12700">
            <a:solidFill>
              <a:srgbClr val="E06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C"/>
          </a:solidFill>
          <a:ln w="12700">
            <a:solidFill>
              <a:srgbClr val="70DBB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A4785"/>
          </a:solidFill>
          <a:ln w="12700">
            <a:solidFill>
              <a:srgbClr val="4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98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98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844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حَذُو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4"/>
          </a:solidFill>
          <a:ln w="12700">
            <a:solidFill>
              <a:srgbClr val="64D89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A"/>
          </a:solidFill>
          <a:ln w="12700">
            <a:solidFill>
              <a:srgbClr val="47D16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6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86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844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خَذُو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0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00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20079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20079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494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844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دَذُو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432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F642B"/>
          </a:solidFill>
          <a:ln w="12700">
            <a:solidFill>
              <a:srgbClr val="5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17934"/>
          </a:solidFill>
          <a:ln w="12700">
            <a:solidFill>
              <a:srgbClr val="5179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550544" y="896112"/>
            <a:ext cx="193491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8E2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550544" y="896112"/>
            <a:ext cx="193491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يَعُودُ</a:t>
            </a:r>
            <a:endParaRPr lang="ar-SA" sz="5300" dirty="0"/>
          </a:p>
        </p:txBody>
      </p:sp>
      <p:sp>
        <p:nvSpPr>
          <p:cNvPr id="14" name="C2 W2 pill"/>
          <p:cNvSpPr/>
          <p:nvPr/>
        </p:nvSpPr>
        <p:spPr>
          <a:xfrm>
            <a:off x="2658540" y="896112"/>
            <a:ext cx="15719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B8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658540" y="896112"/>
            <a:ext cx="15719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وَلَدٌ</a:t>
            </a:r>
            <a:endParaRPr lang="ar-SA" sz="53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974524" y="2834640"/>
            <a:ext cx="319495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974524" y="2834640"/>
            <a:ext cx="319495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يَعُودُ وَلَدٌ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099074" y="896112"/>
            <a:ext cx="15643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85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099074" y="896112"/>
            <a:ext cx="15643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دُودٌ</a:t>
            </a:r>
            <a:endParaRPr lang="ar-SA" sz="4700" dirty="0"/>
          </a:p>
        </p:txBody>
      </p:sp>
      <p:sp>
        <p:nvSpPr>
          <p:cNvPr id="12" name="C2 W2 pill"/>
          <p:cNvSpPr/>
          <p:nvPr/>
        </p:nvSpPr>
        <p:spPr>
          <a:xfrm>
            <a:off x="2480566" y="896112"/>
            <a:ext cx="229846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5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80566" y="896112"/>
            <a:ext cx="229846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وَنَمۡلٌ</a:t>
            </a:r>
            <a:endParaRPr lang="ar-SA" sz="47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7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839562" y="2834640"/>
            <a:ext cx="346487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839562" y="2834640"/>
            <a:ext cx="346487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دُودٌ وَنَمۡلٌ</a:t>
            </a:r>
            <a:endParaRPr lang="ar-SA" sz="4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55EED"/>
          </a:solidFill>
          <a:ln w="12700">
            <a:solidFill>
              <a:srgbClr val="D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705471" y="896112"/>
            <a:ext cx="19885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53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705471" y="896112"/>
            <a:ext cx="19885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يَذُوقُ</a:t>
            </a:r>
            <a:endParaRPr lang="ar-SA" sz="4700" dirty="0"/>
          </a:p>
        </p:txBody>
      </p:sp>
      <p:sp>
        <p:nvSpPr>
          <p:cNvPr id="20" name="C2 W2 pill"/>
          <p:cNvSpPr/>
          <p:nvPr/>
        </p:nvSpPr>
        <p:spPr>
          <a:xfrm>
            <a:off x="2449963" y="896112"/>
            <a:ext cx="193546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3E2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449963" y="896112"/>
            <a:ext cx="193546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عَسَلًا</a:t>
            </a:r>
            <a:endParaRPr lang="ar-SA" sz="47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88784" y="2834640"/>
            <a:ext cx="356643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88784" y="2834640"/>
            <a:ext cx="356643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يَذُوقُ عَسَلًا</a:t>
            </a:r>
            <a:endParaRPr lang="ar-SA" sz="4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waw 05-dal-dhal</dc:title>
  <dc:subject>PptxGenJS Presentation</dc:subject>
  <dc:creator>PptxGenJS</dc:creator>
  <cp:lastModifiedBy>PptxGenJS</cp:lastModifiedBy>
  <cp:revision>1</cp:revision>
  <dcterms:created xsi:type="dcterms:W3CDTF">2026-10-21T19:56:02Z</dcterms:created>
  <dcterms:modified xsi:type="dcterms:W3CDTF">2026-10-21T19:56:02Z</dcterms:modified>
</cp:coreProperties>
</file>