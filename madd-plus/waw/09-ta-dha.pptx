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notesMaster" Target="notesMasters/notesMaster1.xml"/><Relationship Id="rId101" Type="http://schemas.openxmlformats.org/officeDocument/2006/relationships/presProps" Target="presProps.xml"/><Relationship Id="rId102" Type="http://schemas.openxmlformats.org/officeDocument/2006/relationships/viewProps" Target="viewProps.xml"/><Relationship Id="rId103" Type="http://schemas.openxmlformats.org/officeDocument/2006/relationships/theme" Target="theme/theme1.xml"/><Relationship Id="rId10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85801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9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85801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3856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9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63149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</a:t>
            </a:r>
            <a:endParaRPr lang="ar-SA" sz="81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642B"/>
          </a:solidFill>
          <a:ln w="12700">
            <a:solidFill>
              <a:srgbClr val="5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7934"/>
          </a:solidFill>
          <a:ln w="12700">
            <a:solidFill>
              <a:srgbClr val="4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طُوبَ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55EED"/>
          </a:solidFill>
          <a:ln w="12700">
            <a:solidFill>
              <a:srgbClr val="E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طُوتَ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B"/>
          </a:solidFill>
          <a:ln w="12700">
            <a:solidFill>
              <a:srgbClr val="52E05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D70DB"/>
          </a:solidFill>
          <a:ln w="12700">
            <a:solidFill>
              <a:srgbClr val="A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D"/>
          </a:solidFill>
          <a:ln w="12700">
            <a:solidFill>
              <a:srgbClr val="8547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طُوثَ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464D8"/>
          </a:solidFill>
          <a:ln w="12700">
            <a:solidFill>
              <a:srgbClr val="8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647D1"/>
          </a:solidFill>
          <a:ln w="12700">
            <a:solidFill>
              <a:srgbClr val="5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58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طُوجَ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58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طُوحَ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1"/>
          </a:solidFill>
          <a:ln w="12700">
            <a:solidFill>
              <a:srgbClr val="2B646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B79"/>
          </a:solidFill>
          <a:ln w="12700">
            <a:solidFill>
              <a:srgbClr val="345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05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05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58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طُوخَ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طُودَ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15E"/>
          </a:solidFill>
          <a:ln w="12700">
            <a:solidFill>
              <a:srgbClr val="EDC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طُوذَ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CE0"/>
          </a:solidFill>
          <a:ln w="12700">
            <a:solidFill>
              <a:srgbClr val="526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270"/>
          </a:solidFill>
          <a:ln w="12700">
            <a:solidFill>
              <a:srgbClr val="DB9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8547"/>
          </a:solidFill>
          <a:ln w="12700">
            <a:solidFill>
              <a:srgbClr val="5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طُورَ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764"/>
          </a:solidFill>
          <a:ln w="12700">
            <a:solidFill>
              <a:srgbClr val="D86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B"/>
          </a:solidFill>
          <a:ln w="12700">
            <a:solidFill>
              <a:srgbClr val="D1475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طُوزَ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10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10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7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طُوسَ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2B64"/>
          </a:solidFill>
          <a:ln w="12700">
            <a:solidFill>
              <a:srgbClr val="5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C"/>
          </a:solidFill>
          <a:ln w="12700">
            <a:solidFill>
              <a:srgbClr val="7934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7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طُوشَ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3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03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86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طُوصَ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E"/>
          </a:solidFill>
          <a:ln w="12700">
            <a:solidFill>
              <a:srgbClr val="5EED9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86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طُوضَ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F"/>
          </a:solidFill>
          <a:ln w="12700">
            <a:solidFill>
              <a:srgbClr val="E0528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8"/>
          </a:solidFill>
          <a:ln w="12700">
            <a:solidFill>
              <a:srgbClr val="70DB7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C85"/>
          </a:solidFill>
          <a:ln w="12700">
            <a:solidFill>
              <a:srgbClr val="476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070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أَطُوبَ</a:t>
            </a:r>
            <a:endParaRPr lang="ar-SA" sz="5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ED864"/>
          </a:solidFill>
          <a:ln w="12700">
            <a:solidFill>
              <a:srgbClr val="7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DD147"/>
          </a:solidFill>
          <a:ln w="12700">
            <a:solidFill>
              <a:srgbClr val="7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88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بَطُوتَ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88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تَطُوثَ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42B"/>
          </a:solidFill>
          <a:ln w="12700">
            <a:solidFill>
              <a:srgbClr val="644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634"/>
          </a:solidFill>
          <a:ln w="12700">
            <a:solidFill>
              <a:srgbClr val="797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ثَطُوجَ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جَطُوحَ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A5EED"/>
          </a:solidFill>
          <a:ln w="12700">
            <a:solidFill>
              <a:srgbClr val="7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50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50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حَطُوخَ</a:t>
            </a:r>
            <a:endParaRPr lang="ar-SA" sz="5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3E052"/>
          </a:solidFill>
          <a:ln w="12700">
            <a:solidFill>
              <a:srgbClr val="B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4DB"/>
          </a:solidFill>
          <a:ln w="12700">
            <a:solidFill>
              <a:srgbClr val="708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B"/>
          </a:solidFill>
          <a:ln w="12700">
            <a:solidFill>
              <a:srgbClr val="8547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50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50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953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خَطُودَ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BD8"/>
          </a:solidFill>
          <a:ln w="12700">
            <a:solidFill>
              <a:srgbClr val="649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FD1"/>
          </a:solidFill>
          <a:ln w="12700">
            <a:solidFill>
              <a:srgbClr val="479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7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دَطُوذَ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944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ذَطُورَ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6"/>
          </a:solidFill>
          <a:ln w="12700">
            <a:solidFill>
              <a:srgbClr val="2B64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4"/>
          </a:solidFill>
          <a:ln w="12700">
            <a:solidFill>
              <a:srgbClr val="34796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934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رَطُوزَ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8109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زَطُوسَ</a:t>
            </a:r>
            <a:endParaRPr lang="ar-SA" sz="4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6"/>
          </a:solidFill>
          <a:ln w="12700">
            <a:solidFill>
              <a:srgbClr val="ED5E6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436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436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824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سَطُوشَ</a:t>
            </a:r>
            <a:endParaRPr lang="ar-SA" sz="4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6E0"/>
          </a:solidFill>
          <a:ln w="12700">
            <a:solidFill>
              <a:srgbClr val="52D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E"/>
          </a:solidFill>
          <a:ln w="12700">
            <a:solidFill>
              <a:srgbClr val="DB709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F47"/>
          </a:solidFill>
          <a:ln w="12700">
            <a:solidFill>
              <a:srgbClr val="857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436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436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7824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شَطُوصَ</a:t>
            </a:r>
            <a:endParaRPr lang="ar-SA" sz="4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8"/>
          </a:solidFill>
          <a:ln w="12700">
            <a:solidFill>
              <a:srgbClr val="D864B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2"/>
          </a:solidFill>
          <a:ln w="12700">
            <a:solidFill>
              <a:srgbClr val="D147C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41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41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72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صَطُوضَ</a:t>
            </a:r>
            <a:endParaRPr lang="ar-SA" sz="4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41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41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082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ضَطُوأَ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E64"/>
          </a:solidFill>
          <a:ln w="12700">
            <a:solidFill>
              <a:srgbClr val="2B2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3479"/>
          </a:solidFill>
          <a:ln w="12700">
            <a:solidFill>
              <a:srgbClr val="5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أَطُو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بَطُو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AED5E"/>
          </a:solidFill>
          <a:ln w="12700">
            <a:solidFill>
              <a:srgbClr val="8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تَطُو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752E0"/>
          </a:solidFill>
          <a:ln w="12700">
            <a:solidFill>
              <a:srgbClr val="C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9DB70"/>
          </a:solidFill>
          <a:ln w="12700">
            <a:solidFill>
              <a:srgbClr val="B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F"/>
          </a:solidFill>
          <a:ln w="12700">
            <a:solidFill>
              <a:srgbClr val="47856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ثَطُو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5D864"/>
          </a:solidFill>
          <a:ln w="12700">
            <a:solidFill>
              <a:srgbClr val="D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E47"/>
          </a:solidFill>
          <a:ln w="12700">
            <a:solidFill>
              <a:srgbClr val="D1B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جَطُو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حَطُو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C"/>
          </a:solidFill>
          <a:ln w="12700">
            <a:solidFill>
              <a:srgbClr val="642B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234"/>
          </a:solidFill>
          <a:ln w="12700">
            <a:solidFill>
              <a:srgbClr val="794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2005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2005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خَطُو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دَطُو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DED"/>
          </a:solidFill>
          <a:ln w="12700">
            <a:solidFill>
              <a:srgbClr val="5EA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ذَطُو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352"/>
          </a:solidFill>
          <a:ln w="12700">
            <a:solidFill>
              <a:srgbClr val="E0A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4DB"/>
          </a:solidFill>
          <a:ln w="12700">
            <a:solidFill>
              <a:srgbClr val="70D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04785"/>
          </a:solidFill>
          <a:ln w="12700">
            <a:solidFill>
              <a:srgbClr val="6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رَطُو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F"/>
          </a:solidFill>
          <a:ln w="12700">
            <a:solidFill>
              <a:srgbClr val="64D8B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C"/>
          </a:solidFill>
          <a:ln w="12700">
            <a:solidFill>
              <a:srgbClr val="47D19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زَطُو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2010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2010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15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سَطُو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642B"/>
          </a:solidFill>
          <a:ln w="12700">
            <a:solidFill>
              <a:srgbClr val="4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7934"/>
          </a:solidFill>
          <a:ln w="12700">
            <a:solidFill>
              <a:srgbClr val="3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15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شَطُو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03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03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15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صَطُو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1"/>
          </a:solidFill>
          <a:ln w="12700">
            <a:solidFill>
              <a:srgbClr val="ED5ED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15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ضَطُو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0"/>
          </a:solidFill>
          <a:ln w="12700">
            <a:solidFill>
              <a:srgbClr val="52E08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70DB"/>
          </a:solidFill>
          <a:ln w="12700">
            <a:solidFill>
              <a:srgbClr val="C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147"/>
          </a:solidFill>
          <a:ln w="12700">
            <a:solidFill>
              <a:srgbClr val="855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85801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9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85801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3856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9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63149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264D8"/>
          </a:solidFill>
          <a:ln w="12700">
            <a:solidFill>
              <a:srgbClr val="A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A47D1"/>
          </a:solidFill>
          <a:ln w="12700">
            <a:solidFill>
              <a:srgbClr val="7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ظُوأَ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ظُوبَ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964"/>
          </a:solidFill>
          <a:ln w="12700">
            <a:solidFill>
              <a:srgbClr val="2B5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979"/>
          </a:solidFill>
          <a:ln w="12700">
            <a:solidFill>
              <a:srgbClr val="344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ظُوتَ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ظُوثَ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65E"/>
          </a:solidFill>
          <a:ln w="12700">
            <a:solidFill>
              <a:srgbClr val="EDE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58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ظُوجَ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C52E0"/>
          </a:solidFill>
          <a:ln w="12700">
            <a:solidFill>
              <a:srgbClr val="5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E70"/>
          </a:solidFill>
          <a:ln w="12700">
            <a:solidFill>
              <a:srgbClr val="DBA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8547"/>
          </a:solidFill>
          <a:ln w="12700">
            <a:solidFill>
              <a:srgbClr val="4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58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ظُوحَ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564"/>
          </a:solidFill>
          <a:ln w="12700">
            <a:solidFill>
              <a:srgbClr val="D88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747"/>
          </a:solidFill>
          <a:ln w="12700">
            <a:solidFill>
              <a:srgbClr val="D15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5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05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58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ظُوخَ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ظُودَ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2B64"/>
          </a:solidFill>
          <a:ln w="12700">
            <a:solidFill>
              <a:srgbClr val="6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A"/>
          </a:solidFill>
          <a:ln w="12700">
            <a:solidFill>
              <a:srgbClr val="7934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ظُوذَ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ظُورَ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2"/>
          </a:solidFill>
          <a:ln w="12700">
            <a:solidFill>
              <a:srgbClr val="5EEDC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ظُوزَ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B"/>
          </a:solidFill>
          <a:ln w="12700">
            <a:solidFill>
              <a:srgbClr val="E0526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3"/>
          </a:solidFill>
          <a:ln w="12700">
            <a:solidFill>
              <a:srgbClr val="70DB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C85"/>
          </a:solidFill>
          <a:ln w="12700">
            <a:solidFill>
              <a:srgbClr val="475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10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10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7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ظُوسَ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8"/>
          </a:solidFill>
          <a:ln w="12700">
            <a:solidFill>
              <a:srgbClr val="64D86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AD147"/>
          </a:solidFill>
          <a:ln w="12700">
            <a:solidFill>
              <a:srgbClr val="5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7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ظُوشَ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03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03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86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ظُوصَ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7934"/>
          </a:solidFill>
          <a:ln w="12700">
            <a:solidFill>
              <a:srgbClr val="6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86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ظُوضَ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ظُوطَ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F5EED"/>
          </a:solidFill>
          <a:ln w="12700">
            <a:solidFill>
              <a:srgbClr val="9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070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أَظُوبَ</a:t>
            </a:r>
            <a:endParaRPr lang="ar-SA" sz="5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EE052"/>
          </a:solidFill>
          <a:ln w="12700">
            <a:solidFill>
              <a:srgbClr val="8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70DB"/>
          </a:solidFill>
          <a:ln w="12700">
            <a:solidFill>
              <a:srgbClr val="7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C"/>
          </a:solidFill>
          <a:ln w="12700">
            <a:solidFill>
              <a:srgbClr val="8547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88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بَظُوتَ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DD8"/>
          </a:solidFill>
          <a:ln w="12700">
            <a:solidFill>
              <a:srgbClr val="647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CD1"/>
          </a:solidFill>
          <a:ln w="12700">
            <a:solidFill>
              <a:srgbClr val="477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88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تَظُوثَ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ثَظُوجَ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5"/>
          </a:solidFill>
          <a:ln w="12700">
            <a:solidFill>
              <a:srgbClr val="2B64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6"/>
          </a:solidFill>
          <a:ln w="12700">
            <a:solidFill>
              <a:srgbClr val="3479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جَظُوحَ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50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50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حَظُوخَ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B5E"/>
          </a:solidFill>
          <a:ln w="12700">
            <a:solidFill>
              <a:srgbClr val="ED7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50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50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953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خَظُودَ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2E0"/>
          </a:solidFill>
          <a:ln w="12700">
            <a:solidFill>
              <a:srgbClr val="52B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3"/>
          </a:solidFill>
          <a:ln w="12700">
            <a:solidFill>
              <a:srgbClr val="DB708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8547"/>
          </a:solidFill>
          <a:ln w="12700">
            <a:solidFill>
              <a:srgbClr val="7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97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دَظُوذَ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A"/>
          </a:solidFill>
          <a:ln w="12700">
            <a:solidFill>
              <a:srgbClr val="D8649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E"/>
          </a:solidFill>
          <a:ln w="12700">
            <a:solidFill>
              <a:srgbClr val="D1479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44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ذَظُورَ</a:t>
            </a:r>
            <a:endParaRPr lang="ar-SA" sz="6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934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رَظُوزَ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2B64"/>
          </a:solidFill>
          <a:ln w="12700">
            <a:solidFill>
              <a:srgbClr val="3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3479"/>
          </a:solidFill>
          <a:ln w="12700">
            <a:solidFill>
              <a:srgbClr val="6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8109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زَظُوسَ</a:t>
            </a:r>
            <a:endParaRPr lang="ar-SA" sz="4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436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436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824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سَظُوشَ</a:t>
            </a:r>
            <a:endParaRPr lang="ar-SA" sz="4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5ED5E"/>
          </a:solidFill>
          <a:ln w="12700">
            <a:solidFill>
              <a:srgbClr val="6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436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436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824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شَظُوصَ</a:t>
            </a:r>
            <a:endParaRPr lang="ar-SA" sz="4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5"/>
          </a:solidFill>
          <a:ln w="12700">
            <a:solidFill>
              <a:srgbClr val="E052D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EDB70"/>
          </a:solidFill>
          <a:ln w="12700">
            <a:solidFill>
              <a:srgbClr val="9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F"/>
          </a:solidFill>
          <a:ln w="12700">
            <a:solidFill>
              <a:srgbClr val="4785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41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41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772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صَظُوضَ</a:t>
            </a:r>
            <a:endParaRPr lang="ar-SA" sz="4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7D864"/>
          </a:solidFill>
          <a:ln w="12700">
            <a:solidFill>
              <a:srgbClr val="B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1D147"/>
          </a:solidFill>
          <a:ln w="12700">
            <a:solidFill>
              <a:srgbClr val="C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41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41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820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ضَظُوطَ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556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08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طَظُوأَ</a:t>
            </a:r>
            <a:endParaRPr lang="ar-SA" sz="5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E"/>
          </a:solidFill>
          <a:ln w="12700">
            <a:solidFill>
              <a:srgbClr val="642B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334"/>
          </a:solidFill>
          <a:ln w="12700">
            <a:solidFill>
              <a:srgbClr val="795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بَظُو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9ED"/>
          </a:solidFill>
          <a:ln w="12700">
            <a:solidFill>
              <a:srgbClr val="5E8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تَظُو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852"/>
          </a:solidFill>
          <a:ln w="12700">
            <a:solidFill>
              <a:srgbClr val="E0C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8DB"/>
          </a:solidFill>
          <a:ln w="12700">
            <a:solidFill>
              <a:srgbClr val="70B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4785"/>
          </a:solidFill>
          <a:ln w="12700">
            <a:solidFill>
              <a:srgbClr val="7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ثَظُو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4D8"/>
          </a:solidFill>
          <a:ln w="12700">
            <a:solidFill>
              <a:srgbClr val="64D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F"/>
          </a:solidFill>
          <a:ln w="12700">
            <a:solidFill>
              <a:srgbClr val="47D1B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جَظُو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حَظُو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642B"/>
          </a:solidFill>
          <a:ln w="12700">
            <a:solidFill>
              <a:srgbClr val="3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2"/>
          </a:solidFill>
          <a:ln w="12700">
            <a:solidFill>
              <a:srgbClr val="3479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2005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2005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خَظُو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دَظُو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C"/>
          </a:solidFill>
          <a:ln w="12700">
            <a:solidFill>
              <a:srgbClr val="ED5EA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ذَظُو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4"/>
          </a:solidFill>
          <a:ln w="12700">
            <a:solidFill>
              <a:srgbClr val="52E0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3"/>
          </a:solidFill>
          <a:ln w="12700">
            <a:solidFill>
              <a:srgbClr val="DB70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147"/>
          </a:solidFill>
          <a:ln w="12700">
            <a:solidFill>
              <a:srgbClr val="856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رَظُو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64D8"/>
          </a:solidFill>
          <a:ln w="12700">
            <a:solidFill>
              <a:srgbClr val="B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D47D1"/>
          </a:solidFill>
          <a:ln w="12700">
            <a:solidFill>
              <a:srgbClr val="9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زَظُو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2010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2010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15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سَظُو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779"/>
          </a:solidFill>
          <a:ln w="12700">
            <a:solidFill>
              <a:srgbClr val="343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15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شَظُو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03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03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15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صَظُو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0ED5E"/>
          </a:solidFill>
          <a:ln w="12700">
            <a:solidFill>
              <a:srgbClr val="D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962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15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ضَظُو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152E0"/>
          </a:solidFill>
          <a:ln w="12700">
            <a:solidFill>
              <a:srgbClr val="8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970"/>
          </a:solidFill>
          <a:ln w="12700">
            <a:solidFill>
              <a:srgbClr val="DBC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1"/>
          </a:solidFill>
          <a:ln w="12700">
            <a:solidFill>
              <a:srgbClr val="4785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2013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34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طَظُو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264"/>
          </a:solidFill>
          <a:ln w="12700">
            <a:solidFill>
              <a:srgbClr val="D8A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A47"/>
          </a:solidFill>
          <a:ln w="12700">
            <a:solidFill>
              <a:srgbClr val="D17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399163" y="896112"/>
            <a:ext cx="22925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E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399163" y="896112"/>
            <a:ext cx="22925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يَطُوفُ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52253" y="896112"/>
            <a:ext cx="162686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E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52253" y="896112"/>
            <a:ext cx="162686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حَاجٌّ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76024" y="2834640"/>
            <a:ext cx="359195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76024" y="2834640"/>
            <a:ext cx="359195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يَطُوفُ حَاجٌّ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562645" y="896112"/>
            <a:ext cx="19346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5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562645" y="896112"/>
            <a:ext cx="19346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ظُهُورُ</a:t>
            </a:r>
            <a:endParaRPr lang="ar-SA" sz="4100" dirty="0"/>
          </a:p>
        </p:txBody>
      </p:sp>
      <p:sp>
        <p:nvSpPr>
          <p:cNvPr id="13" name="C2 W2 pill"/>
          <p:cNvSpPr/>
          <p:nvPr/>
        </p:nvSpPr>
        <p:spPr>
          <a:xfrm>
            <a:off x="2646657" y="896112"/>
            <a:ext cx="15959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5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46657" y="896112"/>
            <a:ext cx="15959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قَمَرٍ</a:t>
            </a:r>
            <a:endParaRPr lang="ar-SA" sz="41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003666" y="2834640"/>
            <a:ext cx="313666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003666" y="2834640"/>
            <a:ext cx="313666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ظُهُورُ قَمَرٍ</a:t>
            </a:r>
            <a:endParaRPr lang="ar-SA" sz="4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9"/>
          </a:solidFill>
          <a:ln w="12700">
            <a:solidFill>
              <a:srgbClr val="79344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139311" y="896112"/>
            <a:ext cx="18857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139311" y="896112"/>
            <a:ext cx="18857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طُولٌ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118922" y="896112"/>
            <a:ext cx="27003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2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118922" y="896112"/>
            <a:ext cx="27003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وَعَرۡضٌ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422151" y="2834640"/>
            <a:ext cx="429969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422151" y="2834640"/>
            <a:ext cx="429969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طُولٌ وَعَرۡضٌ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98</Slides>
  <Notes>98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98</vt:i4>
      </vt:variant>
    </vt:vector>
  </HeadingPairs>
  <TitlesOfParts>
    <vt:vector size="10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09-ta-dha</dc:title>
  <dc:subject>PptxGenJS Presentation</dc:subject>
  <dc:creator>PptxGenJS</dc:creator>
  <cp:lastModifiedBy>PptxGenJS</cp:lastModifiedBy>
  <cp:revision>1</cp:revision>
  <dcterms:created xsi:type="dcterms:W3CDTF">2026-10-21T19:56:02Z</dcterms:created>
  <dcterms:modified xsi:type="dcterms:W3CDTF">2026-10-21T19:56:02Z</dcterms:modified>
</cp:coreProperties>
</file>