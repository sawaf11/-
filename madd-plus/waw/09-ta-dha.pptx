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طُورَ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طُوزَ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طُوسَ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طُوشَ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طُوصَ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طُوضَ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أَطُوبَ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بَطُوتَ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تَطُوثَ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ثَطُوجَ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جَطُوحَ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حَطُوخَ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53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خَطُودَ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دَطُوذَ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44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ذَطُورَ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رَطُوزَ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زَطُوسَ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سَطُوشَ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شَطُوصَ</a:t>
            </a:r>
            <a:endParaRPr lang="ar-SA" sz="4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صَطُوضَ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8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ضَطُوأَ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أَطُو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سَطُو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شَطُو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صَطُو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ضَطُو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ظُوأَ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ظُوبَ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ظُوثَ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ظُوذَ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ظُورَ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ظُوزَ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ظُوسَ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ظُوشَ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ظُوصَ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ظُوضَ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ظُوطَ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5EED"/>
          </a:solidFill>
          <a:ln w="12700">
            <a:solidFill>
              <a:srgbClr val="9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أَظُوبَ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E052"/>
          </a:solidFill>
          <a:ln w="12700">
            <a:solidFill>
              <a:srgbClr val="8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بَظُوتَ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تَظُوثَ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ثَظُوجَ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جَظُوحَ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حَظُوخَ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53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خَظُودَ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دَظُوذَ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44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ذَظُورَ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رَظُوزَ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زَظُوسَ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سَظُوشَ</a:t>
            </a:r>
            <a:endParaRPr lang="ar-SA" sz="4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ED5E"/>
          </a:solidFill>
          <a:ln w="12700">
            <a:solidFill>
              <a:srgbClr val="6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شَظُوصَ</a:t>
            </a:r>
            <a:endParaRPr lang="ar-SA" sz="4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7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صَظُوضَ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20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ضَظُوطَ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08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طَظُوأَ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سَظُو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شَظُو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صَظُو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ضَظُو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52E0"/>
          </a:solidFill>
          <a:ln w="12700">
            <a:solidFill>
              <a:srgbClr val="8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3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طَظُو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399163" y="896112"/>
            <a:ext cx="22925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399163" y="896112"/>
            <a:ext cx="22925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2253" y="896112"/>
            <a:ext cx="16268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2253" y="896112"/>
            <a:ext cx="16268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حَاجٌّ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6024" y="2834640"/>
            <a:ext cx="359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6024" y="2834640"/>
            <a:ext cx="359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 حَاجٌّ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62645" y="896112"/>
            <a:ext cx="19346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62645" y="896112"/>
            <a:ext cx="19346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ظُهُورُ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646657" y="896112"/>
            <a:ext cx="15959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6657" y="896112"/>
            <a:ext cx="15959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03666" y="2834640"/>
            <a:ext cx="31366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03666" y="2834640"/>
            <a:ext cx="31366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ظُهُورُ قَمَرٍ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39311" y="896112"/>
            <a:ext cx="1885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39311" y="896112"/>
            <a:ext cx="1885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18922" y="896112"/>
            <a:ext cx="2700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18922" y="896112"/>
            <a:ext cx="2700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وَعَرۡضٌ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151" y="2834640"/>
            <a:ext cx="42996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151" y="2834640"/>
            <a:ext cx="42996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 وَعَرۡضٌ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09-ta-dha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