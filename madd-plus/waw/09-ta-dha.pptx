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858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9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858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B"/>
          </a:solidFill>
          <a:ln w="12700">
            <a:solidFill>
              <a:srgbClr val="52E0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70DB"/>
          </a:solidFill>
          <a:ln w="12700">
            <a:solidFill>
              <a:srgbClr val="A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D"/>
          </a:solidFill>
          <a:ln w="12700">
            <a:solidFill>
              <a:srgbClr val="8547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64D8"/>
          </a:solidFill>
          <a:ln w="12700">
            <a:solidFill>
              <a:srgbClr val="8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47D1"/>
          </a:solidFill>
          <a:ln w="12700">
            <a:solidFill>
              <a:srgbClr val="5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1"/>
          </a:solidFill>
          <a:ln w="12700">
            <a:solidFill>
              <a:srgbClr val="2B64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طُوخَ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15E"/>
          </a:solidFill>
          <a:ln w="12700">
            <a:solidFill>
              <a:srgbClr val="EDC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طُوذَ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CE0"/>
          </a:solidFill>
          <a:ln w="12700">
            <a:solidFill>
              <a:srgbClr val="526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270"/>
          </a:solidFill>
          <a:ln w="12700">
            <a:solidFill>
              <a:srgbClr val="DB9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طُورَ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764"/>
          </a:solidFill>
          <a:ln w="12700">
            <a:solidFill>
              <a:srgbClr val="D86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B"/>
          </a:solidFill>
          <a:ln w="12700">
            <a:solidFill>
              <a:srgbClr val="D147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طُوزَ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7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طُوسَ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7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طُوشَ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8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طُوصَ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E"/>
          </a:solidFill>
          <a:ln w="12700">
            <a:solidFill>
              <a:srgbClr val="5EED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8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طُوضَ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F"/>
          </a:solidFill>
          <a:ln w="12700">
            <a:solidFill>
              <a:srgbClr val="E052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7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أَطُوبَ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D864"/>
          </a:solidFill>
          <a:ln w="12700">
            <a:solidFill>
              <a:srgbClr val="7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D147"/>
          </a:solidFill>
          <a:ln w="12700">
            <a:solidFill>
              <a:srgbClr val="7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بَطُوتَ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تَطُوثَ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ثَطُوجَ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جَطُوحَ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A5EED"/>
          </a:solidFill>
          <a:ln w="12700">
            <a:solidFill>
              <a:srgbClr val="7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حَطُوخَ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E052"/>
          </a:solidFill>
          <a:ln w="12700">
            <a:solidFill>
              <a:srgbClr val="B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4DB"/>
          </a:solidFill>
          <a:ln w="12700">
            <a:solidFill>
              <a:srgbClr val="708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53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خَطُودَ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BD8"/>
          </a:solidFill>
          <a:ln w="12700">
            <a:solidFill>
              <a:srgbClr val="649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FD1"/>
          </a:solidFill>
          <a:ln w="12700">
            <a:solidFill>
              <a:srgbClr val="479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دَطُوذَ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44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ذَطُورَ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4"/>
          </a:solidFill>
          <a:ln w="12700">
            <a:solidFill>
              <a:srgbClr val="3479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93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رَطُوزَ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10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زَطُوسَ</a:t>
            </a:r>
            <a:endParaRPr lang="ar-SA" sz="4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6"/>
          </a:solidFill>
          <a:ln w="12700">
            <a:solidFill>
              <a:srgbClr val="ED5E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8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سَطُوشَ</a:t>
            </a:r>
            <a:endParaRPr lang="ar-SA" sz="4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6E0"/>
          </a:solidFill>
          <a:ln w="12700">
            <a:solidFill>
              <a:srgbClr val="52D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8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شَطُوصَ</a:t>
            </a:r>
            <a:endParaRPr lang="ar-SA" sz="4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8"/>
          </a:solidFill>
          <a:ln w="12700">
            <a:solidFill>
              <a:srgbClr val="D864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2"/>
          </a:solidFill>
          <a:ln w="12700">
            <a:solidFill>
              <a:srgbClr val="D147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7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صَطُوضَ</a:t>
            </a:r>
            <a:endParaRPr lang="ar-SA" sz="4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82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ضَطُوأَ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أَطُو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بَطُو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ED5E"/>
          </a:solidFill>
          <a:ln w="12700">
            <a:solidFill>
              <a:srgbClr val="8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تَطُو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52E0"/>
          </a:solidFill>
          <a:ln w="12700">
            <a:solidFill>
              <a:srgbClr val="C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DB70"/>
          </a:solidFill>
          <a:ln w="12700">
            <a:solidFill>
              <a:srgbClr val="B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ثَطُو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D864"/>
          </a:solidFill>
          <a:ln w="12700">
            <a:solidFill>
              <a:srgbClr val="D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E47"/>
          </a:solidFill>
          <a:ln w="12700">
            <a:solidFill>
              <a:srgbClr val="D1B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جَطُو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خَطُو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دَطُو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DED"/>
          </a:solidFill>
          <a:ln w="12700">
            <a:solidFill>
              <a:srgbClr val="5EA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ذَطُو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رَطُو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F"/>
          </a:solidFill>
          <a:ln w="12700">
            <a:solidFill>
              <a:srgbClr val="64D8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C"/>
          </a:solidFill>
          <a:ln w="12700">
            <a:solidFill>
              <a:srgbClr val="47D1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زَطُو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سَطُو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شَطُو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صَطُو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1"/>
          </a:solidFill>
          <a:ln w="12700">
            <a:solidFill>
              <a:srgbClr val="ED5E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ضَطُو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0"/>
          </a:solidFill>
          <a:ln w="12700">
            <a:solidFill>
              <a:srgbClr val="52E0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58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9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858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47D1"/>
          </a:solidFill>
          <a:ln w="12700">
            <a:solidFill>
              <a:srgbClr val="7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ظُوأَ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ظُوبَ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ظُوتَ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ظُوثَ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65E"/>
          </a:solidFill>
          <a:ln w="12700">
            <a:solidFill>
              <a:srgbClr val="EDE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ظُوجَ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52E0"/>
          </a:solidFill>
          <a:ln w="12700">
            <a:solidFill>
              <a:srgbClr val="5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E70"/>
          </a:solidFill>
          <a:ln w="12700">
            <a:solidFill>
              <a:srgbClr val="DBA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ظُوحَ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ظُوخَ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ظُودَ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ظُوذَ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ظُورَ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2"/>
          </a:solidFill>
          <a:ln w="12700">
            <a:solidFill>
              <a:srgbClr val="5EED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ظُوزَ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3"/>
          </a:solidFill>
          <a:ln w="12700">
            <a:solidFill>
              <a:srgbClr val="70DB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7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ظُوسَ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8"/>
          </a:solidFill>
          <a:ln w="12700">
            <a:solidFill>
              <a:srgbClr val="64D8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7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ظُوشَ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8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ظُوصَ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8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ظُوضَ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ظُوطَ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5EED"/>
          </a:solidFill>
          <a:ln w="12700">
            <a:solidFill>
              <a:srgbClr val="9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7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أَظُوبَ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E052"/>
          </a:solidFill>
          <a:ln w="12700">
            <a:solidFill>
              <a:srgbClr val="8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بَظُوتَ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DD8"/>
          </a:solidFill>
          <a:ln w="12700">
            <a:solidFill>
              <a:srgbClr val="647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CD1"/>
          </a:solidFill>
          <a:ln w="12700">
            <a:solidFill>
              <a:srgbClr val="477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تَظُوثَ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ثَظُوجَ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جَظُوحَ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حَظُوخَ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B5E"/>
          </a:solidFill>
          <a:ln w="12700">
            <a:solidFill>
              <a:srgbClr val="ED7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53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خَظُودَ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2E0"/>
          </a:solidFill>
          <a:ln w="12700">
            <a:solidFill>
              <a:srgbClr val="52B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دَظُوذَ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A"/>
          </a:solidFill>
          <a:ln w="12700">
            <a:solidFill>
              <a:srgbClr val="D864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E"/>
          </a:solidFill>
          <a:ln w="12700">
            <a:solidFill>
              <a:srgbClr val="D147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44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ذَظُورَ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3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رَظُوزَ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0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زَظُوسَ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8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سَظُوشَ</a:t>
            </a:r>
            <a:endParaRPr lang="ar-SA" sz="4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ED5E"/>
          </a:solidFill>
          <a:ln w="12700">
            <a:solidFill>
              <a:srgbClr val="6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8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شَظُوصَ</a:t>
            </a:r>
            <a:endParaRPr lang="ar-SA" sz="4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5"/>
          </a:solidFill>
          <a:ln w="12700">
            <a:solidFill>
              <a:srgbClr val="E052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7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صَظُوضَ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D864"/>
          </a:solidFill>
          <a:ln w="12700">
            <a:solidFill>
              <a:srgbClr val="B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20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ضَظُوطَ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08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طَظُوأَ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بَظُو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9ED"/>
          </a:solidFill>
          <a:ln w="12700">
            <a:solidFill>
              <a:srgbClr val="5E8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تَظُو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852"/>
          </a:solidFill>
          <a:ln w="12700">
            <a:solidFill>
              <a:srgbClr val="E0C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ثَظُو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جَظُو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حَظُو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خَظُو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C"/>
          </a:solidFill>
          <a:ln w="12700">
            <a:solidFill>
              <a:srgbClr val="ED5E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ذَظُو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رَظُو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47D1"/>
          </a:solidFill>
          <a:ln w="12700">
            <a:solidFill>
              <a:srgbClr val="9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زَظُو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سَظُو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شَظُو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صَظُو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ضَظُو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52E0"/>
          </a:solidFill>
          <a:ln w="12700">
            <a:solidFill>
              <a:srgbClr val="8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34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طَظُو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399163" y="896112"/>
            <a:ext cx="22925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399163" y="896112"/>
            <a:ext cx="22925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يَطُوفُ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52253" y="896112"/>
            <a:ext cx="16268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52253" y="896112"/>
            <a:ext cx="16268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حَاجٌّ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6024" y="2834640"/>
            <a:ext cx="359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6024" y="2834640"/>
            <a:ext cx="359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يَطُوفُ حَاجٌّ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562645" y="896112"/>
            <a:ext cx="19346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5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562645" y="896112"/>
            <a:ext cx="19346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ظُهُورُ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646657" y="896112"/>
            <a:ext cx="15959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5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46657" y="896112"/>
            <a:ext cx="15959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قَمَرٍ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03666" y="2834640"/>
            <a:ext cx="31366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03666" y="2834640"/>
            <a:ext cx="31366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ظُهُورُ قَمَرٍ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64023" y="896112"/>
            <a:ext cx="1885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64023" y="896112"/>
            <a:ext cx="1885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طُولٌ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294211" y="896112"/>
            <a:ext cx="23497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94211" y="896112"/>
            <a:ext cx="23497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وَعَرْضٌ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01250" y="2834640"/>
            <a:ext cx="39414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01250" y="2834640"/>
            <a:ext cx="39414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طُولٌ وَعَرْضٌ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09-ta-dha</dc:title>
  <dc:subject>PptxGenJS Presentation</dc:subject>
  <dc:creator>PptxGenJS</dc:creator>
  <cp:lastModifiedBy>PptxGenJS</cp:lastModifiedBy>
  <cp:revision>1</cp:revision>
  <dcterms:created xsi:type="dcterms:W3CDTF">2026-10-21T17:57:54Z</dcterms:created>
  <dcterms:modified xsi:type="dcterms:W3CDTF">2026-10-21T17:57:54Z</dcterms:modified>
</cp:coreProperties>
</file>