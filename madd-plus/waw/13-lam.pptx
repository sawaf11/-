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50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4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50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4050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47D1"/>
          </a:solidFill>
          <a:ln w="12700">
            <a:solidFill>
              <a:srgbClr val="8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52E0"/>
          </a:solidFill>
          <a:ln w="12700">
            <a:solidFill>
              <a:srgbClr val="6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لُورَ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2"/>
          </a:solidFill>
          <a:ln w="12700">
            <a:solidFill>
              <a:srgbClr val="5EED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لُوزَ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B"/>
          </a:solidFill>
          <a:ln w="12700">
            <a:solidFill>
              <a:srgbClr val="E052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لُوطَ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لُوظَ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لُوعَ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لُوغَ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لُوفَ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لُوقَ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لُوكَ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أَلُوبَ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بَلُوتَ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F"/>
          </a:solidFill>
          <a:ln w="12700">
            <a:solidFill>
              <a:srgbClr val="D147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تَلُوثَ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ثَلُوجَ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جَلُوحَ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حَلُوخَ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خَلُودَ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دَلُوذَ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ذَلُورَ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رَلُوزَ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96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زَلُوسَ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4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سَلُوشَ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4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شَلُوصَ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2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صَلُوضَ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06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ضَلُوطَ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5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طَلُوظَ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ظَلُوعَ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عَلُوغَ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غَلُوفَ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فَلُوقَ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قَلُوكَ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ED5E"/>
          </a:solidFill>
          <a:ln w="12700">
            <a:solidFill>
              <a:srgbClr val="C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A47"/>
          </a:solidFill>
          <a:ln w="12700">
            <a:solidFill>
              <a:srgbClr val="D18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39311" y="896112"/>
            <a:ext cx="1885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39311" y="896112"/>
            <a:ext cx="1885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118922" y="896112"/>
            <a:ext cx="2700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18922" y="896112"/>
            <a:ext cx="2700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وَعَرۡضٌ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22151" y="2834640"/>
            <a:ext cx="42996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22151" y="2834640"/>
            <a:ext cx="42996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 وَعَرۡضٌ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40882" y="896112"/>
            <a:ext cx="17628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40882" y="896112"/>
            <a:ext cx="17628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يَلُومُ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40251" y="896112"/>
            <a:ext cx="23805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40251" y="896112"/>
            <a:ext cx="23805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نَفۡسَهُ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5327" y="2834640"/>
            <a:ext cx="37933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5327" y="2834640"/>
            <a:ext cx="37933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يَلُومُ نَفۡسَهُ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372877" y="896112"/>
            <a:ext cx="19529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372877" y="896112"/>
            <a:ext cx="19529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818168" y="896112"/>
            <a:ext cx="1234669" cy="1371600"/>
          </a:xfrm>
          <a:prstGeom prst="roundRect">
            <a:avLst>
              <a:gd name="adj" fmla="val 29624"/>
            </a:avLst>
          </a:prstGeom>
          <a:solidFill>
            <a:srgbClr val="FFFFFF"/>
          </a:solidFill>
          <a:ln w="76200">
            <a:solidFill>
              <a:srgbClr val="E2B5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18168" y="896112"/>
            <a:ext cx="12346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79544" y="2834640"/>
            <a:ext cx="27849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79544" y="2834640"/>
            <a:ext cx="27849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 لَهُ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13-lam</dc:title>
  <dc:subject>PptxGenJS Presentation</dc:subject>
  <dc:creator>PptxGenJS</dc:creator>
  <cp:lastModifiedBy>PptxGenJS</cp:lastModifiedBy>
  <cp:revision>1</cp:revision>
  <dcterms:created xsi:type="dcterms:W3CDTF">2026-10-21T18:02:11Z</dcterms:created>
  <dcterms:modified xsi:type="dcterms:W3CDTF">2026-10-21T18:02:11Z</dcterms:modified>
</cp:coreProperties>
</file>