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F"/>
          </a:solidFill>
          <a:ln w="12700">
            <a:solidFill>
              <a:srgbClr val="52E08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70DB"/>
          </a:solidFill>
          <a:ln w="12700">
            <a:solidFill>
              <a:srgbClr val="D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847"/>
          </a:solidFill>
          <a:ln w="12700">
            <a:solidFill>
              <a:srgbClr val="855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509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4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7509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4050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4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</a:t>
            </a:r>
            <a:endParaRPr lang="ar-SA" sz="8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F64D8"/>
          </a:solidFill>
          <a:ln w="12700">
            <a:solidFill>
              <a:srgbClr val="A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947D1"/>
          </a:solidFill>
          <a:ln w="12700">
            <a:solidFill>
              <a:srgbClr val="8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لُوبَ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264"/>
          </a:solidFill>
          <a:ln w="12700">
            <a:solidFill>
              <a:srgbClr val="2B5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179"/>
          </a:solidFill>
          <a:ln w="12700">
            <a:solidFill>
              <a:srgbClr val="344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لُوتَ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لُوثَ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ED5E"/>
          </a:solidFill>
          <a:ln w="12700">
            <a:solidFill>
              <a:srgbClr val="E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لُوجَ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C52E0"/>
          </a:solidFill>
          <a:ln w="12700">
            <a:solidFill>
              <a:srgbClr val="6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970"/>
          </a:solidFill>
          <a:ln w="12700">
            <a:solidFill>
              <a:srgbClr val="DBB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8"/>
          </a:solidFill>
          <a:ln w="12700">
            <a:solidFill>
              <a:srgbClr val="4785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264"/>
          </a:solidFill>
          <a:ln w="12700">
            <a:solidFill>
              <a:srgbClr val="D89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747"/>
          </a:solidFill>
          <a:ln w="12700">
            <a:solidFill>
              <a:srgbClr val="D16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لُوخَ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لُودَ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1"/>
          </a:solidFill>
          <a:ln w="12700">
            <a:solidFill>
              <a:srgbClr val="642B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3"/>
          </a:solidFill>
          <a:ln w="12700">
            <a:solidFill>
              <a:srgbClr val="7934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لُوذَ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لُورَ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2"/>
          </a:solidFill>
          <a:ln w="12700">
            <a:solidFill>
              <a:srgbClr val="5EEDD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لُوزَ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B"/>
          </a:solidFill>
          <a:ln w="12700">
            <a:solidFill>
              <a:srgbClr val="E0525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F"/>
          </a:solidFill>
          <a:ln w="12700">
            <a:solidFill>
              <a:srgbClr val="70DB9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685"/>
          </a:solidFill>
          <a:ln w="12700">
            <a:solidFill>
              <a:srgbClr val="475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لُوسَ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5"/>
          </a:solidFill>
          <a:ln w="12700">
            <a:solidFill>
              <a:srgbClr val="64D87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D147"/>
          </a:solidFill>
          <a:ln w="12700">
            <a:solidFill>
              <a:srgbClr val="4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3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53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لُوشَ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لُوصَ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7934"/>
          </a:solidFill>
          <a:ln w="12700">
            <a:solidFill>
              <a:srgbClr val="6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53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53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لُوضَ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لُوطَ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5EED"/>
          </a:solidFill>
          <a:ln w="12700">
            <a:solidFill>
              <a:srgbClr val="A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لُوظَ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E052"/>
          </a:solidFill>
          <a:ln w="12700">
            <a:solidFill>
              <a:srgbClr val="7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70DB"/>
          </a:solidFill>
          <a:ln w="12700">
            <a:solidFill>
              <a:srgbClr val="8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لُوعَ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0D8"/>
          </a:solidFill>
          <a:ln w="12700">
            <a:solidFill>
              <a:srgbClr val="647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DD1"/>
          </a:solidFill>
          <a:ln w="12700">
            <a:solidFill>
              <a:srgbClr val="476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7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7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لُوغَ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لُوفَ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لُوقَ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لُوكَ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B5E"/>
          </a:solidFill>
          <a:ln w="12700">
            <a:solidFill>
              <a:srgbClr val="ED8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أَلُوبَ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2E0"/>
          </a:solidFill>
          <a:ln w="12700">
            <a:solidFill>
              <a:srgbClr val="52A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7"/>
          </a:solidFill>
          <a:ln w="12700">
            <a:solidFill>
              <a:srgbClr val="DB70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بَلُوتَ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D"/>
          </a:solidFill>
          <a:ln w="12700">
            <a:solidFill>
              <a:srgbClr val="D864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F"/>
          </a:solidFill>
          <a:ln w="12700">
            <a:solidFill>
              <a:srgbClr val="D1478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تَلُوثَ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ثَلُوجَ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جَلُوحَ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حَلُوخَ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7"/>
          </a:solidFill>
          <a:ln w="12700">
            <a:solidFill>
              <a:srgbClr val="5EED6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خَلُودَ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6"/>
          </a:solidFill>
          <a:ln w="12700">
            <a:solidFill>
              <a:srgbClr val="E052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DB70"/>
          </a:solidFill>
          <a:ln w="12700">
            <a:solidFill>
              <a:srgbClr val="9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دَلُوذَ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D864"/>
          </a:solidFill>
          <a:ln w="12700">
            <a:solidFill>
              <a:srgbClr val="A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D147"/>
          </a:solidFill>
          <a:ln w="12700">
            <a:solidFill>
              <a:srgbClr val="B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ذَلُورَ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رَلُوزَ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896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زَلُوسَ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1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01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48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سَلُوشَ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9ED"/>
          </a:solidFill>
          <a:ln w="12700">
            <a:solidFill>
              <a:srgbClr val="5E7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1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01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848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شَلُوصَ</a:t>
            </a:r>
            <a:endParaRPr lang="ar-SA" sz="5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852"/>
          </a:solidFill>
          <a:ln w="12700">
            <a:solidFill>
              <a:srgbClr val="E0D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CDB"/>
          </a:solidFill>
          <a:ln w="12700">
            <a:solidFill>
              <a:srgbClr val="70A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4785"/>
          </a:solidFill>
          <a:ln w="12700">
            <a:solidFill>
              <a:srgbClr val="7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92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92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82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صَلُوضَ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7D8"/>
          </a:solidFill>
          <a:ln w="12700">
            <a:solidFill>
              <a:srgbClr val="64C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E"/>
          </a:solidFill>
          <a:ln w="12700">
            <a:solidFill>
              <a:srgbClr val="47D1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2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92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06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ضَلُوطَ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915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طَلُوظَ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642B"/>
          </a:solidFill>
          <a:ln w="12700">
            <a:solidFill>
              <a:srgbClr val="3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A"/>
          </a:solidFill>
          <a:ln w="12700">
            <a:solidFill>
              <a:srgbClr val="3479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ظَلُوعَ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11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11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عَلُوغَ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D"/>
          </a:solidFill>
          <a:ln w="12700">
            <a:solidFill>
              <a:srgbClr val="ED5E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11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11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934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غَلُوفَ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4"/>
          </a:solidFill>
          <a:ln w="12700">
            <a:solidFill>
              <a:srgbClr val="52E0B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7"/>
          </a:solidFill>
          <a:ln w="12700">
            <a:solidFill>
              <a:srgbClr val="DB70C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فَلُوقَ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C47D1"/>
          </a:solidFill>
          <a:ln w="12700">
            <a:solidFill>
              <a:srgbClr val="A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قَلُوكَ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2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كَلُوأَ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أَلُو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بَلُو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0ED5E"/>
          </a:solidFill>
          <a:ln w="12700">
            <a:solidFill>
              <a:srgbClr val="C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تَلُو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52E0"/>
          </a:solidFill>
          <a:ln w="12700">
            <a:solidFill>
              <a:srgbClr val="9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570"/>
          </a:solidFill>
          <a:ln w="12700">
            <a:solidFill>
              <a:srgbClr val="DBD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ثَلُو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F64"/>
          </a:solidFill>
          <a:ln w="12700">
            <a:solidFill>
              <a:srgbClr val="D8A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A47"/>
          </a:solidFill>
          <a:ln w="12700">
            <a:solidFill>
              <a:srgbClr val="D18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جَلُو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حَلُو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خَلُو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دَلُو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4ED"/>
          </a:solidFill>
          <a:ln w="12700">
            <a:solidFill>
              <a:srgbClr val="5EE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ذَلُو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D52"/>
          </a:solidFill>
          <a:ln w="12700">
            <a:solidFill>
              <a:srgbClr val="E06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A"/>
          </a:solidFill>
          <a:ln w="12700">
            <a:solidFill>
              <a:srgbClr val="70DB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رَلُو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2"/>
          </a:solidFill>
          <a:ln w="12700">
            <a:solidFill>
              <a:srgbClr val="64D8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7"/>
          </a:solidFill>
          <a:ln w="12700">
            <a:solidFill>
              <a:srgbClr val="47D1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زَلُو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سَلُو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53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53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شَلُو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صَلُو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35EED"/>
          </a:solidFill>
          <a:ln w="12700">
            <a:solidFill>
              <a:srgbClr val="D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53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53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ضَلُو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AE052"/>
          </a:solidFill>
          <a:ln w="12700">
            <a:solidFill>
              <a:srgbClr val="5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طَلُو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64D8"/>
          </a:solidFill>
          <a:ln w="12700">
            <a:solidFill>
              <a:srgbClr val="7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AD1"/>
          </a:solidFill>
          <a:ln w="12700">
            <a:solidFill>
              <a:srgbClr val="474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ظَلُو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عَلُو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379"/>
          </a:solidFill>
          <a:ln w="12700">
            <a:solidFill>
              <a:srgbClr val="346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7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7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غَلُو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فَلُو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F5E"/>
          </a:solidFill>
          <a:ln w="12700">
            <a:solidFill>
              <a:srgbClr val="EDA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قَلُو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EE0"/>
          </a:solidFill>
          <a:ln w="12700">
            <a:solidFill>
              <a:srgbClr val="527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570"/>
          </a:solidFill>
          <a:ln w="12700">
            <a:solidFill>
              <a:srgbClr val="DB8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8547"/>
          </a:solidFill>
          <a:ln w="12700">
            <a:solidFill>
              <a:srgbClr val="6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8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كَلُو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0"/>
          </a:solidFill>
          <a:ln w="12700">
            <a:solidFill>
              <a:srgbClr val="D864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C"/>
          </a:solidFill>
          <a:ln w="12700">
            <a:solidFill>
              <a:srgbClr val="D1476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64023" y="896112"/>
            <a:ext cx="1885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0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64023" y="896112"/>
            <a:ext cx="1885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طُولٌ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294211" y="896112"/>
            <a:ext cx="23497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94211" y="896112"/>
            <a:ext cx="23497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وَعَرْضٌ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01250" y="2834640"/>
            <a:ext cx="394149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01250" y="2834640"/>
            <a:ext cx="394149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طُولٌ وَعَرْضٌ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65593" y="896112"/>
            <a:ext cx="17628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65593" y="896112"/>
            <a:ext cx="17628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يَلُومُ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15539" y="896112"/>
            <a:ext cx="20300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2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15539" y="896112"/>
            <a:ext cx="20300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نَفْسَهُ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54426" y="2834640"/>
            <a:ext cx="34351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54426" y="2834640"/>
            <a:ext cx="34351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يَلُومُ نَفْسَهُ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5"/>
          </a:solidFill>
          <a:ln w="12700">
            <a:solidFill>
              <a:srgbClr val="793475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372877" y="896112"/>
            <a:ext cx="195295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5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372877" y="896112"/>
            <a:ext cx="195295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يَقُولُ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818168" y="896112"/>
            <a:ext cx="1234669" cy="1371600"/>
          </a:xfrm>
          <a:prstGeom prst="roundRect">
            <a:avLst>
              <a:gd name="adj" fmla="val 29624"/>
            </a:avLst>
          </a:prstGeom>
          <a:solidFill>
            <a:srgbClr val="FFFFFF"/>
          </a:solidFill>
          <a:ln w="76200">
            <a:solidFill>
              <a:srgbClr val="E2B5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818168" y="896112"/>
            <a:ext cx="12346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لَهُ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179544" y="2834640"/>
            <a:ext cx="278491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179544" y="2834640"/>
            <a:ext cx="278491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يَقُولُ لَهُ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13-lam</dc:title>
  <dc:subject>PptxGenJS Presentation</dc:subject>
  <dc:creator>PptxGenJS</dc:creator>
  <cp:lastModifiedBy>PptxGenJS</cp:lastModifiedBy>
  <cp:revision>1</cp:revision>
  <dcterms:created xsi:type="dcterms:W3CDTF">2026-10-21T17:57:54Z</dcterms:created>
  <dcterms:modified xsi:type="dcterms:W3CDTF">2026-10-21T17:57:54Z</dcterms:modified>
</cp:coreProperties>
</file>