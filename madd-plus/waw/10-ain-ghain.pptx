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notesMasterIdLst>
    <p:notesMasterId r:id="rId1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956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956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972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6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49632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</a:t>
            </a:r>
            <a:endParaRPr lang="ar-SA" sz="9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67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7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0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64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عُوجَ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64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عُوحَ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5"/>
          </a:solidFill>
          <a:ln w="12700">
            <a:solidFill>
              <a:srgbClr val="ED5E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عُودَ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عُورَ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عُوزَ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33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عُوسَ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5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عُوشَ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3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3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33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52E0"/>
          </a:solidFill>
          <a:ln w="12700">
            <a:solidFill>
              <a:srgbClr val="6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33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F64"/>
          </a:solidFill>
          <a:ln w="12700">
            <a:solidFill>
              <a:srgbClr val="D88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347"/>
          </a:solidFill>
          <a:ln w="12700">
            <a:solidFill>
              <a:srgbClr val="D16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2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أَعُوبَ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16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بَعُوتَ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F"/>
          </a:solidFill>
          <a:ln w="12700">
            <a:solidFill>
              <a:srgbClr val="5EED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0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تَعُوثَ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E"/>
          </a:solidFill>
          <a:ln w="12700">
            <a:solidFill>
              <a:srgbClr val="E052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C"/>
          </a:solidFill>
          <a:ln w="12700">
            <a:solidFill>
              <a:srgbClr val="70DB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ثَعُوجَ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2"/>
          </a:solidFill>
          <a:ln w="12700">
            <a:solidFill>
              <a:srgbClr val="64D8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D147"/>
          </a:solidFill>
          <a:ln w="12700">
            <a:solidFill>
              <a:srgbClr val="4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85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جَعُوحَ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0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0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2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حَعُوخَ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0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0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22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خَعُودَ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دَعُوذَ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5EED"/>
          </a:solidFill>
          <a:ln w="12700">
            <a:solidFill>
              <a:srgbClr val="A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ذَعُورَ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E052"/>
          </a:solidFill>
          <a:ln w="12700">
            <a:solidFill>
              <a:srgbClr val="8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89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رَعُوزَ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3D8"/>
          </a:solidFill>
          <a:ln w="12700">
            <a:solidFill>
              <a:srgbClr val="647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0D1"/>
          </a:solidFill>
          <a:ln w="12700">
            <a:solidFill>
              <a:srgbClr val="477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9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زَعُوسَ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4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4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سَعُوشَ</a:t>
            </a:r>
            <a:endParaRPr lang="ar-SA" sz="4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779"/>
          </a:solidFill>
          <a:ln w="12700">
            <a:solidFill>
              <a:srgbClr val="347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4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4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7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شَعُوصَ</a:t>
            </a:r>
            <a:endParaRPr lang="ar-SA" sz="4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59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59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8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صَعُوضَ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75E"/>
          </a:solidFill>
          <a:ln w="12700">
            <a:solidFill>
              <a:srgbClr val="ED8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59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59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05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ضَعُوطَ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5E0"/>
          </a:solidFill>
          <a:ln w="12700">
            <a:solidFill>
              <a:srgbClr val="52A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A"/>
          </a:solidFill>
          <a:ln w="12700">
            <a:solidFill>
              <a:srgbClr val="DB70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04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طَعُوظَ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0"/>
          </a:solidFill>
          <a:ln w="12700">
            <a:solidFill>
              <a:srgbClr val="D864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3"/>
          </a:solidFill>
          <a:ln w="12700">
            <a:solidFill>
              <a:srgbClr val="D147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تَعُو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4"/>
          </a:solidFill>
          <a:ln w="12700">
            <a:solidFill>
              <a:srgbClr val="5EED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9"/>
          </a:solidFill>
          <a:ln w="12700">
            <a:solidFill>
              <a:srgbClr val="E052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جَعُو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D864"/>
          </a:solidFill>
          <a:ln w="12700">
            <a:solidFill>
              <a:srgbClr val="A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D147"/>
          </a:solidFill>
          <a:ln w="12700">
            <a:solidFill>
              <a:srgbClr val="B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خَعُو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دَعُو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ذَعُو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رَعُو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452"/>
          </a:solidFill>
          <a:ln w="12700">
            <a:solidFill>
              <a:srgbClr val="E0D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زَعُو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AD8"/>
          </a:solidFill>
          <a:ln w="12700">
            <a:solidFill>
              <a:srgbClr val="64C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B"/>
          </a:solidFill>
          <a:ln w="12700">
            <a:solidFill>
              <a:srgbClr val="47D1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سَعُو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شَعُو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3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3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00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صَعُو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8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ضَعُو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0"/>
          </a:solidFill>
          <a:ln w="12700">
            <a:solidFill>
              <a:srgbClr val="ED5E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47D1"/>
          </a:solidFill>
          <a:ln w="12700">
            <a:solidFill>
              <a:srgbClr val="A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15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815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4282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88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غُوبَ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غُوتَ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غُوثَ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52E0"/>
          </a:solidFill>
          <a:ln w="12700">
            <a:solidFill>
              <a:srgbClr val="8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8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غُوجَ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8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غُوحَ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8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غُوخَ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غُودَ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غُوذَ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غُورَ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785"/>
          </a:solidFill>
          <a:ln w="12700">
            <a:solidFill>
              <a:srgbClr val="4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غُوزَ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غُوسَ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4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غُوشَ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4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غُوصَ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غُوضَ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غُوطَ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غُوظَ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8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غُوعَ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أَغُوبَ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1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بَغُوتَ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1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تَغُوثَ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ثَغُوجَ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28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جَغُوحَ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28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حَغُوخَ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2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خَغُودَ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37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دَغُوذَ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37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ذَغُورَ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37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رَغُوزَ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77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زَغُوسَ</a:t>
            </a:r>
            <a:endParaRPr lang="ar-SA" sz="5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0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سَغُوشَ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75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شَغُوصَ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1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صَغُوضَ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1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ضَغُوطَ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3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طَغُوظَ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28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ظَغُوعَ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دَغُو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ذَغُو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ED5E"/>
          </a:solidFill>
          <a:ln w="12700">
            <a:solidFill>
              <a:srgbClr val="9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رَغُو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زَغُو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A47"/>
          </a:solidFill>
          <a:ln w="12700">
            <a:solidFill>
              <a:srgbClr val="D1A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4174" y="896112"/>
            <a:ext cx="18028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4174" y="896112"/>
            <a:ext cx="18028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417002" y="896112"/>
            <a:ext cx="21871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5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17002" y="896112"/>
            <a:ext cx="21871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وَيَقُولُ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69251" y="2834640"/>
            <a:ext cx="36054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69251" y="2834640"/>
            <a:ext cx="36054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 وَيَقُولُ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11792" y="896112"/>
            <a:ext cx="2470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11792" y="896112"/>
            <a:ext cx="2470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يَغُوصُ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1961278" y="896112"/>
            <a:ext cx="24304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61278" y="896112"/>
            <a:ext cx="24304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غَوَّاصٌ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83215" y="2834640"/>
            <a:ext cx="45775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83215" y="2834640"/>
            <a:ext cx="45775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يَغُوصُ غَوَّاصٌ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68544" y="896112"/>
            <a:ext cx="17900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0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68544" y="896112"/>
            <a:ext cx="17900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عُودٌ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85377" y="896112"/>
            <a:ext cx="24631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85377" y="896112"/>
            <a:ext cx="24631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وَبَخُورٌ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81567" y="2834640"/>
            <a:ext cx="39808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81567" y="2834640"/>
            <a:ext cx="39808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عُودٌ وَبَخُورٌ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10-ain-ghain</dc:title>
  <dc:subject>PptxGenJS Presentation</dc:subject>
  <dc:creator>PptxGenJS</dc:creator>
  <cp:lastModifiedBy>PptxGenJS</cp:lastModifiedBy>
  <cp:revision>1</cp:revision>
  <dcterms:created xsi:type="dcterms:W3CDTF">2026-10-21T17:57:54Z</dcterms:created>
  <dcterms:modified xsi:type="dcterms:W3CDTF">2026-10-21T17:57:54Z</dcterms:modified>
</cp:coreProperties>
</file>