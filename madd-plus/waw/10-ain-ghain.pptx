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notesMaster" Target="notesMasters/notesMaster1.xml"/><Relationship Id="rId113" Type="http://schemas.openxmlformats.org/officeDocument/2006/relationships/presProps" Target="presProps.xml"/><Relationship Id="rId114" Type="http://schemas.openxmlformats.org/officeDocument/2006/relationships/viewProps" Target="viewProps.xml"/><Relationship Id="rId115" Type="http://schemas.openxmlformats.org/officeDocument/2006/relationships/theme" Target="theme/theme1.xml"/><Relationship Id="rId1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TrSnd" Type="http://schemas.openxmlformats.org/officeDocument/2006/relationships/audio" Target="../media/whoosh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TrSnd" Type="http://schemas.openxmlformats.org/officeDocument/2006/relationships/audio" Target="../media/bubbles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TrSnd" Type="http://schemas.openxmlformats.org/officeDocument/2006/relationships/audio" Target="../media/sparkle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TrSnd" Type="http://schemas.openxmlformats.org/officeDocument/2006/relationships/audio" Target="../media/marimba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TrSnd" Type="http://schemas.openxmlformats.org/officeDocument/2006/relationships/audio" Target="../media/harp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TrSnd" Type="http://schemas.openxmlformats.org/officeDocument/2006/relationships/audio" Target="../media/chime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TrSnd" Type="http://schemas.openxmlformats.org/officeDocument/2006/relationships/audio" Target="../media/whoosh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TrSnd" Type="http://schemas.openxmlformats.org/officeDocument/2006/relationships/audio" Target="../media/bubbles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TrSnd" Type="http://schemas.openxmlformats.org/officeDocument/2006/relationships/audio" Target="../media/sparkle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TrSnd" Type="http://schemas.openxmlformats.org/officeDocument/2006/relationships/audio" Target="../media/marimba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TrSnd" Type="http://schemas.openxmlformats.org/officeDocument/2006/relationships/audio" Target="../media/harp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TrSnd" Type="http://schemas.openxmlformats.org/officeDocument/2006/relationships/audio" Target="../media/chime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TrSnd" Type="http://schemas.openxmlformats.org/officeDocument/2006/relationships/audio" Target="../media/whoosh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TrSnd" Type="http://schemas.openxmlformats.org/officeDocument/2006/relationships/audio" Target="../media/bubbles.wav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TrSnd" Type="http://schemas.openxmlformats.org/officeDocument/2006/relationships/audio" Target="../media/sparkle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TrSnd" Type="http://schemas.openxmlformats.org/officeDocument/2006/relationships/audio" Target="../media/marimba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TrSnd" Type="http://schemas.openxmlformats.org/officeDocument/2006/relationships/audio" Target="../media/harp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TrSnd" Type="http://schemas.openxmlformats.org/officeDocument/2006/relationships/audio" Target="../media/chime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TrSnd" Type="http://schemas.openxmlformats.org/officeDocument/2006/relationships/audio" Target="../media/whoosh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TrSnd" Type="http://schemas.openxmlformats.org/officeDocument/2006/relationships/audio" Target="../media/bubbles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TrSnd" Type="http://schemas.openxmlformats.org/officeDocument/2006/relationships/audio" Target="../media/sparkle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TrSnd" Type="http://schemas.openxmlformats.org/officeDocument/2006/relationships/audio" Target="../media/marimba.wav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TrSnd" Type="http://schemas.openxmlformats.org/officeDocument/2006/relationships/audio" Target="../media/harp.wav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TrSnd" Type="http://schemas.openxmlformats.org/officeDocument/2006/relationships/audio" Target="../media/chime.wav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TrSnd" Type="http://schemas.openxmlformats.org/officeDocument/2006/relationships/audio" Target="../media/whoosh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31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7"/>
          </a:solidFill>
          <a:ln w="12700">
            <a:solidFill>
              <a:srgbClr val="642B37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834"/>
          </a:solidFill>
          <a:ln w="12700">
            <a:solidFill>
              <a:srgbClr val="7948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59566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16" name="C2 V1 vowel"/>
          <p:cNvSpPr txBox="1"/>
          <p:nvPr/>
        </p:nvSpPr>
        <p:spPr>
          <a:xfrm>
            <a:off x="6720840" y="159566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6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4343400" y="13972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600" dirty="0"/>
          </a:p>
        </p:txBody>
      </p:sp>
      <p:sp>
        <p:nvSpPr>
          <p:cNvPr id="19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R result"/>
          <p:cNvSpPr txBox="1"/>
          <p:nvPr/>
        </p:nvSpPr>
        <p:spPr>
          <a:xfrm>
            <a:off x="685800" y="149632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عُو</a:t>
            </a:r>
            <a:endParaRPr lang="ar-SA" sz="97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1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31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2025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5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2025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5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عُوأَ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5C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A1ED"/>
          </a:solidFill>
          <a:ln w="12700">
            <a:solidFill>
              <a:srgbClr val="5EA1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31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5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31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114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114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5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967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عُوبَ</a:t>
            </a:r>
            <a:endParaRPr lang="ar-SA" sz="82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31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B052"/>
          </a:solidFill>
          <a:ln w="12700">
            <a:solidFill>
              <a:srgbClr val="E0B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2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CADB"/>
          </a:solidFill>
          <a:ln w="12700">
            <a:solidFill>
              <a:srgbClr val="70CA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64785"/>
          </a:solidFill>
          <a:ln w="12700">
            <a:solidFill>
              <a:srgbClr val="66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31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5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31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093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093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5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967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عُوتَ</a:t>
            </a:r>
            <a:endParaRPr lang="ar-SA" sz="82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5F7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C9"/>
          </a:solidFill>
          <a:ln w="12700">
            <a:solidFill>
              <a:srgbClr val="64D8C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A8"/>
          </a:solidFill>
          <a:ln w="12700">
            <a:solidFill>
              <a:srgbClr val="47D1A8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1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31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40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5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40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5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1051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عُوثَ</a:t>
            </a:r>
            <a:endParaRPr lang="ar-SA" sz="82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31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31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5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5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2641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عُوجَ</a:t>
            </a:r>
            <a:endParaRPr lang="ar-SA" sz="7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5642B"/>
          </a:solidFill>
          <a:ln w="12700">
            <a:solidFill>
              <a:srgbClr val="45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6"/>
          </a:solidFill>
          <a:ln w="12700">
            <a:solidFill>
              <a:srgbClr val="34793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31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31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5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5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2641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عُوحَ</a:t>
            </a:r>
            <a:endParaRPr lang="ar-SA" sz="77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5E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1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31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عُوخَ</a:t>
            </a:r>
            <a:endParaRPr lang="ar-SA" sz="7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C5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C5"/>
          </a:solidFill>
          <a:ln w="12700">
            <a:solidFill>
              <a:srgbClr val="ED5EC5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31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5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31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999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5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999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5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9436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عُودَ</a:t>
            </a:r>
            <a:endParaRPr lang="ar-SA" sz="86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8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8C"/>
          </a:solidFill>
          <a:ln w="12700">
            <a:solidFill>
              <a:srgbClr val="52E08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9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270DB"/>
          </a:solidFill>
          <a:ln w="12700">
            <a:solidFill>
              <a:srgbClr val="D2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647"/>
          </a:solidFill>
          <a:ln w="12700">
            <a:solidFill>
              <a:srgbClr val="8556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31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5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31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57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5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57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5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361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عُوذَ</a:t>
            </a:r>
            <a:endParaRPr lang="ar-SA" sz="81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C64D8"/>
          </a:solidFill>
          <a:ln w="12700">
            <a:solidFill>
              <a:srgbClr val="AC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647D1"/>
          </a:solidFill>
          <a:ln w="12700">
            <a:solidFill>
              <a:srgbClr val="86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1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31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039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5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039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5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9436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عُورَ</a:t>
            </a:r>
            <a:endParaRPr lang="ar-SA" sz="86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D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31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31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616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5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616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5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9436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عُوزَ</a:t>
            </a:r>
            <a:endParaRPr lang="ar-SA" sz="86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43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464"/>
          </a:solidFill>
          <a:ln w="12700">
            <a:solidFill>
              <a:srgbClr val="2B54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379"/>
          </a:solidFill>
          <a:ln w="12700">
            <a:solidFill>
              <a:srgbClr val="3443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31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31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7985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5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7985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5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0335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عُوسَ</a:t>
            </a:r>
            <a:endParaRPr lang="ar-SA" sz="71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C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77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377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3059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عُوشَ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8ED5E"/>
          </a:solidFill>
          <a:ln w="12700">
            <a:solidFill>
              <a:srgbClr val="E8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333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4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333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99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0335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عُوصَ</a:t>
            </a:r>
            <a:endParaRPr lang="ar-SA" sz="71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2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852E0"/>
          </a:solidFill>
          <a:ln w="12700">
            <a:solidFill>
              <a:srgbClr val="68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0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B770"/>
          </a:solidFill>
          <a:ln w="12700">
            <a:solidFill>
              <a:srgbClr val="DBB7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88547"/>
          </a:solidFill>
          <a:ln w="12700">
            <a:solidFill>
              <a:srgbClr val="48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377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377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0335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عُوضَ</a:t>
            </a:r>
            <a:endParaRPr lang="ar-SA" sz="7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C5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F64"/>
          </a:solidFill>
          <a:ln w="12700">
            <a:solidFill>
              <a:srgbClr val="D88F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6347"/>
          </a:solidFill>
          <a:ln w="12700">
            <a:solidFill>
              <a:srgbClr val="D163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1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31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573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5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573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5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354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عُوطَ</a:t>
            </a:r>
            <a:endParaRPr lang="ar-SA" sz="81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5F7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31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31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573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5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573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5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354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عُوظَ</a:t>
            </a:r>
            <a:endParaRPr lang="ar-SA" sz="8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62"/>
          </a:solidFill>
          <a:ln w="12700">
            <a:solidFill>
              <a:srgbClr val="642B62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4"/>
          </a:solidFill>
          <a:ln w="12700">
            <a:solidFill>
              <a:srgbClr val="79345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70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2070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986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986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0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786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6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80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80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81208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أَعُوبَ</a:t>
            </a:r>
            <a:endParaRPr lang="ar-SA" sz="59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E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0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80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4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986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986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4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786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6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4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0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7161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بَعُوتَ</a:t>
            </a:r>
            <a:endParaRPr lang="ar-SA" sz="62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5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CF"/>
          </a:solidFill>
          <a:ln w="12700">
            <a:solidFill>
              <a:srgbClr val="5EEDCF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0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3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986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986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0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3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786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6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3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954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954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9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1058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تَعُوثَ</a:t>
            </a:r>
            <a:endParaRPr lang="ar-SA" sz="62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431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5E"/>
          </a:solidFill>
          <a:ln w="12700">
            <a:solidFill>
              <a:srgbClr val="E0525E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6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C"/>
          </a:solidFill>
          <a:ln w="12700">
            <a:solidFill>
              <a:srgbClr val="70DB9C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785"/>
          </a:solidFill>
          <a:ln w="12700">
            <a:solidFill>
              <a:srgbClr val="475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954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954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986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986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0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786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6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A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ثَعُوجَ</a:t>
            </a:r>
            <a:endParaRPr lang="ar-SA" sz="61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D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72"/>
          </a:solidFill>
          <a:ln w="12700">
            <a:solidFill>
              <a:srgbClr val="64D872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ED147"/>
          </a:solidFill>
          <a:ln w="12700">
            <a:solidFill>
              <a:srgbClr val="4E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986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986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786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6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0853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جَعُوحَ</a:t>
            </a:r>
            <a:endParaRPr lang="ar-SA" sz="64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C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D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001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9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001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D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82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D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5201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حَعُوخَ</a:t>
            </a:r>
            <a:endParaRPr lang="ar-SA" sz="64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432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82B"/>
          </a:solidFill>
          <a:ln w="12700">
            <a:solidFill>
              <a:srgbClr val="6458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67934"/>
          </a:solidFill>
          <a:ln w="12700">
            <a:solidFill>
              <a:srgbClr val="66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A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001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9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001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3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A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82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A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3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8224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خَعُودَ</a:t>
            </a:r>
            <a:endParaRPr lang="ar-SA" sz="7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C5F7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91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591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986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986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786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6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104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104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0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5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28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دَعُوذَ</a:t>
            </a:r>
            <a:endParaRPr lang="ar-SA" sz="7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B5EED"/>
          </a:solidFill>
          <a:ln w="12700">
            <a:solidFill>
              <a:srgbClr val="AB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104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20104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0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986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986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0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786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6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737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737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0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295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ذَعُورَ</a:t>
            </a:r>
            <a:endParaRPr lang="ar-SA" sz="65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3B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2E052"/>
          </a:solidFill>
          <a:ln w="12700">
            <a:solidFill>
              <a:srgbClr val="82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270DB"/>
          </a:solidFill>
          <a:ln w="12700">
            <a:solidFill>
              <a:srgbClr val="82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6"/>
          </a:solidFill>
          <a:ln w="12700">
            <a:solidFill>
              <a:srgbClr val="854766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737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737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0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986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986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0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786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6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250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250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0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9899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رَعُوزَ</a:t>
            </a:r>
            <a:endParaRPr lang="ar-SA" sz="6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C5E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3D8"/>
          </a:solidFill>
          <a:ln w="12700">
            <a:solidFill>
              <a:srgbClr val="6473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70D1"/>
          </a:solidFill>
          <a:ln w="12700">
            <a:solidFill>
              <a:srgbClr val="4770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250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250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7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986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986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7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786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6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7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689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689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079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زَعُوسَ</a:t>
            </a:r>
            <a:endParaRPr lang="ar-SA" sz="49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C5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6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044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6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044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980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1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7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2699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سَعُوشَ</a:t>
            </a:r>
            <a:endParaRPr lang="ar-SA" sz="48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43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A"/>
          </a:solidFill>
          <a:ln w="12700">
            <a:solidFill>
              <a:srgbClr val="2B644A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779"/>
          </a:solidFill>
          <a:ln w="12700">
            <a:solidFill>
              <a:srgbClr val="3477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044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6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044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36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980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1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6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6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2742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شَعُوصَ</a:t>
            </a:r>
            <a:endParaRPr lang="ar-SA" sz="46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D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059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5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059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8018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088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صَعُوضَ</a:t>
            </a:r>
            <a:endParaRPr lang="ar-SA" sz="44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E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875E"/>
          </a:solidFill>
          <a:ln w="12700">
            <a:solidFill>
              <a:srgbClr val="ED87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6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059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5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059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35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6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8018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6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5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5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3053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ضَعُوطَ</a:t>
            </a:r>
            <a:endParaRPr lang="ar-SA" sz="53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44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A5E0"/>
          </a:solidFill>
          <a:ln w="12700">
            <a:solidFill>
              <a:srgbClr val="52A5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5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A"/>
          </a:solidFill>
          <a:ln w="12700">
            <a:solidFill>
              <a:srgbClr val="DB707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68547"/>
          </a:solidFill>
          <a:ln w="12700">
            <a:solidFill>
              <a:srgbClr val="76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100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0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20100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0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986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986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0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786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6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20100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0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20100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0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7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3040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طَعُوظَ</a:t>
            </a:r>
            <a:endParaRPr lang="ar-SA" sz="54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C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0"/>
          </a:solidFill>
          <a:ln w="12700">
            <a:solidFill>
              <a:srgbClr val="D86490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93"/>
          </a:solidFill>
          <a:ln w="12700">
            <a:solidFill>
              <a:srgbClr val="D1479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100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0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100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986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986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786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6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70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70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146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ظَعُوأَ</a:t>
            </a:r>
            <a:endParaRPr lang="ar-SA" sz="61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D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2025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2025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31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5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31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أَعُو</a:t>
            </a:r>
            <a:endParaRPr lang="ar-SA" sz="7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41E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B2B64"/>
          </a:solidFill>
          <a:ln w="12700">
            <a:solidFill>
              <a:srgbClr val="3B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B3479"/>
          </a:solidFill>
          <a:ln w="12700">
            <a:solidFill>
              <a:srgbClr val="6B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114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114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31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5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31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5048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بَعُو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C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93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093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31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5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31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075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تَعُو</a:t>
            </a:r>
            <a:endParaRPr lang="ar-SA" sz="8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C5F7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64"/>
          </a:solidFill>
          <a:ln w="12700">
            <a:solidFill>
              <a:srgbClr val="5EED64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40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5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40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31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5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31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647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ثَعُو</a:t>
            </a:r>
            <a:endParaRPr lang="ar-SA" sz="78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33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C9"/>
          </a:solidFill>
          <a:ln w="12700">
            <a:solidFill>
              <a:srgbClr val="E052C9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4DB70"/>
          </a:solidFill>
          <a:ln w="12700">
            <a:solidFill>
              <a:srgbClr val="94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84"/>
          </a:solidFill>
          <a:ln w="12700">
            <a:solidFill>
              <a:srgbClr val="478584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5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31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5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31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5048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جَعُو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DD864"/>
          </a:solidFill>
          <a:ln w="12700">
            <a:solidFill>
              <a:srgbClr val="AD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5D147"/>
          </a:solidFill>
          <a:ln w="12700">
            <a:solidFill>
              <a:srgbClr val="B5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31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5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31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5048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حَعُو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C5E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31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5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31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766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خَعُو</a:t>
            </a:r>
            <a:endParaRPr lang="ar-SA" sz="88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4314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D2B"/>
          </a:solidFill>
          <a:ln w="12700">
            <a:solidFill>
              <a:srgbClr val="642D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934"/>
          </a:solidFill>
          <a:ln w="12700">
            <a:solidFill>
              <a:srgbClr val="795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99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999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31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5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31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9436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دَعُو</a:t>
            </a:r>
            <a:endParaRPr lang="ar-SA" sz="86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C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57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57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31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5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31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361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ذَعُو</a:t>
            </a:r>
            <a:endParaRPr lang="ar-SA" sz="81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C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7CED"/>
          </a:solidFill>
          <a:ln w="12700">
            <a:solidFill>
              <a:srgbClr val="5E7C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039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5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039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31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5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31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9436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رَعُو</a:t>
            </a:r>
            <a:endParaRPr lang="ar-SA" sz="86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432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D452"/>
          </a:solidFill>
          <a:ln w="12700">
            <a:solidFill>
              <a:srgbClr val="E0D4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8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FDB"/>
          </a:solidFill>
          <a:ln w="12700">
            <a:solidFill>
              <a:srgbClr val="70AF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54785"/>
          </a:solidFill>
          <a:ln w="12700">
            <a:solidFill>
              <a:srgbClr val="75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616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5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616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31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5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31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9436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زَعُو</a:t>
            </a:r>
            <a:endParaRPr lang="ar-SA" sz="8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C5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AD8"/>
          </a:solidFill>
          <a:ln w="12700">
            <a:solidFill>
              <a:srgbClr val="64CA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B"/>
          </a:solidFill>
          <a:ln w="12700">
            <a:solidFill>
              <a:srgbClr val="47D1C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85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85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31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5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31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5896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سَعُو</a:t>
            </a:r>
            <a:endParaRPr lang="ar-SA" sz="82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377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377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2821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شَعُو</a:t>
            </a:r>
            <a:endParaRPr lang="ar-SA" sz="8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35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7642B"/>
          </a:solidFill>
          <a:ln w="12700">
            <a:solidFill>
              <a:srgbClr val="37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8"/>
          </a:solidFill>
          <a:ln w="12700">
            <a:solidFill>
              <a:srgbClr val="347948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333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4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333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99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6002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صَعُو</a:t>
            </a:r>
            <a:endParaRPr lang="ar-SA" sz="81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C5D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377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377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9088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ضَعُو</a:t>
            </a:r>
            <a:endParaRPr lang="ar-SA" sz="81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7C5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0"/>
          </a:solidFill>
          <a:ln w="12700">
            <a:solidFill>
              <a:srgbClr val="ED5EA0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573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5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573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31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5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31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354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طَعُو</a:t>
            </a:r>
            <a:endParaRPr lang="ar-SA" sz="81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44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B1"/>
          </a:solidFill>
          <a:ln w="12700">
            <a:solidFill>
              <a:srgbClr val="52E0B1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1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A"/>
          </a:solidFill>
          <a:ln w="12700">
            <a:solidFill>
              <a:srgbClr val="DB70C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647"/>
          </a:solidFill>
          <a:ln w="12700">
            <a:solidFill>
              <a:srgbClr val="8566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573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5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573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31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5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31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354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ظَعُو</a:t>
            </a:r>
            <a:endParaRPr lang="ar-SA" sz="81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D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A64D8"/>
          </a:solidFill>
          <a:ln w="12700">
            <a:solidFill>
              <a:srgbClr val="CA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947D1"/>
          </a:solidFill>
          <a:ln w="12700">
            <a:solidFill>
              <a:srgbClr val="A9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8152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900" dirty="0"/>
          </a:p>
        </p:txBody>
      </p:sp>
      <p:sp>
        <p:nvSpPr>
          <p:cNvPr id="14" name="C2 V1 vowel"/>
          <p:cNvSpPr txBox="1"/>
          <p:nvPr/>
        </p:nvSpPr>
        <p:spPr>
          <a:xfrm>
            <a:off x="6720840" y="168152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M2 madd"/>
          <p:cNvSpPr txBox="1"/>
          <p:nvPr/>
        </p:nvSpPr>
        <p:spPr>
          <a:xfrm>
            <a:off x="4343400" y="142824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800" dirty="0"/>
          </a:p>
        </p:txBody>
      </p:sp>
      <p:sp>
        <p:nvSpPr>
          <p:cNvPr id="17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6 R result"/>
          <p:cNvSpPr txBox="1"/>
          <p:nvPr/>
        </p:nvSpPr>
        <p:spPr>
          <a:xfrm>
            <a:off x="685800" y="158888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غُو</a:t>
            </a:r>
            <a:endParaRPr lang="ar-SA" sz="86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7E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03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903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20143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1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20143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1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غُوأَ</a:t>
            </a:r>
            <a:endParaRPr lang="ar-SA" sz="7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44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564"/>
          </a:solidFill>
          <a:ln w="12700">
            <a:solidFill>
              <a:srgbClr val="2B45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73479"/>
          </a:solidFill>
          <a:ln w="12700">
            <a:solidFill>
              <a:srgbClr val="37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03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903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191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1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191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1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7632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غُوبَ</a:t>
            </a:r>
            <a:endParaRPr lang="ar-SA" sz="76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7C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03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903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083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083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7632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غُوتَ</a:t>
            </a:r>
            <a:endParaRPr lang="ar-SA" sz="7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D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4ED5E"/>
          </a:solidFill>
          <a:ln w="12700">
            <a:solidFill>
              <a:srgbClr val="C4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03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903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36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1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36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1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7632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غُوثَ</a:t>
            </a:r>
            <a:endParaRPr lang="ar-SA" sz="76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418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D52E0"/>
          </a:solidFill>
          <a:ln w="12700">
            <a:solidFill>
              <a:srgbClr val="8D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A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270"/>
          </a:solidFill>
          <a:ln w="12700">
            <a:solidFill>
              <a:srgbClr val="DBD2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7"/>
          </a:solidFill>
          <a:ln w="12700">
            <a:solidFill>
              <a:srgbClr val="47855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03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903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790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1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790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1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0780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غُوجَ</a:t>
            </a:r>
            <a:endParaRPr lang="ar-SA" sz="6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7C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D64"/>
          </a:solidFill>
          <a:ln w="12700">
            <a:solidFill>
              <a:srgbClr val="D8AD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8647"/>
          </a:solidFill>
          <a:ln w="12700">
            <a:solidFill>
              <a:srgbClr val="D186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03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903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90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90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0780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غُوحَ</a:t>
            </a:r>
            <a:endParaRPr lang="ar-SA" sz="69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C5F7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03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903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42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1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42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1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0780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غُوخَ</a:t>
            </a:r>
            <a:endParaRPr lang="ar-SA" sz="69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3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3"/>
          </a:solidFill>
          <a:ln w="12700">
            <a:solidFill>
              <a:srgbClr val="642B5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2"/>
          </a:solidFill>
          <a:ln w="12700">
            <a:solidFill>
              <a:srgbClr val="79344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03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903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99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1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99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1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7632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غُودَ</a:t>
            </a:r>
            <a:endParaRPr lang="ar-SA" sz="76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03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903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523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523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7632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غُوذَ</a:t>
            </a:r>
            <a:endParaRPr lang="ar-SA" sz="7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C5E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7ED"/>
          </a:solidFill>
          <a:ln w="12700">
            <a:solidFill>
              <a:srgbClr val="5EE7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03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903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122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1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122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1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7632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غُورَ</a:t>
            </a:r>
            <a:endParaRPr lang="ar-SA" sz="76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43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952"/>
          </a:solidFill>
          <a:ln w="12700">
            <a:solidFill>
              <a:srgbClr val="E069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0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8"/>
          </a:solidFill>
          <a:ln w="12700">
            <a:solidFill>
              <a:srgbClr val="70DBB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785"/>
          </a:solidFill>
          <a:ln w="12700">
            <a:solidFill>
              <a:srgbClr val="47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03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903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648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648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1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7632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غُوزَ</a:t>
            </a:r>
            <a:endParaRPr lang="ar-SA" sz="76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C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0"/>
          </a:solidFill>
          <a:ln w="12700">
            <a:solidFill>
              <a:srgbClr val="64D890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4"/>
          </a:solidFill>
          <a:ln w="12700">
            <a:solidFill>
              <a:srgbClr val="47D16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03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903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072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072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7432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غُوسَ</a:t>
            </a:r>
            <a:endParaRPr lang="ar-SA" sz="71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D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03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903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7432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غُوشَ</a:t>
            </a:r>
            <a:endParaRPr lang="ar-SA" sz="7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432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2642B"/>
          </a:solidFill>
          <a:ln w="12700">
            <a:solidFill>
              <a:srgbClr val="62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47934"/>
          </a:solidFill>
          <a:ln w="12700">
            <a:solidFill>
              <a:srgbClr val="54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03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903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182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1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182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1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7432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غُوصَ</a:t>
            </a:r>
            <a:endParaRPr lang="ar-SA" sz="71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C5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03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903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7432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غُوضَ</a:t>
            </a:r>
            <a:endParaRPr lang="ar-SA" sz="7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7C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05EED"/>
          </a:solidFill>
          <a:ln w="12700">
            <a:solidFill>
              <a:srgbClr val="D0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03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903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51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1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51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1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7632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غُوطَ</a:t>
            </a:r>
            <a:endParaRPr lang="ar-SA" sz="76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2F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DE052"/>
          </a:solidFill>
          <a:ln w="12700">
            <a:solidFill>
              <a:srgbClr val="5D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D70DB"/>
          </a:solidFill>
          <a:ln w="12700">
            <a:solidFill>
              <a:srgbClr val="9D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7"/>
          </a:solidFill>
          <a:ln w="12700">
            <a:solidFill>
              <a:srgbClr val="85475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03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903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51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1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51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1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7632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غُوظَ</a:t>
            </a:r>
            <a:endParaRPr lang="ar-SA" sz="76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C5D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364D8"/>
          </a:solidFill>
          <a:ln w="12700">
            <a:solidFill>
              <a:srgbClr val="73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4DD1"/>
          </a:solidFill>
          <a:ln w="12700">
            <a:solidFill>
              <a:srgbClr val="474D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03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903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117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117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0780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غُوعَ</a:t>
            </a:r>
            <a:endParaRPr lang="ar-SA" sz="69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7C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567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20567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50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5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50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8018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899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5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899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35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5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8146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أَغُوبَ</a:t>
            </a:r>
            <a:endParaRPr lang="ar-SA" sz="61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144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8"/>
          </a:solidFill>
          <a:ln w="12700">
            <a:solidFill>
              <a:srgbClr val="2B6458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579"/>
          </a:solidFill>
          <a:ln w="12700">
            <a:solidFill>
              <a:srgbClr val="3465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899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5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899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35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50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5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50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35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8018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661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5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661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35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5113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بَغُوتَ</a:t>
            </a:r>
            <a:endParaRPr lang="ar-SA" sz="62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E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61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661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0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5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50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8018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905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5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905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35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5113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تَغُوثَ</a:t>
            </a:r>
            <a:endParaRPr lang="ar-SA" sz="62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7F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C5E"/>
          </a:solidFill>
          <a:ln w="12700">
            <a:solidFill>
              <a:srgbClr val="EDAC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905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5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905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35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3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50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5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50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35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3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8018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3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65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5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65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35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ثَغُوجَ</a:t>
            </a:r>
            <a:endParaRPr lang="ar-SA" sz="61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143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81E0"/>
          </a:solidFill>
          <a:ln w="12700">
            <a:solidFill>
              <a:srgbClr val="5281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D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270"/>
          </a:solidFill>
          <a:ln w="12700">
            <a:solidFill>
              <a:srgbClr val="DB82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68547"/>
          </a:solidFill>
          <a:ln w="12700">
            <a:solidFill>
              <a:srgbClr val="66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65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5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65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35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4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50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5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50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35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4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8018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4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65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5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65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5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A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928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جَغُوحَ</a:t>
            </a:r>
            <a:endParaRPr lang="ar-SA" sz="6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7C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2"/>
          </a:solidFill>
          <a:ln w="12700">
            <a:solidFill>
              <a:srgbClr val="D86472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6F"/>
          </a:solidFill>
          <a:ln w="12700">
            <a:solidFill>
              <a:srgbClr val="D1476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65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65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0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5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50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8018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10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5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10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5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A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928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حَغُوخَ</a:t>
            </a:r>
            <a:endParaRPr lang="ar-SA" sz="61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D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10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10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50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5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50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8018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588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5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588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5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5247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خَغُودَ</a:t>
            </a:r>
            <a:endParaRPr lang="ar-SA" sz="6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16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A2B64"/>
          </a:solidFill>
          <a:ln w="12700">
            <a:solidFill>
              <a:srgbClr val="4A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6"/>
          </a:solidFill>
          <a:ln w="12700">
            <a:solidFill>
              <a:srgbClr val="79347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588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5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588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5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50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5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50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35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8018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20037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5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20037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35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6376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دَغُوذَ</a:t>
            </a:r>
            <a:endParaRPr lang="ar-SA" sz="66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7D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037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037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9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0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5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50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9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8018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9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84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5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84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35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6376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ذَغُورَ</a:t>
            </a:r>
            <a:endParaRPr lang="ar-SA" sz="66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C5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8"/>
          </a:solidFill>
          <a:ln w="12700">
            <a:solidFill>
              <a:srgbClr val="5EED8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84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5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84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35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50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5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50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35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8018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290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5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290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35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5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6376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رَغُوزَ</a:t>
            </a:r>
            <a:endParaRPr lang="ar-SA" sz="66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3F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A5"/>
          </a:solidFill>
          <a:ln w="12700">
            <a:solidFill>
              <a:srgbClr val="E052A5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4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9DB70"/>
          </a:solidFill>
          <a:ln w="12700">
            <a:solidFill>
              <a:srgbClr val="79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585"/>
          </a:solidFill>
          <a:ln w="12700">
            <a:solidFill>
              <a:srgbClr val="4775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290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5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290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35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50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5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50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35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8018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799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5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799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5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5776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زَغُوسَ</a:t>
            </a:r>
            <a:endParaRPr lang="ar-SA" sz="51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E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FD864"/>
          </a:solidFill>
          <a:ln w="12700">
            <a:solidFill>
              <a:srgbClr val="8F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2D147"/>
          </a:solidFill>
          <a:ln w="12700">
            <a:solidFill>
              <a:srgbClr val="92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99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799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0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5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50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8018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492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5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492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5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4802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سَغُوشَ</a:t>
            </a:r>
            <a:endParaRPr lang="ar-SA" sz="48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C5D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492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492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8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50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5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50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8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8018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8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5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5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4758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شَغُوصَ</a:t>
            </a:r>
            <a:endParaRPr lang="ar-SA" sz="46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4314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C2B"/>
          </a:solidFill>
          <a:ln w="12700">
            <a:solidFill>
              <a:srgbClr val="643C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B34"/>
          </a:solidFill>
          <a:ln w="12700">
            <a:solidFill>
              <a:srgbClr val="796B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5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5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50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5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50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35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8018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7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4713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صَغُوضَ</a:t>
            </a:r>
            <a:endParaRPr lang="ar-SA" sz="44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C5F7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0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5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50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8018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5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5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4913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ضَغُوطَ</a:t>
            </a:r>
            <a:endParaRPr lang="ar-SA" sz="5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D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55EED"/>
          </a:solidFill>
          <a:ln w="12700">
            <a:solidFill>
              <a:srgbClr val="65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5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5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50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5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50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35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8018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5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35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4936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طَغُوظَ</a:t>
            </a:r>
            <a:endParaRPr lang="ar-SA" sz="54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433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8E052"/>
          </a:solidFill>
          <a:ln w="12700">
            <a:solidFill>
              <a:srgbClr val="C8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E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4DB"/>
          </a:solidFill>
          <a:ln w="12700">
            <a:solidFill>
              <a:srgbClr val="7094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84"/>
          </a:solidFill>
          <a:ln w="12700">
            <a:solidFill>
              <a:srgbClr val="854784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5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35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6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50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5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50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35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6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8018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6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836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5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836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35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928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ظَغُوعَ</a:t>
            </a:r>
            <a:endParaRPr lang="ar-SA" sz="6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C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CD8"/>
          </a:solidFill>
          <a:ln w="12700">
            <a:solidFill>
              <a:srgbClr val="64AC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B4D1"/>
          </a:solidFill>
          <a:ln w="12700">
            <a:solidFill>
              <a:srgbClr val="47B4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36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836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0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5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50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8018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567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5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567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35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8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146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عَغُوأَ</a:t>
            </a:r>
            <a:endParaRPr lang="ar-SA" sz="61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7C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20143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20143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03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903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أَغُو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29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2D"/>
          </a:solidFill>
          <a:ln w="12700">
            <a:solidFill>
              <a:srgbClr val="2B642D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A"/>
          </a:solidFill>
          <a:ln w="12700">
            <a:solidFill>
              <a:srgbClr val="34795A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191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191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03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1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903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6325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بَغُو</a:t>
            </a:r>
            <a:endParaRPr lang="ar-SA" sz="78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C5C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83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083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03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903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6325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تَغُو</a:t>
            </a:r>
            <a:endParaRPr lang="ar-SA" sz="78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7C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C"/>
          </a:solidFill>
          <a:ln w="12700">
            <a:solidFill>
              <a:srgbClr val="ED5E7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36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36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03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1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903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4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647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ثَغُو</a:t>
            </a:r>
            <a:endParaRPr lang="ar-SA" sz="78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144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D5"/>
          </a:solidFill>
          <a:ln w="12700">
            <a:solidFill>
              <a:srgbClr val="52E0D5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7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E"/>
          </a:solidFill>
          <a:ln w="12700">
            <a:solidFill>
              <a:srgbClr val="DB70AE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647"/>
          </a:solidFill>
          <a:ln w="12700">
            <a:solidFill>
              <a:srgbClr val="8576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90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90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03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1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903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4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6325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جَغُو</a:t>
            </a:r>
            <a:endParaRPr lang="ar-SA" sz="78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E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9"/>
          </a:solidFill>
          <a:ln w="12700">
            <a:solidFill>
              <a:srgbClr val="D864C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C47D1"/>
          </a:solidFill>
          <a:ln w="12700">
            <a:solidFill>
              <a:srgbClr val="CC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0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0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03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903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6325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حَغُو</a:t>
            </a:r>
            <a:endParaRPr lang="ar-SA" sz="78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42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42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03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903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6325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خَغُو</a:t>
            </a:r>
            <a:endParaRPr lang="ar-SA" sz="7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143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664"/>
          </a:solidFill>
          <a:ln w="12700">
            <a:solidFill>
              <a:srgbClr val="2B36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93479"/>
          </a:solidFill>
          <a:ln w="12700">
            <a:solidFill>
              <a:srgbClr val="49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9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99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03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1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903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7632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دَغُو</a:t>
            </a:r>
            <a:endParaRPr lang="ar-SA" sz="76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7C5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523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523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03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903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7632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ذَغُو</a:t>
            </a:r>
            <a:endParaRPr lang="ar-SA" sz="7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C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FED5E"/>
          </a:solidFill>
          <a:ln w="12700">
            <a:solidFill>
              <a:srgbClr val="9F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122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122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03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1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903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4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7632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رَغُو</a:t>
            </a:r>
            <a:endParaRPr lang="ar-SA" sz="76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1C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152E0"/>
          </a:solidFill>
          <a:ln w="12700">
            <a:solidFill>
              <a:srgbClr val="B1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9DB70"/>
          </a:solidFill>
          <a:ln w="12700">
            <a:solidFill>
              <a:srgbClr val="C9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6"/>
          </a:solidFill>
          <a:ln w="12700">
            <a:solidFill>
              <a:srgbClr val="478566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648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648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03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1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903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4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7632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زَغُو</a:t>
            </a:r>
            <a:endParaRPr lang="ar-SA" sz="76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7D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A64"/>
          </a:solidFill>
          <a:ln w="12700">
            <a:solidFill>
              <a:srgbClr val="D8CA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AA47"/>
          </a:solidFill>
          <a:ln w="12700">
            <a:solidFill>
              <a:srgbClr val="D1AA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72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072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03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903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6325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سَغُو</a:t>
            </a:r>
            <a:endParaRPr lang="ar-SA" sz="78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C5F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03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903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6325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شَغُو</a:t>
            </a:r>
            <a:endParaRPr lang="ar-SA" sz="78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4314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5"/>
          </a:solidFill>
          <a:ln w="12700">
            <a:solidFill>
              <a:srgbClr val="642B45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734"/>
          </a:solidFill>
          <a:ln w="12700">
            <a:solidFill>
              <a:srgbClr val="7937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182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182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03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1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903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6325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صَغُو</a:t>
            </a:r>
            <a:endParaRPr lang="ar-SA" sz="78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E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03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903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6325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ضَغُو</a:t>
            </a:r>
            <a:endParaRPr lang="ar-SA" sz="78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C5D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C3ED"/>
          </a:solidFill>
          <a:ln w="12700">
            <a:solidFill>
              <a:srgbClr val="5EC3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51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51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03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1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903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4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6325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طَغُو</a:t>
            </a:r>
            <a:endParaRPr lang="ar-SA" sz="78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43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8E52"/>
          </a:solidFill>
          <a:ln w="12700">
            <a:solidFill>
              <a:srgbClr val="E08E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A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D3"/>
          </a:solidFill>
          <a:ln w="12700">
            <a:solidFill>
              <a:srgbClr val="70DBD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74785"/>
          </a:solidFill>
          <a:ln w="12700">
            <a:solidFill>
              <a:srgbClr val="57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51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51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03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1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903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4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6325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ظَغُو</a:t>
            </a:r>
            <a:endParaRPr lang="ar-SA" sz="7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C5F7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AD"/>
          </a:solidFill>
          <a:ln w="12700">
            <a:solidFill>
              <a:srgbClr val="64D8A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87"/>
          </a:solidFill>
          <a:ln w="12700">
            <a:solidFill>
              <a:srgbClr val="47D18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17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117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03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903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6325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عَغُو</a:t>
            </a:r>
            <a:endParaRPr lang="ar-SA" sz="78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D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924174" y="896112"/>
            <a:ext cx="180282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C5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924174" y="896112"/>
            <a:ext cx="180282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يَعُودُ</a:t>
            </a:r>
            <a:endParaRPr lang="ar-SA" sz="4700" dirty="0"/>
          </a:p>
        </p:txBody>
      </p:sp>
      <p:sp>
        <p:nvSpPr>
          <p:cNvPr id="13" name="C2 W2 pill"/>
          <p:cNvSpPr/>
          <p:nvPr/>
        </p:nvSpPr>
        <p:spPr>
          <a:xfrm>
            <a:off x="2417002" y="896112"/>
            <a:ext cx="218713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C5E236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417002" y="896112"/>
            <a:ext cx="218713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وَيَقُولُ</a:t>
            </a:r>
            <a:endParaRPr lang="ar-SA" sz="47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769251" y="2834640"/>
            <a:ext cx="360549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769251" y="2834640"/>
            <a:ext cx="360549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يَعُودُ وَيَقُولُ</a:t>
            </a:r>
            <a:endParaRPr lang="ar-SA" sz="4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433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3642B"/>
          </a:solidFill>
          <a:ln w="12700">
            <a:solidFill>
              <a:srgbClr val="53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27934"/>
          </a:solidFill>
          <a:ln w="12700">
            <a:solidFill>
              <a:srgbClr val="427934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711792" y="896112"/>
            <a:ext cx="247093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92E236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711792" y="896112"/>
            <a:ext cx="247093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يَغُوصُ</a:t>
            </a:r>
            <a:endParaRPr lang="ar-SA" sz="5300" dirty="0"/>
          </a:p>
        </p:txBody>
      </p:sp>
      <p:sp>
        <p:nvSpPr>
          <p:cNvPr id="14" name="C2 W2 pill"/>
          <p:cNvSpPr/>
          <p:nvPr/>
        </p:nvSpPr>
        <p:spPr>
          <a:xfrm>
            <a:off x="1961278" y="896112"/>
            <a:ext cx="243047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92E2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1961278" y="896112"/>
            <a:ext cx="243047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غَوَّاصٌ</a:t>
            </a:r>
            <a:endParaRPr lang="ar-SA" sz="53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6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283215" y="2834640"/>
            <a:ext cx="457757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283215" y="2834640"/>
            <a:ext cx="457757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يَغُوصُ غَوَّاصٌ</a:t>
            </a:r>
            <a:endParaRPr lang="ar-SA" sz="5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C5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5068544" y="896112"/>
            <a:ext cx="179007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60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068544" y="896112"/>
            <a:ext cx="179007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عُودٌ</a:t>
            </a:r>
            <a:endParaRPr lang="ar-SA" sz="5600" dirty="0"/>
          </a:p>
        </p:txBody>
      </p:sp>
      <p:sp>
        <p:nvSpPr>
          <p:cNvPr id="12" name="C2 W2 pill"/>
          <p:cNvSpPr/>
          <p:nvPr/>
        </p:nvSpPr>
        <p:spPr>
          <a:xfrm>
            <a:off x="2285377" y="896112"/>
            <a:ext cx="246312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60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285377" y="896112"/>
            <a:ext cx="246312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وَبَخُورٌ</a:t>
            </a:r>
            <a:endParaRPr lang="ar-SA" sz="5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9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581567" y="2834640"/>
            <a:ext cx="398086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581567" y="2834640"/>
            <a:ext cx="398086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عُودٌ وَبَخُورٌ</a:t>
            </a:r>
            <a:endParaRPr lang="ar-SA" sz="57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110</Slides>
  <Notes>110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110</vt:i4>
      </vt:variant>
    </vt:vector>
  </HeadingPairs>
  <TitlesOfParts>
    <vt:vector size="1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with waw 10-ain-ghain</dc:title>
  <dc:subject>PptxGenJS Presentation</dc:subject>
  <dc:creator>PptxGenJS</dc:creator>
  <cp:lastModifiedBy>PptxGenJS</cp:lastModifiedBy>
  <cp:revision>1</cp:revision>
  <dcterms:created xsi:type="dcterms:W3CDTF">2026-10-21T19:56:02Z</dcterms:created>
  <dcterms:modified xsi:type="dcterms:W3CDTF">2026-10-21T19:56:02Z</dcterms:modified>
</cp:coreProperties>
</file>