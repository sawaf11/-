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CD8"/>
          </a:solidFill>
          <a:ln w="12700">
            <a:solidFill>
              <a:srgbClr val="646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8D1"/>
          </a:solidFill>
          <a:ln w="12700">
            <a:solidFill>
              <a:srgbClr val="476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26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126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204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1380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279"/>
          </a:solidFill>
          <a:ln w="12700">
            <a:solidFill>
              <a:srgbClr val="347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56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0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05E"/>
          </a:solidFill>
          <a:ln w="12700">
            <a:solidFill>
              <a:srgbClr val="ED9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65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CE0"/>
          </a:solidFill>
          <a:ln w="12700">
            <a:solidFill>
              <a:srgbClr val="529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3"/>
          </a:solidFill>
          <a:ln w="12700">
            <a:solidFill>
              <a:srgbClr val="DB70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5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صُوجَ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9"/>
          </a:solidFill>
          <a:ln w="12700">
            <a:solidFill>
              <a:srgbClr val="D864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A"/>
          </a:solidFill>
          <a:ln w="12700">
            <a:solidFill>
              <a:srgbClr val="D147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5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صُوحَ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91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صُودَ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D"/>
          </a:solidFill>
          <a:ln w="12700">
            <a:solidFill>
              <a:srgbClr val="5EED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8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0"/>
          </a:solidFill>
          <a:ln w="12700">
            <a:solidFill>
              <a:srgbClr val="E052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DB70"/>
          </a:solidFill>
          <a:ln w="12700">
            <a:solidFill>
              <a:srgbClr val="8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1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D864"/>
          </a:solidFill>
          <a:ln w="12700">
            <a:solidFill>
              <a:srgbClr val="A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D147"/>
          </a:solidFill>
          <a:ln w="12700">
            <a:solidFill>
              <a:srgbClr val="A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23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صُوسَ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23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صُوشَ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أَصُوبَ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4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بَصُوتَ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4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تَصُوثَ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D52"/>
          </a:solidFill>
          <a:ln w="12700">
            <a:solidFill>
              <a:srgbClr val="E0D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46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ثَصُوجَ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3D8"/>
          </a:solidFill>
          <a:ln w="12700">
            <a:solidFill>
              <a:srgbClr val="64C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165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جَصُوحَ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66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حَصُوخَ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1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خَصُودَ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دَصُوذَ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7"/>
          </a:solidFill>
          <a:ln w="12700">
            <a:solidFill>
              <a:srgbClr val="ED5E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3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ذَصُورَ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3"/>
          </a:solidFill>
          <a:ln w="12700">
            <a:solidFill>
              <a:srgbClr val="DB70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13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رَصُوزَ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47D1"/>
          </a:solidFill>
          <a:ln w="12700">
            <a:solidFill>
              <a:srgbClr val="B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16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زَصُوسَ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سَصُوشَ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شَصُوأَ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ED5E"/>
          </a:solidFill>
          <a:ln w="12700">
            <a:solidFill>
              <a:srgbClr val="B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64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52E0"/>
          </a:solidFill>
          <a:ln w="12700">
            <a:solidFill>
              <a:srgbClr val="9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970"/>
          </a:solidFill>
          <a:ln w="12700">
            <a:solidFill>
              <a:srgbClr val="DBD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F47"/>
          </a:solidFill>
          <a:ln w="12700">
            <a:solidFill>
              <a:srgbClr val="D18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جَصُو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6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حَصُو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68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خَصُو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5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دَصُو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252"/>
          </a:solidFill>
          <a:ln w="12700">
            <a:solidFill>
              <a:srgbClr val="E07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8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1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56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سَصُو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شَصُو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09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909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443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50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E052"/>
          </a:solidFill>
          <a:ln w="12700">
            <a:solidFill>
              <a:srgbClr val="5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41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ضُوجَ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55E"/>
          </a:solidFill>
          <a:ln w="12700">
            <a:solidFill>
              <a:srgbClr val="EDB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41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ضُوحَ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8E0"/>
          </a:solidFill>
          <a:ln w="12700">
            <a:solidFill>
              <a:srgbClr val="527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41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ضُوخَ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B"/>
          </a:solidFill>
          <a:ln w="12700">
            <a:solidFill>
              <a:srgbClr val="D864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ضُودَ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ضُورَ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1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ضُوسَ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DB70"/>
          </a:solidFill>
          <a:ln w="12700">
            <a:solidFill>
              <a:srgbClr val="7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ضُوشَ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D864"/>
          </a:solidFill>
          <a:ln w="12700">
            <a:solidFill>
              <a:srgbClr val="8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D147"/>
          </a:solidFill>
          <a:ln w="12700">
            <a:solidFill>
              <a:srgbClr val="8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2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ضُوصَ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أَضُوبَ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5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بَضُوتَ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0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تَضُوثَ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5EED"/>
          </a:solidFill>
          <a:ln w="12700">
            <a:solidFill>
              <a:srgbClr val="6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6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ثَضُوجَ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E052"/>
          </a:solidFill>
          <a:ln w="12700">
            <a:solidFill>
              <a:srgbClr val="B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5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جَضُوحَ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BD1"/>
          </a:solidFill>
          <a:ln w="12700">
            <a:solidFill>
              <a:srgbClr val="47A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5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حَضُوخَ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47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خَضُودَ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46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دَضُوذَ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7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ذَضُورَ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47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رَضُوزَ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E"/>
          </a:solidFill>
          <a:ln w="12700">
            <a:solidFill>
              <a:srgbClr val="52E0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زَضُوسَ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4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سَضُوشَ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55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شَضُوصَ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صَضُوأَ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ED5E"/>
          </a:solidFill>
          <a:ln w="12700">
            <a:solidFill>
              <a:srgbClr val="9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بَضُو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تَضُو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جَضُو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حَضُو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خَضُو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دَضُو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752"/>
          </a:solidFill>
          <a:ln w="12700">
            <a:solidFill>
              <a:srgbClr val="E09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ذَضُو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0"/>
          </a:solidFill>
          <a:ln w="12700">
            <a:solidFill>
              <a:srgbClr val="47D1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رَضُو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زَضُو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سَضُو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شَضُو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D"/>
          </a:solidFill>
          <a:ln w="12700">
            <a:solidFill>
              <a:srgbClr val="ED5E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صَضُو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40673" y="896112"/>
            <a:ext cx="20768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C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40673" y="896112"/>
            <a:ext cx="20768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326448" y="896112"/>
            <a:ext cx="20941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C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26448" y="896112"/>
            <a:ext cx="20941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وَيَقُومُ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34599" y="2834640"/>
            <a:ext cx="38748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34599" y="2834640"/>
            <a:ext cx="38748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 وَيَقُومُ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47D1"/>
          </a:solidFill>
          <a:ln w="12700">
            <a:solidFill>
              <a:srgbClr val="6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3362" y="896112"/>
            <a:ext cx="2178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E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3362" y="896112"/>
            <a:ext cx="2178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وُضُوءٌ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202199" y="896112"/>
            <a:ext cx="22411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E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02199" y="896112"/>
            <a:ext cx="22411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وَصَلَاةٌ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41129" y="2834640"/>
            <a:ext cx="40617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41129" y="2834640"/>
            <a:ext cx="40617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وُضُوءٌ وَصَلَاةٌ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5895" y="896112"/>
            <a:ext cx="2050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0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5895" y="896112"/>
            <a:ext cx="2050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صُورَةٌ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357884" y="896112"/>
            <a:ext cx="205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0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57884" y="896112"/>
            <a:ext cx="205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جَمِيلَةٌ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78678" y="2834640"/>
            <a:ext cx="3786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78678" y="2834640"/>
            <a:ext cx="3786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صُورَةٌ جَمِيلَةٌ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08-sad-dad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