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notesMaster" Target="notesMasters/notesMaster1.xml"/><Relationship Id="rId89" Type="http://schemas.openxmlformats.org/officeDocument/2006/relationships/presProps" Target="presProps.xml"/><Relationship Id="rId90" Type="http://schemas.openxmlformats.org/officeDocument/2006/relationships/viewProps" Target="viewProps.xml"/><Relationship Id="rId91" Type="http://schemas.openxmlformats.org/officeDocument/2006/relationships/theme" Target="theme/theme1.xml"/><Relationship Id="rId9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5D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6CD8"/>
          </a:solidFill>
          <a:ln w="12700">
            <a:solidFill>
              <a:srgbClr val="646C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68D1"/>
          </a:solidFill>
          <a:ln w="12700">
            <a:solidFill>
              <a:srgbClr val="4768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1262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100" dirty="0"/>
          </a:p>
        </p:txBody>
      </p:sp>
      <p:sp>
        <p:nvSpPr>
          <p:cNvPr id="14" name="C2 V1 vowel"/>
          <p:cNvSpPr txBox="1"/>
          <p:nvPr/>
        </p:nvSpPr>
        <p:spPr>
          <a:xfrm>
            <a:off x="6720840" y="161262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6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M2 madd"/>
          <p:cNvSpPr txBox="1"/>
          <p:nvPr/>
        </p:nvSpPr>
        <p:spPr>
          <a:xfrm>
            <a:off x="4343400" y="142049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17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6 R result"/>
          <p:cNvSpPr txBox="1"/>
          <p:nvPr/>
        </p:nvSpPr>
        <p:spPr>
          <a:xfrm>
            <a:off x="685800" y="141380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صُو</a:t>
            </a:r>
            <a:endParaRPr lang="ar-SA" sz="106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C5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42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42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7114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2017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2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2017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2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صُوأَ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43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D"/>
          </a:solidFill>
          <a:ln w="12700">
            <a:solidFill>
              <a:srgbClr val="2B644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279"/>
          </a:solidFill>
          <a:ln w="12700">
            <a:solidFill>
              <a:srgbClr val="3472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42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42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4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7114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171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2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171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2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5567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صُوبَ</a:t>
            </a:r>
            <a:endParaRPr lang="ar-SA" sz="68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D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2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42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7114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85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85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6906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صُوتَ</a:t>
            </a:r>
            <a:endParaRPr lang="ar-SA" sz="68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E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905E"/>
          </a:solidFill>
          <a:ln w="12700">
            <a:solidFill>
              <a:srgbClr val="ED90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42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2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42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4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7114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379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2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379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2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1655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صُوثَ</a:t>
            </a:r>
            <a:endParaRPr lang="ar-SA" sz="68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43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9CE0"/>
          </a:solidFill>
          <a:ln w="12700">
            <a:solidFill>
              <a:srgbClr val="529C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8F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3"/>
          </a:solidFill>
          <a:ln w="12700">
            <a:solidFill>
              <a:srgbClr val="DB707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28547"/>
          </a:solidFill>
          <a:ln w="12700">
            <a:solidFill>
              <a:srgbClr val="72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42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42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4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7114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875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2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875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2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46582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صُوجَ</a:t>
            </a:r>
            <a:endParaRPr lang="ar-SA" sz="7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C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9"/>
          </a:solidFill>
          <a:ln w="12700">
            <a:solidFill>
              <a:srgbClr val="D8648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8A"/>
          </a:solidFill>
          <a:ln w="12700">
            <a:solidFill>
              <a:srgbClr val="D147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2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42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7114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875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875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6582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صُوحَ</a:t>
            </a:r>
            <a:endParaRPr lang="ar-SA" sz="79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D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42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42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7114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41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2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41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2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صُوخَ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F2B64"/>
          </a:solidFill>
          <a:ln w="12700">
            <a:solidFill>
              <a:srgbClr val="3F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F3479"/>
          </a:solidFill>
          <a:ln w="12700">
            <a:solidFill>
              <a:srgbClr val="6F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42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42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4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7114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997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2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997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2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2913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صُودَ</a:t>
            </a:r>
            <a:endParaRPr lang="ar-SA" sz="88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C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2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42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7114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536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536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61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صُوذَ</a:t>
            </a:r>
            <a:endParaRPr lang="ar-SA" sz="81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5F7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6D"/>
          </a:solidFill>
          <a:ln w="12700">
            <a:solidFill>
              <a:srgbClr val="5EED6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42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2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42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4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7114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101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2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101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2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3842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صُورَ</a:t>
            </a:r>
            <a:endParaRPr lang="ar-SA" sz="81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3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C0"/>
          </a:solidFill>
          <a:ln w="12700">
            <a:solidFill>
              <a:srgbClr val="E052C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8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DDB70"/>
          </a:solidFill>
          <a:ln w="12700">
            <a:solidFill>
              <a:srgbClr val="8D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185"/>
          </a:solidFill>
          <a:ln w="12700">
            <a:solidFill>
              <a:srgbClr val="4781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42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42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4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7114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640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2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640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2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8162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صُوزَ</a:t>
            </a:r>
            <a:endParaRPr lang="ar-SA" sz="81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6D864"/>
          </a:solidFill>
          <a:ln w="12700">
            <a:solidFill>
              <a:srgbClr val="A6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CD147"/>
          </a:solidFill>
          <a:ln w="12700">
            <a:solidFill>
              <a:srgbClr val="AC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2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42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7114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051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051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623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صُوسَ</a:t>
            </a:r>
            <a:endParaRPr lang="ar-SA" sz="63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5E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442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442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323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صُوشَ</a:t>
            </a:r>
            <a:endParaRPr lang="ar-SA" sz="63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43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12B"/>
          </a:solidFill>
          <a:ln w="12700">
            <a:solidFill>
              <a:srgbClr val="6431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E34"/>
          </a:solidFill>
          <a:ln w="12700">
            <a:solidFill>
              <a:srgbClr val="795E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624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7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624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7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088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7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088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7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902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861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7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861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7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057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أَصُوبَ</a:t>
            </a:r>
            <a:endParaRPr lang="ar-SA" sz="54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61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861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088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088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902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66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66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7745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بَصُوتَ</a:t>
            </a:r>
            <a:endParaRPr lang="ar-SA" sz="5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73ED"/>
          </a:solidFill>
          <a:ln w="12700">
            <a:solidFill>
              <a:srgbClr val="5E73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666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7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666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7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088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7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088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7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902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925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7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925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7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1490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تَصُوثَ</a:t>
            </a:r>
            <a:endParaRPr lang="ar-SA" sz="52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432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DD52"/>
          </a:solidFill>
          <a:ln w="12700">
            <a:solidFill>
              <a:srgbClr val="E0DD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2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8DB"/>
          </a:solidFill>
          <a:ln w="12700">
            <a:solidFill>
              <a:srgbClr val="70A8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94785"/>
          </a:solidFill>
          <a:ln w="12700">
            <a:solidFill>
              <a:srgbClr val="79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925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7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925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7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8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088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7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088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7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8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902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8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60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7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60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7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9468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ثَصُوجَ</a:t>
            </a:r>
            <a:endParaRPr lang="ar-SA" sz="6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5F7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3D8"/>
          </a:solidFill>
          <a:ln w="12700">
            <a:solidFill>
              <a:srgbClr val="64C3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CED1"/>
          </a:solidFill>
          <a:ln w="12700">
            <a:solidFill>
              <a:srgbClr val="47CE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0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60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088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088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902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0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0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6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1653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جَصُوحَ</a:t>
            </a:r>
            <a:endParaRPr lang="ar-SA" sz="53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C5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60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60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7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088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7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088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7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902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07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7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07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7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6668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حَصُوخَ</a:t>
            </a:r>
            <a:endParaRPr lang="ar-SA" sz="53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3642B"/>
          </a:solidFill>
          <a:ln w="12700">
            <a:solidFill>
              <a:srgbClr val="33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C"/>
          </a:solidFill>
          <a:ln w="12700">
            <a:solidFill>
              <a:srgbClr val="34794C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07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7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07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7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088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7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088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7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902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589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7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589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7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9169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خَصُودَ</a:t>
            </a:r>
            <a:endParaRPr lang="ar-SA" sz="58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5D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89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589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9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088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088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9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902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9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063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063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988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دَصُوذَ</a:t>
            </a:r>
            <a:endParaRPr lang="ar-SA" sz="62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C5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97"/>
          </a:solidFill>
          <a:ln w="12700">
            <a:solidFill>
              <a:srgbClr val="ED5E9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063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7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063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7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088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7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088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7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902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799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7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799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7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3036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ذَصُورَ</a:t>
            </a:r>
            <a:endParaRPr lang="ar-SA" sz="58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43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BA"/>
          </a:solidFill>
          <a:ln w="12700">
            <a:solidFill>
              <a:srgbClr val="52E0B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B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3"/>
          </a:solidFill>
          <a:ln w="12700">
            <a:solidFill>
              <a:srgbClr val="DB70C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A47"/>
          </a:solidFill>
          <a:ln w="12700">
            <a:solidFill>
              <a:srgbClr val="856A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799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7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799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7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088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7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088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7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902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274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7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274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7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9132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رَصُوزَ</a:t>
            </a:r>
            <a:endParaRPr lang="ar-SA" sz="58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D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164D8"/>
          </a:solidFill>
          <a:ln w="12700">
            <a:solidFill>
              <a:srgbClr val="D1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147D1"/>
          </a:solidFill>
          <a:ln w="12700">
            <a:solidFill>
              <a:srgbClr val="B1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274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274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088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088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902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755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755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0164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زَصُوسَ</a:t>
            </a:r>
            <a:endParaRPr lang="ar-SA" sz="45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E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4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101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101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4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980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4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2829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سَصُوشَ</a:t>
            </a:r>
            <a:endParaRPr lang="ar-SA" sz="4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43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164"/>
          </a:solidFill>
          <a:ln w="12700">
            <a:solidFill>
              <a:srgbClr val="2B41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B3479"/>
          </a:solidFill>
          <a:ln w="12700">
            <a:solidFill>
              <a:srgbClr val="3B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3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101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101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3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980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3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595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595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9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0701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شَصُوأَ</a:t>
            </a:r>
            <a:endParaRPr lang="ar-SA" sz="55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7C5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17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17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2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42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4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7114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أَصُو</a:t>
            </a:r>
            <a:endParaRPr lang="ar-SA" sz="7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D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BED5E"/>
          </a:solidFill>
          <a:ln w="12700">
            <a:solidFill>
              <a:srgbClr val="BB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171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2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171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42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2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42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42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7114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264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بَصُو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41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652E0"/>
          </a:solidFill>
          <a:ln w="12700">
            <a:solidFill>
              <a:srgbClr val="96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0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970"/>
          </a:solidFill>
          <a:ln w="12700">
            <a:solidFill>
              <a:srgbClr val="DBD9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B"/>
          </a:solidFill>
          <a:ln w="12700">
            <a:solidFill>
              <a:srgbClr val="47855B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085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085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42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2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42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4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7114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075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تَصُو</a:t>
            </a:r>
            <a:endParaRPr lang="ar-SA" sz="84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7D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464"/>
          </a:solidFill>
          <a:ln w="12700">
            <a:solidFill>
              <a:srgbClr val="D8B4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F47"/>
          </a:solidFill>
          <a:ln w="12700">
            <a:solidFill>
              <a:srgbClr val="D18F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79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379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2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42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4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7114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47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ثَصُو</a:t>
            </a:r>
            <a:endParaRPr lang="ar-SA" sz="78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C5F7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875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875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42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42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7114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4638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جَصُو</a:t>
            </a:r>
            <a:endParaRPr lang="ar-SA" sz="75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3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0"/>
          </a:solidFill>
          <a:ln w="12700">
            <a:solidFill>
              <a:srgbClr val="642B5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E"/>
          </a:solidFill>
          <a:ln w="12700">
            <a:solidFill>
              <a:srgbClr val="79343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875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875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42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2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42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4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7114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4638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حَصُو</a:t>
            </a:r>
            <a:endParaRPr lang="ar-SA" sz="7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E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1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41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2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42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4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7114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8686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خَصُو</a:t>
            </a:r>
            <a:endParaRPr lang="ar-SA" sz="75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C5E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DEED"/>
          </a:solidFill>
          <a:ln w="12700">
            <a:solidFill>
              <a:srgbClr val="5ED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97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2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997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42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2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42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42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7114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3576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دَصُو</a:t>
            </a:r>
            <a:endParaRPr lang="ar-SA" sz="83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43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7252"/>
          </a:solidFill>
          <a:ln w="12700">
            <a:solidFill>
              <a:srgbClr val="E072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7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E"/>
          </a:solidFill>
          <a:ln w="12700">
            <a:solidFill>
              <a:srgbClr val="70DBB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B4785"/>
          </a:solidFill>
          <a:ln w="12700">
            <a:solidFill>
              <a:srgbClr val="4B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536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536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42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2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42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4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7114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361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ذَصُو</a:t>
            </a:r>
            <a:endParaRPr lang="ar-SA" sz="8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C5F7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7"/>
          </a:solidFill>
          <a:ln w="12700">
            <a:solidFill>
              <a:srgbClr val="64D89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D"/>
          </a:solidFill>
          <a:ln w="12700">
            <a:solidFill>
              <a:srgbClr val="47D16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01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01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2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42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4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7114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3842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رَصُو</a:t>
            </a:r>
            <a:endParaRPr lang="ar-SA" sz="81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D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640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640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42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42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7114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8162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زَصُو</a:t>
            </a:r>
            <a:endParaRPr lang="ar-SA" sz="8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433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E642B"/>
          </a:solidFill>
          <a:ln w="12700">
            <a:solidFill>
              <a:srgbClr val="5E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F7934"/>
          </a:solidFill>
          <a:ln w="12700">
            <a:solidFill>
              <a:srgbClr val="4F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051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051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42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2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42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4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7114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5567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سَصُو</a:t>
            </a:r>
            <a:endParaRPr lang="ar-SA" sz="68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C5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42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442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123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شَصُو</a:t>
            </a:r>
            <a:endParaRPr lang="ar-SA" sz="68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7C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85EED"/>
          </a:solidFill>
          <a:ln w="12700">
            <a:solidFill>
              <a:srgbClr val="D8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092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2" name="C2 V1 vowel"/>
          <p:cNvSpPr txBox="1"/>
          <p:nvPr/>
        </p:nvSpPr>
        <p:spPr>
          <a:xfrm>
            <a:off x="6720840" y="169092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M2 madd"/>
          <p:cNvSpPr txBox="1"/>
          <p:nvPr/>
        </p:nvSpPr>
        <p:spPr>
          <a:xfrm>
            <a:off x="4343400" y="144373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400" dirty="0"/>
          </a:p>
        </p:txBody>
      </p:sp>
      <p:sp>
        <p:nvSpPr>
          <p:cNvPr id="25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6 R result"/>
          <p:cNvSpPr txBox="1"/>
          <p:nvPr/>
        </p:nvSpPr>
        <p:spPr>
          <a:xfrm>
            <a:off x="685800" y="1550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ضُو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2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4E052"/>
          </a:solidFill>
          <a:ln w="12700">
            <a:solidFill>
              <a:srgbClr val="54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470DB"/>
          </a:solidFill>
          <a:ln w="12700">
            <a:solidFill>
              <a:srgbClr val="A4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3"/>
          </a:solidFill>
          <a:ln w="12700">
            <a:solidFill>
              <a:srgbClr val="85475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20086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9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20086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9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ضُوأَ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5D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A64D8"/>
          </a:solidFill>
          <a:ln w="12700">
            <a:solidFill>
              <a:srgbClr val="7A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A47D1"/>
          </a:solidFill>
          <a:ln w="12700">
            <a:solidFill>
              <a:srgbClr val="4A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22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9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22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9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428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ضُوبَ</a:t>
            </a:r>
            <a:endParaRPr lang="ar-SA" sz="68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7C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07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07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9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428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ضُوتَ</a:t>
            </a:r>
            <a:endParaRPr lang="ar-SA" sz="68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1443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C"/>
          </a:solidFill>
          <a:ln w="12700">
            <a:solidFill>
              <a:srgbClr val="2B645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179"/>
          </a:solidFill>
          <a:ln w="12700">
            <a:solidFill>
              <a:srgbClr val="3461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3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3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9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428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ضُوثَ</a:t>
            </a:r>
            <a:endParaRPr lang="ar-SA" sz="68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E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53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53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9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7414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ضُوجَ</a:t>
            </a:r>
            <a:endParaRPr lang="ar-SA" sz="7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7F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B55E"/>
          </a:solidFill>
          <a:ln w="12700">
            <a:solidFill>
              <a:srgbClr val="EDB5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953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953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7414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ضُوحَ</a:t>
            </a:r>
            <a:endParaRPr lang="ar-SA" sz="72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143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78E0"/>
          </a:solidFill>
          <a:ln w="12700">
            <a:solidFill>
              <a:srgbClr val="5278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4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970"/>
          </a:solidFill>
          <a:ln w="12700">
            <a:solidFill>
              <a:srgbClr val="DB89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28547"/>
          </a:solidFill>
          <a:ln w="12700">
            <a:solidFill>
              <a:srgbClr val="62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45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45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7414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ضُوخَ</a:t>
            </a:r>
            <a:endParaRPr lang="ar-SA" sz="7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7C5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6B"/>
          </a:solidFill>
          <a:ln w="12700">
            <a:solidFill>
              <a:srgbClr val="D8646B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7"/>
          </a:solidFill>
          <a:ln w="12700">
            <a:solidFill>
              <a:srgbClr val="D1476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996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996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423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ضُودَ</a:t>
            </a:r>
            <a:endParaRPr lang="ar-SA" sz="8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C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496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496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9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423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ضُوذَ</a:t>
            </a:r>
            <a:endParaRPr lang="ar-SA" sz="8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1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D2B64"/>
          </a:solidFill>
          <a:ln w="12700">
            <a:solidFill>
              <a:srgbClr val="4D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2"/>
          </a:solidFill>
          <a:ln w="12700">
            <a:solidFill>
              <a:srgbClr val="79347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163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163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9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423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ضُورَ</a:t>
            </a:r>
            <a:endParaRPr lang="ar-SA" sz="8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7D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664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664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9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423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ضُوزَ</a:t>
            </a:r>
            <a:endParaRPr lang="ar-SA" sz="8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C5F7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91"/>
          </a:solidFill>
          <a:ln w="12700">
            <a:solidFill>
              <a:srgbClr val="5EED9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116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9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116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9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431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ضُوسَ</a:t>
            </a:r>
            <a:endParaRPr lang="ar-SA" sz="63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4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9C"/>
          </a:solidFill>
          <a:ln w="12700">
            <a:solidFill>
              <a:srgbClr val="E0529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8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2DB70"/>
          </a:solidFill>
          <a:ln w="12700">
            <a:solidFill>
              <a:srgbClr val="72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185"/>
          </a:solidFill>
          <a:ln w="12700">
            <a:solidFill>
              <a:srgbClr val="4771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88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88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9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431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ضُوشَ</a:t>
            </a:r>
            <a:endParaRPr lang="ar-SA" sz="63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E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8D864"/>
          </a:solidFill>
          <a:ln w="12700">
            <a:solidFill>
              <a:srgbClr val="88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9D147"/>
          </a:solidFill>
          <a:ln w="12700">
            <a:solidFill>
              <a:srgbClr val="89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4325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ضُوصَ</a:t>
            </a:r>
            <a:endParaRPr lang="ar-SA" sz="6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C5D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538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538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8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563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563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8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8057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8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919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919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057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أَضُوبَ</a:t>
            </a:r>
            <a:endParaRPr lang="ar-SA" sz="5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43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F2B"/>
          </a:solidFill>
          <a:ln w="12700">
            <a:solidFill>
              <a:srgbClr val="643F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F34"/>
          </a:solidFill>
          <a:ln w="12700">
            <a:solidFill>
              <a:srgbClr val="796F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919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919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B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563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4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563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B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8057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B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65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4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65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4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3500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بَضُوتَ</a:t>
            </a:r>
            <a:endParaRPr lang="ar-SA" sz="53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C5F7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5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5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63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563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8057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89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89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3504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تَضُوثَ</a:t>
            </a:r>
            <a:endParaRPr lang="ar-SA" sz="5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D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E5EED"/>
          </a:solidFill>
          <a:ln w="12700">
            <a:solidFill>
              <a:srgbClr val="6E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89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89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563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4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563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8057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4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9468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ثَضُوجَ</a:t>
            </a:r>
            <a:endParaRPr lang="ar-SA" sz="6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433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FE052"/>
          </a:solidFill>
          <a:ln w="12700">
            <a:solidFill>
              <a:srgbClr val="BF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7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DDB"/>
          </a:solidFill>
          <a:ln w="12700">
            <a:solidFill>
              <a:srgbClr val="708D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81"/>
          </a:solidFill>
          <a:ln w="12700">
            <a:solidFill>
              <a:srgbClr val="85478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5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563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4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563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5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8057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5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4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8452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جَضُوحَ</a:t>
            </a:r>
            <a:endParaRPr lang="ar-SA" sz="53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C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5D8"/>
          </a:solidFill>
          <a:ln w="12700">
            <a:solidFill>
              <a:srgbClr val="64A5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ABD1"/>
          </a:solidFill>
          <a:ln w="12700">
            <a:solidFill>
              <a:srgbClr val="47AB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63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563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8057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11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11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8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8452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حَضُوخَ</a:t>
            </a:r>
            <a:endParaRPr lang="ar-SA" sz="53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7C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11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11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563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563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8057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587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587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3478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خَضُودَ</a:t>
            </a:r>
            <a:endParaRPr lang="ar-SA" sz="58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2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1"/>
          </a:solidFill>
          <a:ln w="12700">
            <a:solidFill>
              <a:srgbClr val="2B643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E"/>
          </a:solidFill>
          <a:ln w="12700">
            <a:solidFill>
              <a:srgbClr val="34795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587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587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563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4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563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8057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023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4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023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4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3460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دَضُوذَ</a:t>
            </a:r>
            <a:endParaRPr lang="ar-SA" sz="62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C5C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023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023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C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63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563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C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8057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C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86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86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3478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ذَضُورَ</a:t>
            </a:r>
            <a:endParaRPr lang="ar-SA" sz="58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7C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3"/>
          </a:solidFill>
          <a:ln w="12700">
            <a:solidFill>
              <a:srgbClr val="ED5E7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86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4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86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B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563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4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563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B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8057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B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298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4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298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4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4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3478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رَضُوزَ</a:t>
            </a:r>
            <a:endParaRPr lang="ar-SA" sz="58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144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E"/>
          </a:solidFill>
          <a:ln w="12700">
            <a:solidFill>
              <a:srgbClr val="52E0DE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1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7"/>
          </a:solidFill>
          <a:ln w="12700">
            <a:solidFill>
              <a:srgbClr val="DB70A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947"/>
          </a:solidFill>
          <a:ln w="12700">
            <a:solidFill>
              <a:srgbClr val="8579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298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4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298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563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4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563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8057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821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4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821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4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4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353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زَضُوسَ</a:t>
            </a:r>
            <a:endParaRPr lang="ar-SA" sz="4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E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2"/>
          </a:solidFill>
          <a:ln w="12700">
            <a:solidFill>
              <a:srgbClr val="D864C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CE"/>
          </a:solidFill>
          <a:ln w="12700">
            <a:solidFill>
              <a:srgbClr val="D147C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21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821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63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563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8057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4947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4947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3549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سَضُوشَ</a:t>
            </a:r>
            <a:endParaRPr lang="ar-SA" sz="4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4947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4947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563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563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8057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911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911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3558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شَضُوصَ</a:t>
            </a:r>
            <a:endParaRPr lang="ar-SA" sz="4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143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364"/>
          </a:solidFill>
          <a:ln w="12700">
            <a:solidFill>
              <a:srgbClr val="2B33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D3479"/>
          </a:solidFill>
          <a:ln w="12700">
            <a:solidFill>
              <a:srgbClr val="4D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911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4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911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6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563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4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563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6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8057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6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538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538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4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057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صَضُوأَ</a:t>
            </a:r>
            <a:endParaRPr lang="ar-SA" sz="54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7C5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086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086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أَضُو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C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6ED5E"/>
          </a:solidFill>
          <a:ln w="12700">
            <a:solidFill>
              <a:srgbClr val="96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22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9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22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423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بَضُو</a:t>
            </a:r>
            <a:endParaRPr lang="ar-SA" sz="8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1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A52E0"/>
          </a:solidFill>
          <a:ln w="12700">
            <a:solidFill>
              <a:srgbClr val="BA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2DB70"/>
          </a:solidFill>
          <a:ln w="12700">
            <a:solidFill>
              <a:srgbClr val="C2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A"/>
          </a:solidFill>
          <a:ln w="12700">
            <a:solidFill>
              <a:srgbClr val="47856A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07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07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423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تَضُو</a:t>
            </a:r>
            <a:endParaRPr lang="ar-SA" sz="8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7D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D264"/>
          </a:solidFill>
          <a:ln w="12700">
            <a:solidFill>
              <a:srgbClr val="D8D2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B247"/>
          </a:solidFill>
          <a:ln w="12700">
            <a:solidFill>
              <a:srgbClr val="D1B2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3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47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ثَضُو</a:t>
            </a:r>
            <a:endParaRPr lang="ar-SA" sz="78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C5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53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53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4258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جَضُو</a:t>
            </a:r>
            <a:endParaRPr lang="ar-SA" sz="75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4314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1"/>
          </a:solidFill>
          <a:ln w="12700">
            <a:solidFill>
              <a:srgbClr val="642B4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C34"/>
          </a:solidFill>
          <a:ln w="12700">
            <a:solidFill>
              <a:srgbClr val="793C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53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953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4258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حَضُو</a:t>
            </a:r>
            <a:endParaRPr lang="ar-SA" sz="75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E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5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45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4258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خَضُو</a:t>
            </a:r>
            <a:endParaRPr lang="ar-SA" sz="7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C5D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AED"/>
          </a:solidFill>
          <a:ln w="12700">
            <a:solidFill>
              <a:srgbClr val="5EBA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96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996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423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دَضُو</a:t>
            </a:r>
            <a:endParaRPr lang="ar-SA" sz="8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431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752"/>
          </a:solidFill>
          <a:ln w="12700">
            <a:solidFill>
              <a:srgbClr val="E097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F1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A"/>
          </a:solidFill>
          <a:ln w="12700">
            <a:solidFill>
              <a:srgbClr val="70DBD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B4785"/>
          </a:solidFill>
          <a:ln w="12700">
            <a:solidFill>
              <a:srgbClr val="5B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496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496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423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ذَضُو</a:t>
            </a:r>
            <a:endParaRPr lang="ar-SA" sz="8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C5F7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5"/>
          </a:solidFill>
          <a:ln w="12700">
            <a:solidFill>
              <a:srgbClr val="64D8B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90"/>
          </a:solidFill>
          <a:ln w="12700">
            <a:solidFill>
              <a:srgbClr val="47D19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63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63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423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رَضُو</a:t>
            </a:r>
            <a:endParaRPr lang="ar-SA" sz="8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E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664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664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423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زَضُو</a:t>
            </a:r>
            <a:endParaRPr lang="ar-SA" sz="8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433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F642B"/>
          </a:solidFill>
          <a:ln w="12700">
            <a:solidFill>
              <a:srgbClr val="4F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E7934"/>
          </a:solidFill>
          <a:ln w="12700">
            <a:solidFill>
              <a:srgbClr val="3E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116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116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428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سَضُو</a:t>
            </a:r>
            <a:endParaRPr lang="ar-SA" sz="68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C5E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428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شَضُو</a:t>
            </a:r>
            <a:endParaRPr lang="ar-SA" sz="68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7C5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DD"/>
          </a:solidFill>
          <a:ln w="12700">
            <a:solidFill>
              <a:srgbClr val="ED5ED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96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428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صَضُو</a:t>
            </a:r>
            <a:endParaRPr lang="ar-SA" sz="68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2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3"/>
          </a:solidFill>
          <a:ln w="12700">
            <a:solidFill>
              <a:srgbClr val="52E07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F70DB"/>
          </a:solidFill>
          <a:ln w="12700">
            <a:solidFill>
              <a:srgbClr val="BF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C47"/>
          </a:solidFill>
          <a:ln w="12700">
            <a:solidFill>
              <a:srgbClr val="854C47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740673" y="896112"/>
            <a:ext cx="207687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7C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740673" y="896112"/>
            <a:ext cx="207687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يَصُومُ</a:t>
            </a:r>
            <a:endParaRPr lang="ar-SA" sz="4600" dirty="0"/>
          </a:p>
        </p:txBody>
      </p:sp>
      <p:sp>
        <p:nvSpPr>
          <p:cNvPr id="17" name="C2 W2 pill"/>
          <p:cNvSpPr/>
          <p:nvPr/>
        </p:nvSpPr>
        <p:spPr>
          <a:xfrm>
            <a:off x="2326448" y="896112"/>
            <a:ext cx="209418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7C36E2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326448" y="896112"/>
            <a:ext cx="209418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وَيَقُومُ</a:t>
            </a:r>
            <a:endParaRPr lang="ar-SA" sz="46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634599" y="2834640"/>
            <a:ext cx="387480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634599" y="2834640"/>
            <a:ext cx="387480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يَصُومُ وَيَقُومُ</a:t>
            </a:r>
            <a:endParaRPr lang="ar-SA" sz="47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C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864D8"/>
          </a:solidFill>
          <a:ln w="12700">
            <a:solidFill>
              <a:srgbClr val="98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E47D1"/>
          </a:solidFill>
          <a:ln w="12700">
            <a:solidFill>
              <a:srgbClr val="6E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763362" y="896112"/>
            <a:ext cx="217843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AE36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763362" y="896112"/>
            <a:ext cx="217843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وُضُوءٌ</a:t>
            </a:r>
            <a:endParaRPr lang="ar-SA" sz="5000" dirty="0"/>
          </a:p>
        </p:txBody>
      </p:sp>
      <p:sp>
        <p:nvSpPr>
          <p:cNvPr id="12" name="C2 W2 pill"/>
          <p:cNvSpPr/>
          <p:nvPr/>
        </p:nvSpPr>
        <p:spPr>
          <a:xfrm>
            <a:off x="2202199" y="896112"/>
            <a:ext cx="224112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AE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202199" y="896112"/>
            <a:ext cx="224112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وَصَلَاةٌ</a:t>
            </a:r>
            <a:endParaRPr lang="ar-SA" sz="50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5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541129" y="2834640"/>
            <a:ext cx="406174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541129" y="2834640"/>
            <a:ext cx="406174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وُضُوءٌ وَصَلَاةٌ</a:t>
            </a:r>
            <a:endParaRPr lang="ar-SA" sz="5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7D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735895" y="896112"/>
            <a:ext cx="205022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E036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735895" y="896112"/>
            <a:ext cx="205022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صُورَةٌ</a:t>
            </a:r>
            <a:endParaRPr lang="ar-SA" sz="4500" dirty="0"/>
          </a:p>
        </p:txBody>
      </p:sp>
      <p:sp>
        <p:nvSpPr>
          <p:cNvPr id="13" name="C2 W2 pill"/>
          <p:cNvSpPr/>
          <p:nvPr/>
        </p:nvSpPr>
        <p:spPr>
          <a:xfrm>
            <a:off x="2357884" y="896112"/>
            <a:ext cx="205797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E0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357884" y="896112"/>
            <a:ext cx="205797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جَمِيلَةٌ</a:t>
            </a:r>
            <a:endParaRPr lang="ar-SA" sz="45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3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678678" y="2834640"/>
            <a:ext cx="378664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678678" y="2834640"/>
            <a:ext cx="378664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صُورَةٌ جَمِيلَةٌ</a:t>
            </a:r>
            <a:endParaRPr lang="ar-SA" sz="4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86</Slides>
  <Notes>86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86</vt:i4>
      </vt:variant>
    </vt:vector>
  </HeadingPairs>
  <TitlesOfParts>
    <vt:vector size="8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with waw 08-sad-dad</dc:title>
  <dc:subject>PptxGenJS Presentation</dc:subject>
  <dc:creator>PptxGenJS</dc:creator>
  <cp:lastModifiedBy>PptxGenJS</cp:lastModifiedBy>
  <cp:revision>1</cp:revision>
  <dcterms:created xsi:type="dcterms:W3CDTF">2026-10-21T19:56:02Z</dcterms:created>
  <dcterms:modified xsi:type="dcterms:W3CDTF">2026-10-21T19:56:02Z</dcterms:modified>
</cp:coreProperties>
</file>