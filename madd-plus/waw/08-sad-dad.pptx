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CD8"/>
          </a:solidFill>
          <a:ln w="12700">
            <a:solidFill>
              <a:srgbClr val="646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8D1"/>
          </a:solidFill>
          <a:ln w="12700">
            <a:solidFill>
              <a:srgbClr val="476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26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1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126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4204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41380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</a:t>
            </a:r>
            <a:endParaRPr lang="ar-SA" sz="10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279"/>
          </a:solidFill>
          <a:ln w="12700">
            <a:solidFill>
              <a:srgbClr val="347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56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صُوبَ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0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صُوتَ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05E"/>
          </a:solidFill>
          <a:ln w="12700">
            <a:solidFill>
              <a:srgbClr val="ED9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65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صُوثَ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CE0"/>
          </a:solidFill>
          <a:ln w="12700">
            <a:solidFill>
              <a:srgbClr val="529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3"/>
          </a:solidFill>
          <a:ln w="12700">
            <a:solidFill>
              <a:srgbClr val="DB70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8547"/>
          </a:solidFill>
          <a:ln w="12700">
            <a:solidFill>
              <a:srgbClr val="7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58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صُوجَ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9"/>
          </a:solidFill>
          <a:ln w="12700">
            <a:solidFill>
              <a:srgbClr val="D864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A"/>
          </a:solidFill>
          <a:ln w="12700">
            <a:solidFill>
              <a:srgbClr val="D147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58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صُوحَ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3479"/>
          </a:solidFill>
          <a:ln w="12700">
            <a:solidFill>
              <a:srgbClr val="6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291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صُودَ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D"/>
          </a:solidFill>
          <a:ln w="12700">
            <a:solidFill>
              <a:srgbClr val="5EED6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8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صُورَ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0"/>
          </a:solidFill>
          <a:ln w="12700">
            <a:solidFill>
              <a:srgbClr val="E052C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DB70"/>
          </a:solidFill>
          <a:ln w="12700">
            <a:solidFill>
              <a:srgbClr val="8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185"/>
          </a:solidFill>
          <a:ln w="12700">
            <a:solidFill>
              <a:srgbClr val="478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1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صُوزَ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6D864"/>
          </a:solidFill>
          <a:ln w="12700">
            <a:solidFill>
              <a:srgbClr val="A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CD147"/>
          </a:solidFill>
          <a:ln w="12700">
            <a:solidFill>
              <a:srgbClr val="A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23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صُوسَ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23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صُوشَ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12B"/>
          </a:solidFill>
          <a:ln w="12700">
            <a:solidFill>
              <a:srgbClr val="643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E34"/>
          </a:solidFill>
          <a:ln w="12700">
            <a:solidFill>
              <a:srgbClr val="795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057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أَصُوبَ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74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بَصُوتَ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3ED"/>
          </a:solidFill>
          <a:ln w="12700">
            <a:solidFill>
              <a:srgbClr val="5E7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149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تَصُوثَ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D52"/>
          </a:solidFill>
          <a:ln w="12700">
            <a:solidFill>
              <a:srgbClr val="E0D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8DB"/>
          </a:solidFill>
          <a:ln w="12700">
            <a:solidFill>
              <a:srgbClr val="70A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46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ثَصُوجَ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3D8"/>
          </a:solidFill>
          <a:ln w="12700">
            <a:solidFill>
              <a:srgbClr val="64C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ED1"/>
          </a:solidFill>
          <a:ln w="12700">
            <a:solidFill>
              <a:srgbClr val="47C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165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جَصُوحَ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666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حَصُوخَ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642B"/>
          </a:solidFill>
          <a:ln w="12700">
            <a:solidFill>
              <a:srgbClr val="3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C"/>
          </a:solidFill>
          <a:ln w="12700">
            <a:solidFill>
              <a:srgbClr val="3479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16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خَصُودَ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8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دَصُوذَ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7"/>
          </a:solidFill>
          <a:ln w="12700">
            <a:solidFill>
              <a:srgbClr val="ED5E9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03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ذَصُورَ</a:t>
            </a:r>
            <a:endParaRPr lang="ar-SA" sz="5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A"/>
          </a:solidFill>
          <a:ln w="12700">
            <a:solidFill>
              <a:srgbClr val="52E0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3"/>
          </a:solidFill>
          <a:ln w="12700">
            <a:solidFill>
              <a:srgbClr val="DB70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A47"/>
          </a:solidFill>
          <a:ln w="12700">
            <a:solidFill>
              <a:srgbClr val="856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13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رَصُوزَ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64D8"/>
          </a:solidFill>
          <a:ln w="12700">
            <a:solidFill>
              <a:srgbClr val="D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47D1"/>
          </a:solidFill>
          <a:ln w="12700">
            <a:solidFill>
              <a:srgbClr val="B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88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16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زَصُوسَ</a:t>
            </a:r>
            <a:endParaRPr lang="ar-SA" sz="4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0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0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2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سَصُوشَ</a:t>
            </a:r>
            <a:endParaRPr lang="ar-SA" sz="4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3479"/>
          </a:solidFill>
          <a:ln w="12700">
            <a:solidFill>
              <a:srgbClr val="3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0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0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07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شَصُوأَ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أَصُو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BED5E"/>
          </a:solidFill>
          <a:ln w="12700">
            <a:solidFill>
              <a:srgbClr val="B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264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بَصُو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52E0"/>
          </a:solidFill>
          <a:ln w="12700">
            <a:solidFill>
              <a:srgbClr val="9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970"/>
          </a:solidFill>
          <a:ln w="12700">
            <a:solidFill>
              <a:srgbClr val="DBD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B"/>
          </a:solidFill>
          <a:ln w="12700">
            <a:solidFill>
              <a:srgbClr val="4785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تَصُو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464"/>
          </a:solidFill>
          <a:ln w="12700">
            <a:solidFill>
              <a:srgbClr val="D8B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F47"/>
          </a:solidFill>
          <a:ln w="12700">
            <a:solidFill>
              <a:srgbClr val="D18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6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جَصُو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0"/>
          </a:solidFill>
          <a:ln w="12700">
            <a:solidFill>
              <a:srgbClr val="642B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E"/>
          </a:solidFill>
          <a:ln w="12700">
            <a:solidFill>
              <a:srgbClr val="7934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6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حَصُو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68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خَصُو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EED"/>
          </a:solidFill>
          <a:ln w="12700">
            <a:solidFill>
              <a:srgbClr val="5ED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5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دَصُو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252"/>
          </a:solidFill>
          <a:ln w="12700">
            <a:solidFill>
              <a:srgbClr val="E07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E"/>
          </a:solidFill>
          <a:ln w="12700">
            <a:solidFill>
              <a:srgbClr val="70DB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4785"/>
          </a:solidFill>
          <a:ln w="12700">
            <a:solidFill>
              <a:srgbClr val="4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ذَصُو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7"/>
          </a:solidFill>
          <a:ln w="12700">
            <a:solidFill>
              <a:srgbClr val="64D8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D"/>
          </a:solidFill>
          <a:ln w="12700">
            <a:solidFill>
              <a:srgbClr val="47D1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8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رَصُو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1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زَصُو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7934"/>
          </a:solidFill>
          <a:ln w="12700">
            <a:solidFill>
              <a:srgbClr val="4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2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14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56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سَصُو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12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شَصُو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09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6909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4437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4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550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E052"/>
          </a:solidFill>
          <a:ln w="12700">
            <a:solidFill>
              <a:srgbClr val="5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70DB"/>
          </a:solidFill>
          <a:ln w="12700">
            <a:solidFill>
              <a:srgbClr val="A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64D8"/>
          </a:solidFill>
          <a:ln w="12700">
            <a:solidFill>
              <a:srgbClr val="7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28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ضُوبَ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28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ضُوتَ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C"/>
          </a:solidFill>
          <a:ln w="12700">
            <a:solidFill>
              <a:srgbClr val="2B645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28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ضُوثَ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41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ضُوجَ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55E"/>
          </a:solidFill>
          <a:ln w="12700">
            <a:solidFill>
              <a:srgbClr val="EDB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41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ضُوحَ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8E0"/>
          </a:solidFill>
          <a:ln w="12700">
            <a:solidFill>
              <a:srgbClr val="527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970"/>
          </a:solidFill>
          <a:ln w="12700">
            <a:solidFill>
              <a:srgbClr val="DB8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41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ضُوخَ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B"/>
          </a:solidFill>
          <a:ln w="12700">
            <a:solidFill>
              <a:srgbClr val="D8646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7"/>
          </a:solidFill>
          <a:ln w="12700">
            <a:solidFill>
              <a:srgbClr val="D147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ضُودَ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ضُوذَ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ضُورَ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ضُوزَ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1"/>
          </a:solidFill>
          <a:ln w="12700">
            <a:solidFill>
              <a:srgbClr val="5EED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31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ضُوسَ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C"/>
          </a:solidFill>
          <a:ln w="12700">
            <a:solidFill>
              <a:srgbClr val="E052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DB70"/>
          </a:solidFill>
          <a:ln w="12700">
            <a:solidFill>
              <a:srgbClr val="7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185"/>
          </a:solidFill>
          <a:ln w="12700">
            <a:solidFill>
              <a:srgbClr val="477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31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ضُوشَ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8D864"/>
          </a:solidFill>
          <a:ln w="12700">
            <a:solidFill>
              <a:srgbClr val="8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9D147"/>
          </a:solidFill>
          <a:ln w="12700">
            <a:solidFill>
              <a:srgbClr val="8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32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ضُوصَ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057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أَضُوبَ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50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بَضُوتَ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50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تَضُوثَ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E5EED"/>
          </a:solidFill>
          <a:ln w="12700">
            <a:solidFill>
              <a:srgbClr val="6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46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ثَضُوجَ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E052"/>
          </a:solidFill>
          <a:ln w="12700">
            <a:solidFill>
              <a:srgbClr val="B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DDB"/>
          </a:solidFill>
          <a:ln w="12700">
            <a:solidFill>
              <a:srgbClr val="708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45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جَضُوحَ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5D8"/>
          </a:solidFill>
          <a:ln w="12700">
            <a:solidFill>
              <a:srgbClr val="64A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BD1"/>
          </a:solidFill>
          <a:ln w="12700">
            <a:solidFill>
              <a:srgbClr val="47A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45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حَضُوخَ</a:t>
            </a:r>
            <a:endParaRPr lang="ar-SA" sz="5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47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خَضُودَ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46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دَضُوذَ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47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ذَضُورَ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3"/>
          </a:solidFill>
          <a:ln w="12700">
            <a:solidFill>
              <a:srgbClr val="ED5E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47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رَضُوزَ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E"/>
          </a:solidFill>
          <a:ln w="12700">
            <a:solidFill>
              <a:srgbClr val="52E0D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7"/>
          </a:solidFill>
          <a:ln w="12700">
            <a:solidFill>
              <a:srgbClr val="DB70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5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زَضُوسَ</a:t>
            </a:r>
            <a:endParaRPr lang="ar-SA" sz="4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2"/>
          </a:solidFill>
          <a:ln w="12700">
            <a:solidFill>
              <a:srgbClr val="D864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E"/>
          </a:solidFill>
          <a:ln w="12700">
            <a:solidFill>
              <a:srgbClr val="D147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54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سَضُوشَ</a:t>
            </a:r>
            <a:endParaRPr lang="ar-SA" sz="4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55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شَضُوصَ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3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057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صَضُوأَ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6ED5E"/>
          </a:solidFill>
          <a:ln w="12700">
            <a:solidFill>
              <a:srgbClr val="9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بَضُو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52E0"/>
          </a:solidFill>
          <a:ln w="12700">
            <a:solidFill>
              <a:srgbClr val="B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DB70"/>
          </a:solidFill>
          <a:ln w="12700">
            <a:solidFill>
              <a:srgbClr val="C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تَضُو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264"/>
          </a:solidFill>
          <a:ln w="12700">
            <a:solidFill>
              <a:srgbClr val="D8D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247"/>
          </a:solidFill>
          <a:ln w="12700">
            <a:solidFill>
              <a:srgbClr val="D1B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2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جَضُو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2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حَضُو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2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خَضُو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AED"/>
          </a:solidFill>
          <a:ln w="12700">
            <a:solidFill>
              <a:srgbClr val="5EB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دَضُو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752"/>
          </a:solidFill>
          <a:ln w="12700">
            <a:solidFill>
              <a:srgbClr val="E09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A"/>
          </a:solidFill>
          <a:ln w="12700">
            <a:solidFill>
              <a:srgbClr val="70DB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ذَضُو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5"/>
          </a:solidFill>
          <a:ln w="12700">
            <a:solidFill>
              <a:srgbClr val="64D8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0"/>
          </a:solidFill>
          <a:ln w="12700">
            <a:solidFill>
              <a:srgbClr val="47D1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رَضُو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زَضُو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28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سَضُو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28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شَضُو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D"/>
          </a:solidFill>
          <a:ln w="12700">
            <a:solidFill>
              <a:srgbClr val="ED5ED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6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28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صَضُو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70DB"/>
          </a:solidFill>
          <a:ln w="12700">
            <a:solidFill>
              <a:srgbClr val="B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40673" y="896112"/>
            <a:ext cx="20768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C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40673" y="896112"/>
            <a:ext cx="20768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يَصُومُ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326448" y="896112"/>
            <a:ext cx="20941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C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26448" y="896112"/>
            <a:ext cx="20941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وَيَقُومُ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34599" y="2834640"/>
            <a:ext cx="38748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34599" y="2834640"/>
            <a:ext cx="38748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يَصُومُ وَيَقُومُ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64D8"/>
          </a:solidFill>
          <a:ln w="12700">
            <a:solidFill>
              <a:srgbClr val="9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47D1"/>
          </a:solidFill>
          <a:ln w="12700">
            <a:solidFill>
              <a:srgbClr val="6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3362" y="896112"/>
            <a:ext cx="21784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E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3362" y="896112"/>
            <a:ext cx="21784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وُضُوءٌ</a:t>
            </a:r>
            <a:endParaRPr lang="ar-SA" sz="5000" dirty="0"/>
          </a:p>
        </p:txBody>
      </p:sp>
      <p:sp>
        <p:nvSpPr>
          <p:cNvPr id="12" name="C2 W2 pill"/>
          <p:cNvSpPr/>
          <p:nvPr/>
        </p:nvSpPr>
        <p:spPr>
          <a:xfrm>
            <a:off x="2202199" y="896112"/>
            <a:ext cx="22411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E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02199" y="896112"/>
            <a:ext cx="22411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وَصَلَاةٌ</a:t>
            </a:r>
            <a:endParaRPr lang="ar-SA" sz="5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41129" y="2834640"/>
            <a:ext cx="406174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41129" y="2834640"/>
            <a:ext cx="406174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وُضُوءٌ وَصَلَاةٌ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5895" y="896112"/>
            <a:ext cx="20502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0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5895" y="896112"/>
            <a:ext cx="20502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صُورَةٌ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2357884" y="896112"/>
            <a:ext cx="20579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E0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57884" y="896112"/>
            <a:ext cx="20579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جَمِيلَةٌ</a:t>
            </a:r>
            <a:endParaRPr lang="ar-SA" sz="45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78678" y="2834640"/>
            <a:ext cx="37866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78678" y="2834640"/>
            <a:ext cx="37866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صُورَةٌ جَمِيلَةٌ</a:t>
            </a:r>
            <a:endParaRPr lang="ar-SA" sz="4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08-sad-dad</dc:title>
  <dc:subject>PptxGenJS Presentation</dc:subject>
  <dc:creator>PptxGenJS</dc:creator>
  <cp:lastModifiedBy>PptxGenJS</cp:lastModifiedBy>
  <cp:revision>1</cp:revision>
  <dcterms:created xsi:type="dcterms:W3CDTF">2026-10-21T17:57:54Z</dcterms:created>
  <dcterms:modified xsi:type="dcterms:W3CDTF">2026-10-21T17:57:54Z</dcterms:modified>
</cp:coreProperties>
</file>