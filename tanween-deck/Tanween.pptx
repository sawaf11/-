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TANWEEN IS A SHORT VOWEL PLUS A NOON. The two little marks you see (fathatan, kasratan or dammatan) secretly hide a NOON that has a sukun (head-of-haa sign). We say it as the vowel followed by 'n': an / in / un. We never write that noon as a letter - the doubled mark is its costume. Click through to catch the hidden noon. With FATHATAN we also write a silent ALIF after the letter (it is not read) - it is the seat that carries the fathatan.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TANWEEN IS A SHORT VOWEL PLUS A NOON. The two little marks you see (fathatan, kasratan or dammatan) secretly hide a NOON that has a sukun (head-of-haa sign). We say it as the vowel followed by 'n': an / in / un. We never write that noon as a letter - the doubled mark is its costume. Click through to catch the hidden noon.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TANWEEN IS A SHORT VOWEL PLUS A NOON. The two little marks you see (fathatan, kasratan or dammatan) secretly hide a NOON that has a sukun (head-of-haa sign). We say it as the vowel followed by 'n': an / in / un. We never write that noon as a letter - the doubled mark is its costume. Click through to catch the hidden noon.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6492240" y="1691640"/>
            <a:ext cx="2011680" cy="1920240"/>
          </a:xfrm>
          <a:prstGeom prst="roundRect">
            <a:avLst>
              <a:gd name="adj" fmla="val 1428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S01 Result"/>
          <p:cNvSpPr txBox="1"/>
          <p:nvPr/>
        </p:nvSpPr>
        <p:spPr>
          <a:xfrm>
            <a:off x="6492240" y="1691640"/>
            <a:ext cx="20116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بًا</a:t>
            </a:r>
            <a:endParaRPr lang="ar-SA" sz="11250" dirty="0"/>
          </a:p>
        </p:txBody>
      </p:sp>
      <p:sp>
        <p:nvSpPr>
          <p:cNvPr id="27" name="S02 Arrow shape"/>
          <p:cNvSpPr/>
          <p:nvPr/>
        </p:nvSpPr>
        <p:spPr>
          <a:xfrm>
            <a:off x="5669280" y="2395728"/>
            <a:ext cx="59436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8" name="Circle 1"/>
          <p:cNvSpPr/>
          <p:nvPr/>
        </p:nvSpPr>
        <p:spPr>
          <a:xfrm>
            <a:off x="4206240" y="198882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9" name="Circle 2"/>
          <p:cNvSpPr/>
          <p:nvPr/>
        </p:nvSpPr>
        <p:spPr>
          <a:xfrm>
            <a:off x="2423160" y="198882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30" name="Circle 3"/>
          <p:cNvSpPr/>
          <p:nvPr/>
        </p:nvSpPr>
        <p:spPr>
          <a:xfrm>
            <a:off x="640080" y="198882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31" name="S03 L1 letter"/>
          <p:cNvSpPr txBox="1"/>
          <p:nvPr/>
        </p:nvSpPr>
        <p:spPr>
          <a:xfrm>
            <a:off x="4206240" y="1988820"/>
            <a:ext cx="1325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9750" dirty="0"/>
          </a:p>
        </p:txBody>
      </p:sp>
      <p:sp>
        <p:nvSpPr>
          <p:cNvPr id="32" name="S04 F1 mark"/>
          <p:cNvSpPr txBox="1"/>
          <p:nvPr/>
        </p:nvSpPr>
        <p:spPr>
          <a:xfrm>
            <a:off x="4206240" y="1988820"/>
            <a:ext cx="1325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9750" dirty="0"/>
          </a:p>
        </p:txBody>
      </p:sp>
      <p:sp>
        <p:nvSpPr>
          <p:cNvPr id="33" name="S05 Go arrow 1 shape"/>
          <p:cNvSpPr/>
          <p:nvPr/>
        </p:nvSpPr>
        <p:spPr>
          <a:xfrm>
            <a:off x="4625950" y="1482791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S06 Plus 1 shape"/>
          <p:cNvSpPr/>
          <p:nvPr/>
        </p:nvSpPr>
        <p:spPr>
          <a:xfrm>
            <a:off x="3785616" y="2459736"/>
            <a:ext cx="384048" cy="38404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5" name="S07 L2 letter"/>
          <p:cNvSpPr txBox="1"/>
          <p:nvPr/>
        </p:nvSpPr>
        <p:spPr>
          <a:xfrm>
            <a:off x="2423160" y="1988820"/>
            <a:ext cx="1325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9750" dirty="0"/>
          </a:p>
        </p:txBody>
      </p:sp>
      <p:sp>
        <p:nvSpPr>
          <p:cNvPr id="36" name="S08 F2 mark"/>
          <p:cNvSpPr txBox="1"/>
          <p:nvPr/>
        </p:nvSpPr>
        <p:spPr>
          <a:xfrm>
            <a:off x="2423160" y="1988820"/>
            <a:ext cx="1325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9750" dirty="0"/>
          </a:p>
        </p:txBody>
      </p:sp>
      <p:sp>
        <p:nvSpPr>
          <p:cNvPr id="37" name="S09 Stop sign 2 shape"/>
          <p:cNvSpPr/>
          <p:nvPr/>
        </p:nvSpPr>
        <p:spPr>
          <a:xfrm>
            <a:off x="2912364" y="1458468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8" name="S10 Plus 2 shape"/>
          <p:cNvSpPr/>
          <p:nvPr/>
        </p:nvSpPr>
        <p:spPr>
          <a:xfrm>
            <a:off x="2002536" y="2459736"/>
            <a:ext cx="384048" cy="38404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9" name="S11 L3 alif"/>
          <p:cNvSpPr txBox="1"/>
          <p:nvPr/>
        </p:nvSpPr>
        <p:spPr>
          <a:xfrm>
            <a:off x="640080" y="1988820"/>
            <a:ext cx="1325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9750" dirty="0"/>
          </a:p>
        </p:txBody>
      </p:sp>
      <p:sp>
        <p:nvSpPr>
          <p:cNvPr id="40" name="S12 Silent sign shape"/>
          <p:cNvSpPr/>
          <p:nvPr/>
        </p:nvSpPr>
        <p:spPr>
          <a:xfrm>
            <a:off x="1129284" y="1458468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 animBg="1"/>
      <p:bldP spid="31" grpId="0"/>
      <p:bldP spid="32" grpId="0"/>
      <p:bldP spid="33" grpId="0" animBg="1"/>
      <p:bldP spid="34" grpId="0" animBg="1"/>
      <p:bldP spid="35" grpId="0"/>
      <p:bldP spid="36" grpId="0"/>
      <p:bldP spid="37" grpId="0" animBg="1"/>
      <p:bldP spid="38" grpId="0" animBg="1"/>
      <p:bldP spid="39" grpId="0"/>
      <p:bldP spid="4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0" y="1600200"/>
            <a:ext cx="256032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S01 Result"/>
          <p:cNvSpPr txBox="1"/>
          <p:nvPr/>
        </p:nvSpPr>
        <p:spPr>
          <a:xfrm>
            <a:off x="5943600" y="1600200"/>
            <a:ext cx="2560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بٍ</a:t>
            </a:r>
            <a:endParaRPr lang="ar-SA" sz="12500" dirty="0"/>
          </a:p>
        </p:txBody>
      </p:sp>
      <p:sp>
        <p:nvSpPr>
          <p:cNvPr id="27" name="S02 Arrow shape"/>
          <p:cNvSpPr/>
          <p:nvPr/>
        </p:nvSpPr>
        <p:spPr>
          <a:xfrm>
            <a:off x="5120640" y="239572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8" name="Circle 1"/>
          <p:cNvSpPr/>
          <p:nvPr/>
        </p:nvSpPr>
        <p:spPr>
          <a:xfrm>
            <a:off x="3291840" y="1874520"/>
            <a:ext cx="1554480" cy="15544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9" name="Circle 2"/>
          <p:cNvSpPr/>
          <p:nvPr/>
        </p:nvSpPr>
        <p:spPr>
          <a:xfrm>
            <a:off x="1234440" y="1874520"/>
            <a:ext cx="1554480" cy="15544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30" name="S03 L1 letter"/>
          <p:cNvSpPr txBox="1"/>
          <p:nvPr/>
        </p:nvSpPr>
        <p:spPr>
          <a:xfrm>
            <a:off x="32918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31" name="S04 F1 mark"/>
          <p:cNvSpPr txBox="1"/>
          <p:nvPr/>
        </p:nvSpPr>
        <p:spPr>
          <a:xfrm>
            <a:off x="32918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11250" dirty="0"/>
          </a:p>
        </p:txBody>
      </p:sp>
      <p:sp>
        <p:nvSpPr>
          <p:cNvPr id="32" name="S05 Go arrow 1 shape"/>
          <p:cNvSpPr/>
          <p:nvPr/>
        </p:nvSpPr>
        <p:spPr>
          <a:xfrm>
            <a:off x="3800246" y="1307043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06 Plus 1 shape"/>
          <p:cNvSpPr/>
          <p:nvPr/>
        </p:nvSpPr>
        <p:spPr>
          <a:xfrm>
            <a:off x="2788920" y="2423160"/>
            <a:ext cx="457200" cy="45720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4" name="S07 L2 letter"/>
          <p:cNvSpPr txBox="1"/>
          <p:nvPr/>
        </p:nvSpPr>
        <p:spPr>
          <a:xfrm>
            <a:off x="12344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35" name="S08 F2 mark"/>
          <p:cNvSpPr txBox="1"/>
          <p:nvPr/>
        </p:nvSpPr>
        <p:spPr>
          <a:xfrm>
            <a:off x="12344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36" name="S09 Stop sign 2 shape"/>
          <p:cNvSpPr/>
          <p:nvPr/>
        </p:nvSpPr>
        <p:spPr>
          <a:xfrm>
            <a:off x="1819656" y="1280160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 animBg="1"/>
      <p:bldP spid="30" grpId="0"/>
      <p:bldP spid="31" grpId="0"/>
      <p:bldP spid="32" grpId="0" animBg="1"/>
      <p:bldP spid="33" grpId="0" animBg="1"/>
      <p:bldP spid="34" grpId="0"/>
      <p:bldP spid="35" grpId="0"/>
      <p:bldP spid="3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0" y="1600200"/>
            <a:ext cx="256032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S01 Result"/>
          <p:cNvSpPr txBox="1"/>
          <p:nvPr/>
        </p:nvSpPr>
        <p:spPr>
          <a:xfrm>
            <a:off x="5943600" y="1600200"/>
            <a:ext cx="2560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بٌ</a:t>
            </a:r>
            <a:endParaRPr lang="ar-SA" sz="12500" dirty="0"/>
          </a:p>
        </p:txBody>
      </p:sp>
      <p:sp>
        <p:nvSpPr>
          <p:cNvPr id="27" name="S02 Arrow shape"/>
          <p:cNvSpPr/>
          <p:nvPr/>
        </p:nvSpPr>
        <p:spPr>
          <a:xfrm>
            <a:off x="5120640" y="239572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8" name="Circle 1"/>
          <p:cNvSpPr/>
          <p:nvPr/>
        </p:nvSpPr>
        <p:spPr>
          <a:xfrm>
            <a:off x="3291840" y="1874520"/>
            <a:ext cx="1554480" cy="15544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9" name="Circle 2"/>
          <p:cNvSpPr/>
          <p:nvPr/>
        </p:nvSpPr>
        <p:spPr>
          <a:xfrm>
            <a:off x="1234440" y="1874520"/>
            <a:ext cx="1554480" cy="15544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30" name="S03 L1 letter"/>
          <p:cNvSpPr txBox="1"/>
          <p:nvPr/>
        </p:nvSpPr>
        <p:spPr>
          <a:xfrm>
            <a:off x="32918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31" name="S04 F1 mark"/>
          <p:cNvSpPr txBox="1"/>
          <p:nvPr/>
        </p:nvSpPr>
        <p:spPr>
          <a:xfrm>
            <a:off x="32918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11250" dirty="0"/>
          </a:p>
        </p:txBody>
      </p:sp>
      <p:sp>
        <p:nvSpPr>
          <p:cNvPr id="32" name="S05 Go arrow 1 shape"/>
          <p:cNvSpPr/>
          <p:nvPr/>
        </p:nvSpPr>
        <p:spPr>
          <a:xfrm>
            <a:off x="3800246" y="1307043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06 Plus 1 shape"/>
          <p:cNvSpPr/>
          <p:nvPr/>
        </p:nvSpPr>
        <p:spPr>
          <a:xfrm>
            <a:off x="2788920" y="2423160"/>
            <a:ext cx="457200" cy="45720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4" name="S07 L2 letter"/>
          <p:cNvSpPr txBox="1"/>
          <p:nvPr/>
        </p:nvSpPr>
        <p:spPr>
          <a:xfrm>
            <a:off x="12344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35" name="S08 F2 mark"/>
          <p:cNvSpPr txBox="1"/>
          <p:nvPr/>
        </p:nvSpPr>
        <p:spPr>
          <a:xfrm>
            <a:off x="12344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36" name="S09 Stop sign 2 shape"/>
          <p:cNvSpPr/>
          <p:nvPr/>
        </p:nvSpPr>
        <p:spPr>
          <a:xfrm>
            <a:off x="1819656" y="1280160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 animBg="1"/>
      <p:bldP spid="30" grpId="0"/>
      <p:bldP spid="31" grpId="0"/>
      <p:bldP spid="32" grpId="0" animBg="1"/>
      <p:bldP spid="33" grpId="0" animBg="1"/>
      <p:bldP spid="34" grpId="0"/>
      <p:bldP spid="35" grpId="0"/>
      <p:bldP spid="3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7500" dirty="0"/>
          </a:p>
        </p:txBody>
      </p:sp>
      <p:sp>
        <p:nvSpPr>
          <p:cNvPr id="31" name="S03 Go arrow 1 shape"/>
          <p:cNvSpPr/>
          <p:nvPr/>
        </p:nvSpPr>
        <p:spPr>
          <a:xfrm>
            <a:off x="766633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S04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5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4" name="S06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5" name="S07 Stop sign 2 shape"/>
          <p:cNvSpPr/>
          <p:nvPr/>
        </p:nvSpPr>
        <p:spPr>
          <a:xfrm>
            <a:off x="595274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6" name="S08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7" name="S09 L3 alif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7500" dirty="0"/>
          </a:p>
        </p:txBody>
      </p:sp>
      <p:sp>
        <p:nvSpPr>
          <p:cNvPr id="38" name="S10 Silent sign shape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بًا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 animBg="1"/>
      <p:bldP spid="33" grpId="0"/>
      <p:bldP spid="34" grpId="0"/>
      <p:bldP spid="35" grpId="0" animBg="1"/>
      <p:bldP spid="36" grpId="0" animBg="1"/>
      <p:bldP spid="37" grpId="0"/>
      <p:bldP spid="38" grpId="0" animBg="1"/>
      <p:bldP spid="39" grpId="0" animBg="1"/>
      <p:bldP spid="4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7500" dirty="0"/>
          </a:p>
        </p:txBody>
      </p:sp>
      <p:sp>
        <p:nvSpPr>
          <p:cNvPr id="31" name="S03 Go arrow 1 shape"/>
          <p:cNvSpPr/>
          <p:nvPr/>
        </p:nvSpPr>
        <p:spPr>
          <a:xfrm>
            <a:off x="766633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S04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5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4" name="S06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5" name="S07 Stop sign 2 shape"/>
          <p:cNvSpPr/>
          <p:nvPr/>
        </p:nvSpPr>
        <p:spPr>
          <a:xfrm>
            <a:off x="595274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6" name="S08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7" name="S09 L3 alif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7500" dirty="0"/>
          </a:p>
        </p:txBody>
      </p:sp>
      <p:sp>
        <p:nvSpPr>
          <p:cNvPr id="38" name="S10 Silent sign shape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تًا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 animBg="1"/>
      <p:bldP spid="33" grpId="0"/>
      <p:bldP spid="34" grpId="0"/>
      <p:bldP spid="35" grpId="0" animBg="1"/>
      <p:bldP spid="36" grpId="0" animBg="1"/>
      <p:bldP spid="37" grpId="0"/>
      <p:bldP spid="38" grpId="0" animBg="1"/>
      <p:bldP spid="39" grpId="0" animBg="1"/>
      <p:bldP spid="4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7500" dirty="0"/>
          </a:p>
        </p:txBody>
      </p:sp>
      <p:sp>
        <p:nvSpPr>
          <p:cNvPr id="31" name="S03 Go arrow 1 shape"/>
          <p:cNvSpPr/>
          <p:nvPr/>
        </p:nvSpPr>
        <p:spPr>
          <a:xfrm>
            <a:off x="766633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S04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5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4" name="S06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5" name="S07 Stop sign 2 shape"/>
          <p:cNvSpPr/>
          <p:nvPr/>
        </p:nvSpPr>
        <p:spPr>
          <a:xfrm>
            <a:off x="595274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6" name="S08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7" name="S09 L3 alif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7500" dirty="0"/>
          </a:p>
        </p:txBody>
      </p:sp>
      <p:sp>
        <p:nvSpPr>
          <p:cNvPr id="38" name="S10 Silent sign shape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سًا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 animBg="1"/>
      <p:bldP spid="33" grpId="0"/>
      <p:bldP spid="34" grpId="0"/>
      <p:bldP spid="35" grpId="0" animBg="1"/>
      <p:bldP spid="36" grpId="0" animBg="1"/>
      <p:bldP spid="37" grpId="0"/>
      <p:bldP spid="38" grpId="0" animBg="1"/>
      <p:bldP spid="39" grpId="0" animBg="1"/>
      <p:bldP spid="4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7500" dirty="0"/>
          </a:p>
        </p:txBody>
      </p:sp>
      <p:sp>
        <p:nvSpPr>
          <p:cNvPr id="31" name="S03 Go arrow 1 shape"/>
          <p:cNvSpPr/>
          <p:nvPr/>
        </p:nvSpPr>
        <p:spPr>
          <a:xfrm>
            <a:off x="766633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S04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5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4" name="S06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5" name="S07 Stop sign 2 shape"/>
          <p:cNvSpPr/>
          <p:nvPr/>
        </p:nvSpPr>
        <p:spPr>
          <a:xfrm>
            <a:off x="595274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6" name="S08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7" name="S09 L3 alif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7500" dirty="0"/>
          </a:p>
        </p:txBody>
      </p:sp>
      <p:sp>
        <p:nvSpPr>
          <p:cNvPr id="38" name="S10 Silent sign shape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لًا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 animBg="1"/>
      <p:bldP spid="33" grpId="0"/>
      <p:bldP spid="34" grpId="0"/>
      <p:bldP spid="35" grpId="0" animBg="1"/>
      <p:bldP spid="36" grpId="0" animBg="1"/>
      <p:bldP spid="37" grpId="0"/>
      <p:bldP spid="38" grpId="0" animBg="1"/>
      <p:bldP spid="39" grpId="0" animBg="1"/>
      <p:bldP spid="4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7500" dirty="0"/>
          </a:p>
        </p:txBody>
      </p:sp>
      <p:sp>
        <p:nvSpPr>
          <p:cNvPr id="31" name="S03 Go arrow 1 shape"/>
          <p:cNvSpPr/>
          <p:nvPr/>
        </p:nvSpPr>
        <p:spPr>
          <a:xfrm>
            <a:off x="766633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S04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5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4" name="S06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5" name="S07 Stop sign 2 shape"/>
          <p:cNvSpPr/>
          <p:nvPr/>
        </p:nvSpPr>
        <p:spPr>
          <a:xfrm>
            <a:off x="595274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6" name="S08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7" name="S09 L3 alif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7500" dirty="0"/>
          </a:p>
        </p:txBody>
      </p:sp>
      <p:sp>
        <p:nvSpPr>
          <p:cNvPr id="38" name="S10 Silent sign shape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مًا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 animBg="1"/>
      <p:bldP spid="33" grpId="0"/>
      <p:bldP spid="34" grpId="0"/>
      <p:bldP spid="35" grpId="0" animBg="1"/>
      <p:bldP spid="36" grpId="0" animBg="1"/>
      <p:bldP spid="37" grpId="0"/>
      <p:bldP spid="38" grpId="0" animBg="1"/>
      <p:bldP spid="39" grpId="0" animBg="1"/>
      <p:bldP spid="4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6250" dirty="0"/>
          </a:p>
        </p:txBody>
      </p:sp>
      <p:sp>
        <p:nvSpPr>
          <p:cNvPr id="35" name="S06 Go arrow 1 shape"/>
          <p:cNvSpPr/>
          <p:nvPr/>
        </p:nvSpPr>
        <p:spPr>
          <a:xfrm>
            <a:off x="634319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07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7" name="S08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38" name="S09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39" name="S10 Stop sign 2 shape"/>
          <p:cNvSpPr/>
          <p:nvPr/>
        </p:nvSpPr>
        <p:spPr>
          <a:xfrm>
            <a:off x="494233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S11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1" name="S12 L4 alif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6250" dirty="0"/>
          </a:p>
        </p:txBody>
      </p:sp>
      <p:sp>
        <p:nvSpPr>
          <p:cNvPr id="42" name="S13 Silent sign shape"/>
          <p:cNvSpPr/>
          <p:nvPr/>
        </p:nvSpPr>
        <p:spPr>
          <a:xfrm>
            <a:off x="3479292" y="1613916"/>
            <a:ext cx="310896" cy="310896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يَدًا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 animBg="1"/>
      <p:bldP spid="37" grpId="0"/>
      <p:bldP spid="38" grpId="0"/>
      <p:bldP spid="39" grpId="0" animBg="1"/>
      <p:bldP spid="40" grpId="0" animBg="1"/>
      <p:bldP spid="41" grpId="0"/>
      <p:bldP spid="42" grpId="0" animBg="1"/>
      <p:bldP spid="43" grpId="0" animBg="1"/>
      <p:bldP spid="4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6250" dirty="0"/>
          </a:p>
        </p:txBody>
      </p:sp>
      <p:sp>
        <p:nvSpPr>
          <p:cNvPr id="35" name="S06 Go arrow 1 shape"/>
          <p:cNvSpPr/>
          <p:nvPr/>
        </p:nvSpPr>
        <p:spPr>
          <a:xfrm>
            <a:off x="634319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07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7" name="S08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38" name="S09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39" name="S10 Stop sign 2 shape"/>
          <p:cNvSpPr/>
          <p:nvPr/>
        </p:nvSpPr>
        <p:spPr>
          <a:xfrm>
            <a:off x="494233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S11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1" name="S12 L4 alif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6250" dirty="0"/>
          </a:p>
        </p:txBody>
      </p:sp>
      <p:sp>
        <p:nvSpPr>
          <p:cNvPr id="42" name="S13 Silent sign shape"/>
          <p:cNvSpPr/>
          <p:nvPr/>
        </p:nvSpPr>
        <p:spPr>
          <a:xfrm>
            <a:off x="3479292" y="1613916"/>
            <a:ext cx="310896" cy="310896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أَبًا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 animBg="1"/>
      <p:bldP spid="37" grpId="0"/>
      <p:bldP spid="38" grpId="0"/>
      <p:bldP spid="39" grpId="0" animBg="1"/>
      <p:bldP spid="40" grpId="0" animBg="1"/>
      <p:bldP spid="41" grpId="0"/>
      <p:bldP spid="42" grpId="0" animBg="1"/>
      <p:bldP spid="43" grpId="0" animBg="1"/>
      <p:bldP spid="4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6250" dirty="0"/>
          </a:p>
        </p:txBody>
      </p:sp>
      <p:sp>
        <p:nvSpPr>
          <p:cNvPr id="35" name="S06 Go arrow 1 shape"/>
          <p:cNvSpPr/>
          <p:nvPr/>
        </p:nvSpPr>
        <p:spPr>
          <a:xfrm>
            <a:off x="634319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07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7" name="S08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38" name="S09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39" name="S10 Stop sign 2 shape"/>
          <p:cNvSpPr/>
          <p:nvPr/>
        </p:nvSpPr>
        <p:spPr>
          <a:xfrm>
            <a:off x="494233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S11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1" name="S12 L4 alif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6250" dirty="0"/>
          </a:p>
        </p:txBody>
      </p:sp>
      <p:sp>
        <p:nvSpPr>
          <p:cNvPr id="42" name="S13 Silent sign shape"/>
          <p:cNvSpPr/>
          <p:nvPr/>
        </p:nvSpPr>
        <p:spPr>
          <a:xfrm>
            <a:off x="3479292" y="1613916"/>
            <a:ext cx="310896" cy="310896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أَخًا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 animBg="1"/>
      <p:bldP spid="37" grpId="0"/>
      <p:bldP spid="38" grpId="0"/>
      <p:bldP spid="39" grpId="0" animBg="1"/>
      <p:bldP spid="40" grpId="0" animBg="1"/>
      <p:bldP spid="41" grpId="0"/>
      <p:bldP spid="42" grpId="0" animBg="1"/>
      <p:bldP spid="43" grpId="0" animBg="1"/>
      <p:bldP spid="4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6250" dirty="0"/>
          </a:p>
        </p:txBody>
      </p:sp>
      <p:sp>
        <p:nvSpPr>
          <p:cNvPr id="35" name="S06 Go arrow 1 shape"/>
          <p:cNvSpPr/>
          <p:nvPr/>
        </p:nvSpPr>
        <p:spPr>
          <a:xfrm>
            <a:off x="634319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07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7" name="S08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38" name="S09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39" name="S10 Stop sign 2 shape"/>
          <p:cNvSpPr/>
          <p:nvPr/>
        </p:nvSpPr>
        <p:spPr>
          <a:xfrm>
            <a:off x="494233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S11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1" name="S12 L4 alif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6250" dirty="0"/>
          </a:p>
        </p:txBody>
      </p:sp>
      <p:sp>
        <p:nvSpPr>
          <p:cNvPr id="42" name="S13 Silent sign shape"/>
          <p:cNvSpPr/>
          <p:nvPr/>
        </p:nvSpPr>
        <p:spPr>
          <a:xfrm>
            <a:off x="3479292" y="1613916"/>
            <a:ext cx="310896" cy="310896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دَمًا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 animBg="1"/>
      <p:bldP spid="37" grpId="0"/>
      <p:bldP spid="38" grpId="0"/>
      <p:bldP spid="39" grpId="0" animBg="1"/>
      <p:bldP spid="40" grpId="0" animBg="1"/>
      <p:bldP spid="41" grpId="0"/>
      <p:bldP spid="42" grpId="0" animBg="1"/>
      <p:bldP spid="43" grpId="0" animBg="1"/>
      <p:bldP spid="4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6250" dirty="0"/>
          </a:p>
        </p:txBody>
      </p:sp>
      <p:sp>
        <p:nvSpPr>
          <p:cNvPr id="35" name="S06 Go arrow 1 shape"/>
          <p:cNvSpPr/>
          <p:nvPr/>
        </p:nvSpPr>
        <p:spPr>
          <a:xfrm>
            <a:off x="634319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07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7" name="S08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38" name="S09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39" name="S10 Stop sign 2 shape"/>
          <p:cNvSpPr/>
          <p:nvPr/>
        </p:nvSpPr>
        <p:spPr>
          <a:xfrm>
            <a:off x="494233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S11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1" name="S12 L4 alif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6250" dirty="0"/>
          </a:p>
        </p:txBody>
      </p:sp>
      <p:sp>
        <p:nvSpPr>
          <p:cNvPr id="42" name="S13 Silent sign shape"/>
          <p:cNvSpPr/>
          <p:nvPr/>
        </p:nvSpPr>
        <p:spPr>
          <a:xfrm>
            <a:off x="3479292" y="1613916"/>
            <a:ext cx="310896" cy="310896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فَمًا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 animBg="1"/>
      <p:bldP spid="37" grpId="0"/>
      <p:bldP spid="38" grpId="0"/>
      <p:bldP spid="39" grpId="0" animBg="1"/>
      <p:bldP spid="40" grpId="0" animBg="1"/>
      <p:bldP spid="41" grpId="0"/>
      <p:bldP spid="42" grpId="0" animBg="1"/>
      <p:bldP spid="43" grpId="0" animBg="1"/>
      <p:bldP spid="4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6250" dirty="0"/>
          </a:p>
        </p:txBody>
      </p:sp>
      <p:sp>
        <p:nvSpPr>
          <p:cNvPr id="35" name="S06 Go arrow 1 shape"/>
          <p:cNvSpPr/>
          <p:nvPr/>
        </p:nvSpPr>
        <p:spPr>
          <a:xfrm>
            <a:off x="634319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07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7" name="S08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38" name="S09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39" name="S10 Stop sign 2 shape"/>
          <p:cNvSpPr/>
          <p:nvPr/>
        </p:nvSpPr>
        <p:spPr>
          <a:xfrm>
            <a:off x="494233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S11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1" name="S12 L4 alif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6250" dirty="0"/>
          </a:p>
        </p:txBody>
      </p:sp>
      <p:sp>
        <p:nvSpPr>
          <p:cNvPr id="42" name="S13 Silent sign shape"/>
          <p:cNvSpPr/>
          <p:nvPr/>
        </p:nvSpPr>
        <p:spPr>
          <a:xfrm>
            <a:off x="3479292" y="1613916"/>
            <a:ext cx="310896" cy="310896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غَدًا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 animBg="1"/>
      <p:bldP spid="37" grpId="0"/>
      <p:bldP spid="38" grpId="0"/>
      <p:bldP spid="39" grpId="0" animBg="1"/>
      <p:bldP spid="40" grpId="0" animBg="1"/>
      <p:bldP spid="41" grpId="0"/>
      <p:bldP spid="42" grpId="0" animBg="1"/>
      <p:bldP spid="43" grpId="0" animBg="1"/>
      <p:bldP spid="4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ةَ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سَنَةً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ةَ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لُغَةً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ةَ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كُرَةً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ةَ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هِبَةً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ةَ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عِدَةً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ةَ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صِلَةً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ةَ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ثِقَةً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ةَ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سِمَةً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بٍ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تٍ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سٍ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أَبٍ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أَخٍ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دَمٍ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فَمٍ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يَدٍ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غَدٍ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ةِ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سَنَةٍ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ةِ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لُغَةٍ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ةِ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كُرَةٍ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ةِ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هِبَةٍ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بٌ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تٌ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سٌ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أَبٌ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أَخٌ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دَمٌ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فَمٌ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يَدٌ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غَدٌ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ةُ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سَنَةٌ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ةُ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لُغَةٌ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ةُ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كُرَةٌ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ةُ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هِبَةٌ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Tanween = vowel + noon</dc:title>
  <dc:subject>PptxGenJS Presentation</dc:subject>
  <dc:creator>PptxGenJS</dc:creator>
  <cp:lastModifiedBy>PptxGenJS</cp:lastModifiedBy>
  <cp:revision>1</cp:revision>
  <dcterms:created xsi:type="dcterms:W3CDTF">2026-10-08T05:44:25Z</dcterms:created>
  <dcterms:modified xsi:type="dcterms:W3CDTF">2026-10-08T05:44:25Z</dcterms:modified>
</cp:coreProperties>
</file>