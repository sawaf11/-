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TANWEEN IS A SHORT VOWEL PLUS A NOON. The two little marks you see (fathatan, kasratan or dammatan) secretly hide a NOON that has a sukun (head-of-haa sign). We say it as the vowel followed by 'n': an / in / un. We never write that noon as a letter - the doubled mark is its costume. Click through to catch the hidden noon. With FATHATAN we also write a silent ALIF after the letter (it is not read) - it is the seat that carries the fathatan.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TANWEEN IS A SHORT VOWEL PLUS A NOON. The two little marks you see (fathatan, kasratan or dammatan) secretly hide a NOON that has a sukun (head-of-haa sign). We say it as the vowel followed by 'n': an / in / un. We never write that noon as a letter - the doubled mark is its costume. Click through to catch the hidden 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TANWEEN IS A SHORT VOWEL PLUS A NOON. The two little marks you see (fathatan, kasratan or dammatan) secretly hide a NOON that has a sukun (head-of-haa sign). We say it as the vowel followed by 'n': an / in / un. We never write that noon as a letter - the doubled mark is its costume. Click through to catch the hidden 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first circle (the letter with its vowel), then the hidden noon with sukun, then squeeze them into the tanween.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pieces, then press the arrow: the vowel + the hidden noon turn into the tanween on the last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Result panel"/>
          <p:cNvSpPr/>
          <p:nvPr/>
        </p:nvSpPr>
        <p:spPr>
          <a:xfrm>
            <a:off x="6492240" y="1691640"/>
            <a:ext cx="2011680" cy="1920240"/>
          </a:xfrm>
          <a:prstGeom prst="roundRect">
            <a:avLst>
              <a:gd name="adj" fmla="val 1428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S01 Result"/>
          <p:cNvSpPr txBox="1"/>
          <p:nvPr/>
        </p:nvSpPr>
        <p:spPr>
          <a:xfrm>
            <a:off x="6492240" y="16916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بًا</a:t>
            </a:r>
            <a:endParaRPr lang="ar-SA" sz="11250" dirty="0"/>
          </a:p>
        </p:txBody>
      </p:sp>
      <p:sp>
        <p:nvSpPr>
          <p:cNvPr id="27" name="S02 Arrow shape"/>
          <p:cNvSpPr/>
          <p:nvPr/>
        </p:nvSpPr>
        <p:spPr>
          <a:xfrm>
            <a:off x="5669280" y="2395728"/>
            <a:ext cx="59436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Circle 1"/>
          <p:cNvSpPr/>
          <p:nvPr/>
        </p:nvSpPr>
        <p:spPr>
          <a:xfrm>
            <a:off x="4206240" y="198882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9" name="Circle 2"/>
          <p:cNvSpPr/>
          <p:nvPr/>
        </p:nvSpPr>
        <p:spPr>
          <a:xfrm>
            <a:off x="2423160" y="198882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30" name="Circle 3"/>
          <p:cNvSpPr/>
          <p:nvPr/>
        </p:nvSpPr>
        <p:spPr>
          <a:xfrm>
            <a:off x="640080" y="198882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31" name="S03 L1 letter"/>
          <p:cNvSpPr txBox="1"/>
          <p:nvPr/>
        </p:nvSpPr>
        <p:spPr>
          <a:xfrm>
            <a:off x="4206240" y="19888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9750" dirty="0"/>
          </a:p>
        </p:txBody>
      </p:sp>
      <p:sp>
        <p:nvSpPr>
          <p:cNvPr id="32" name="S04 F1 mark"/>
          <p:cNvSpPr txBox="1"/>
          <p:nvPr/>
        </p:nvSpPr>
        <p:spPr>
          <a:xfrm>
            <a:off x="4206240" y="19888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9750" dirty="0"/>
          </a:p>
        </p:txBody>
      </p:sp>
      <p:sp>
        <p:nvSpPr>
          <p:cNvPr id="33" name="S05 Go arrow 1 shape"/>
          <p:cNvSpPr/>
          <p:nvPr/>
        </p:nvSpPr>
        <p:spPr>
          <a:xfrm>
            <a:off x="4625950" y="1482791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06 Plus 1 shape"/>
          <p:cNvSpPr/>
          <p:nvPr/>
        </p:nvSpPr>
        <p:spPr>
          <a:xfrm>
            <a:off x="3785616" y="2459736"/>
            <a:ext cx="384048" cy="38404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5" name="S07 L2 letter"/>
          <p:cNvSpPr txBox="1"/>
          <p:nvPr/>
        </p:nvSpPr>
        <p:spPr>
          <a:xfrm>
            <a:off x="2423160" y="19888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9750" dirty="0"/>
          </a:p>
        </p:txBody>
      </p:sp>
      <p:sp>
        <p:nvSpPr>
          <p:cNvPr id="36" name="S08 F2 mark"/>
          <p:cNvSpPr txBox="1"/>
          <p:nvPr/>
        </p:nvSpPr>
        <p:spPr>
          <a:xfrm>
            <a:off x="2423160" y="19888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9750" dirty="0"/>
          </a:p>
        </p:txBody>
      </p:sp>
      <p:sp>
        <p:nvSpPr>
          <p:cNvPr id="37" name="S09 Stop sign 2 shape"/>
          <p:cNvSpPr/>
          <p:nvPr/>
        </p:nvSpPr>
        <p:spPr>
          <a:xfrm>
            <a:off x="2912364" y="1458468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10 Plus 2 shape"/>
          <p:cNvSpPr/>
          <p:nvPr/>
        </p:nvSpPr>
        <p:spPr>
          <a:xfrm>
            <a:off x="2002536" y="2459736"/>
            <a:ext cx="384048" cy="38404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9" name="S11 L3 alif"/>
          <p:cNvSpPr txBox="1"/>
          <p:nvPr/>
        </p:nvSpPr>
        <p:spPr>
          <a:xfrm>
            <a:off x="640080" y="19888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9750" dirty="0"/>
          </a:p>
        </p:txBody>
      </p:sp>
      <p:sp>
        <p:nvSpPr>
          <p:cNvPr id="40" name="S12 Silent sign shape"/>
          <p:cNvSpPr/>
          <p:nvPr/>
        </p:nvSpPr>
        <p:spPr>
          <a:xfrm>
            <a:off x="1129284" y="1458468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31" grpId="0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 animBg="1"/>
      <p:bldP spid="39" grpId="0"/>
      <p:bldP spid="4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Result panel"/>
          <p:cNvSpPr/>
          <p:nvPr/>
        </p:nvSpPr>
        <p:spPr>
          <a:xfrm>
            <a:off x="5943600" y="1600200"/>
            <a:ext cx="256032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S01 Result"/>
          <p:cNvSpPr txBox="1"/>
          <p:nvPr/>
        </p:nvSpPr>
        <p:spPr>
          <a:xfrm>
            <a:off x="5943600" y="16002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12500" dirty="0"/>
          </a:p>
        </p:txBody>
      </p:sp>
      <p:sp>
        <p:nvSpPr>
          <p:cNvPr id="27" name="S02 Arrow shape"/>
          <p:cNvSpPr/>
          <p:nvPr/>
        </p:nvSpPr>
        <p:spPr>
          <a:xfrm>
            <a:off x="5120640" y="239572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Circle 1"/>
          <p:cNvSpPr/>
          <p:nvPr/>
        </p:nvSpPr>
        <p:spPr>
          <a:xfrm>
            <a:off x="32918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9" name="Circle 2"/>
          <p:cNvSpPr/>
          <p:nvPr/>
        </p:nvSpPr>
        <p:spPr>
          <a:xfrm>
            <a:off x="12344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30" name="S03 L1 letter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31" name="S04 F1 mark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11250" dirty="0"/>
          </a:p>
        </p:txBody>
      </p:sp>
      <p:sp>
        <p:nvSpPr>
          <p:cNvPr id="32" name="S05 Go arrow 1 shape"/>
          <p:cNvSpPr/>
          <p:nvPr/>
        </p:nvSpPr>
        <p:spPr>
          <a:xfrm>
            <a:off x="3800246" y="1307043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06 Plus 1 shape"/>
          <p:cNvSpPr/>
          <p:nvPr/>
        </p:nvSpPr>
        <p:spPr>
          <a:xfrm>
            <a:off x="2788920" y="2423160"/>
            <a:ext cx="457200" cy="45720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4" name="S07 L2 letter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35" name="S08 F2 mark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36" name="S09 Stop sign 2 shape"/>
          <p:cNvSpPr/>
          <p:nvPr/>
        </p:nvSpPr>
        <p:spPr>
          <a:xfrm>
            <a:off x="1819656" y="1280160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Result panel"/>
          <p:cNvSpPr/>
          <p:nvPr/>
        </p:nvSpPr>
        <p:spPr>
          <a:xfrm>
            <a:off x="5943600" y="1600200"/>
            <a:ext cx="256032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S01 Result"/>
          <p:cNvSpPr txBox="1"/>
          <p:nvPr/>
        </p:nvSpPr>
        <p:spPr>
          <a:xfrm>
            <a:off x="5943600" y="16002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12500" dirty="0"/>
          </a:p>
        </p:txBody>
      </p:sp>
      <p:sp>
        <p:nvSpPr>
          <p:cNvPr id="27" name="S02 Arrow shape"/>
          <p:cNvSpPr/>
          <p:nvPr/>
        </p:nvSpPr>
        <p:spPr>
          <a:xfrm>
            <a:off x="5120640" y="239572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Circle 1"/>
          <p:cNvSpPr/>
          <p:nvPr/>
        </p:nvSpPr>
        <p:spPr>
          <a:xfrm>
            <a:off x="32918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9" name="Circle 2"/>
          <p:cNvSpPr/>
          <p:nvPr/>
        </p:nvSpPr>
        <p:spPr>
          <a:xfrm>
            <a:off x="12344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30" name="S03 L1 letter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31" name="S04 F1 mark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11250" dirty="0"/>
          </a:p>
        </p:txBody>
      </p:sp>
      <p:sp>
        <p:nvSpPr>
          <p:cNvPr id="32" name="S05 Go arrow 1 shape"/>
          <p:cNvSpPr/>
          <p:nvPr/>
        </p:nvSpPr>
        <p:spPr>
          <a:xfrm>
            <a:off x="3800246" y="1307043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06 Plus 1 shape"/>
          <p:cNvSpPr/>
          <p:nvPr/>
        </p:nvSpPr>
        <p:spPr>
          <a:xfrm>
            <a:off x="2788920" y="2423160"/>
            <a:ext cx="457200" cy="45720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4" name="S07 L2 letter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35" name="S08 F2 mark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36" name="S09 Stop sign 2 shape"/>
          <p:cNvSpPr/>
          <p:nvPr/>
        </p:nvSpPr>
        <p:spPr>
          <a:xfrm>
            <a:off x="1819656" y="1280160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7500" dirty="0"/>
          </a:p>
        </p:txBody>
      </p:sp>
      <p:sp>
        <p:nvSpPr>
          <p:cNvPr id="31" name="S03 Go arrow 1 shape"/>
          <p:cNvSpPr/>
          <p:nvPr/>
        </p:nvSpPr>
        <p:spPr>
          <a:xfrm>
            <a:off x="766633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04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5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4" name="S06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5" name="S07 Stop sign 2 shape"/>
          <p:cNvSpPr/>
          <p:nvPr/>
        </p:nvSpPr>
        <p:spPr>
          <a:xfrm>
            <a:off x="595274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08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9 L3 alif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7500" dirty="0"/>
          </a:p>
        </p:txBody>
      </p:sp>
      <p:sp>
        <p:nvSpPr>
          <p:cNvPr id="38" name="S10 Silent sign shape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بًا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 animBg="1"/>
      <p:bldP spid="39" grpId="0" animBg="1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7500" dirty="0"/>
          </a:p>
        </p:txBody>
      </p:sp>
      <p:sp>
        <p:nvSpPr>
          <p:cNvPr id="31" name="S03 Go arrow 1 shape"/>
          <p:cNvSpPr/>
          <p:nvPr/>
        </p:nvSpPr>
        <p:spPr>
          <a:xfrm>
            <a:off x="766633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04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5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4" name="S06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5" name="S07 Stop sign 2 shape"/>
          <p:cNvSpPr/>
          <p:nvPr/>
        </p:nvSpPr>
        <p:spPr>
          <a:xfrm>
            <a:off x="595274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08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9 L3 alif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7500" dirty="0"/>
          </a:p>
        </p:txBody>
      </p:sp>
      <p:sp>
        <p:nvSpPr>
          <p:cNvPr id="38" name="S10 Silent sign shape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تًا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 animBg="1"/>
      <p:bldP spid="39" grpId="0" animBg="1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7500" dirty="0"/>
          </a:p>
        </p:txBody>
      </p:sp>
      <p:sp>
        <p:nvSpPr>
          <p:cNvPr id="31" name="S03 Go arrow 1 shape"/>
          <p:cNvSpPr/>
          <p:nvPr/>
        </p:nvSpPr>
        <p:spPr>
          <a:xfrm>
            <a:off x="766633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04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5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4" name="S06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5" name="S07 Stop sign 2 shape"/>
          <p:cNvSpPr/>
          <p:nvPr/>
        </p:nvSpPr>
        <p:spPr>
          <a:xfrm>
            <a:off x="595274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08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9 L3 alif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7500" dirty="0"/>
          </a:p>
        </p:txBody>
      </p:sp>
      <p:sp>
        <p:nvSpPr>
          <p:cNvPr id="38" name="S10 Silent sign shape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سًا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 animBg="1"/>
      <p:bldP spid="39" grpId="0" animBg="1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7500" dirty="0"/>
          </a:p>
        </p:txBody>
      </p:sp>
      <p:sp>
        <p:nvSpPr>
          <p:cNvPr id="31" name="S03 Go arrow 1 shape"/>
          <p:cNvSpPr/>
          <p:nvPr/>
        </p:nvSpPr>
        <p:spPr>
          <a:xfrm>
            <a:off x="766633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04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5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4" name="S06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5" name="S07 Stop sign 2 shape"/>
          <p:cNvSpPr/>
          <p:nvPr/>
        </p:nvSpPr>
        <p:spPr>
          <a:xfrm>
            <a:off x="595274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08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9 L3 alif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7500" dirty="0"/>
          </a:p>
        </p:txBody>
      </p:sp>
      <p:sp>
        <p:nvSpPr>
          <p:cNvPr id="38" name="S10 Silent sign shape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لًا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 animBg="1"/>
      <p:bldP spid="39" grpId="0" animBg="1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7500" dirty="0"/>
          </a:p>
        </p:txBody>
      </p:sp>
      <p:sp>
        <p:nvSpPr>
          <p:cNvPr id="31" name="S03 Go arrow 1 shape"/>
          <p:cNvSpPr/>
          <p:nvPr/>
        </p:nvSpPr>
        <p:spPr>
          <a:xfrm>
            <a:off x="766633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04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5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4" name="S06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5" name="S07 Stop sign 2 shape"/>
          <p:cNvSpPr/>
          <p:nvPr/>
        </p:nvSpPr>
        <p:spPr>
          <a:xfrm>
            <a:off x="595274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08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9 L3 alif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7500" dirty="0"/>
          </a:p>
        </p:txBody>
      </p:sp>
      <p:sp>
        <p:nvSpPr>
          <p:cNvPr id="38" name="S10 Silent sign shape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مًا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 animBg="1"/>
      <p:bldP spid="39" grpId="0" animBg="1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6250" dirty="0"/>
          </a:p>
        </p:txBody>
      </p:sp>
      <p:sp>
        <p:nvSpPr>
          <p:cNvPr id="35" name="S06 Go arrow 1 shape"/>
          <p:cNvSpPr/>
          <p:nvPr/>
        </p:nvSpPr>
        <p:spPr>
          <a:xfrm>
            <a:off x="634319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07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8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8" name="S09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39" name="S10 Stop sign 2 shape"/>
          <p:cNvSpPr/>
          <p:nvPr/>
        </p:nvSpPr>
        <p:spPr>
          <a:xfrm>
            <a:off x="494233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11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1" name="S12 L4 alif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250" dirty="0"/>
          </a:p>
        </p:txBody>
      </p:sp>
      <p:sp>
        <p:nvSpPr>
          <p:cNvPr id="42" name="S13 Silent sign shape"/>
          <p:cNvSpPr/>
          <p:nvPr/>
        </p:nvSpPr>
        <p:spPr>
          <a:xfrm>
            <a:off x="3479292" y="1613916"/>
            <a:ext cx="310896" cy="310896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يَدًا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6250" dirty="0"/>
          </a:p>
        </p:txBody>
      </p:sp>
      <p:sp>
        <p:nvSpPr>
          <p:cNvPr id="35" name="S06 Go arrow 1 shape"/>
          <p:cNvSpPr/>
          <p:nvPr/>
        </p:nvSpPr>
        <p:spPr>
          <a:xfrm>
            <a:off x="634319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07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8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8" name="S09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39" name="S10 Stop sign 2 shape"/>
          <p:cNvSpPr/>
          <p:nvPr/>
        </p:nvSpPr>
        <p:spPr>
          <a:xfrm>
            <a:off x="494233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11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1" name="S12 L4 alif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250" dirty="0"/>
          </a:p>
        </p:txBody>
      </p:sp>
      <p:sp>
        <p:nvSpPr>
          <p:cNvPr id="42" name="S13 Silent sign shape"/>
          <p:cNvSpPr/>
          <p:nvPr/>
        </p:nvSpPr>
        <p:spPr>
          <a:xfrm>
            <a:off x="3479292" y="1613916"/>
            <a:ext cx="310896" cy="310896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أَبًا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6250" dirty="0"/>
          </a:p>
        </p:txBody>
      </p:sp>
      <p:sp>
        <p:nvSpPr>
          <p:cNvPr id="35" name="S06 Go arrow 1 shape"/>
          <p:cNvSpPr/>
          <p:nvPr/>
        </p:nvSpPr>
        <p:spPr>
          <a:xfrm>
            <a:off x="634319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07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8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8" name="S09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39" name="S10 Stop sign 2 shape"/>
          <p:cNvSpPr/>
          <p:nvPr/>
        </p:nvSpPr>
        <p:spPr>
          <a:xfrm>
            <a:off x="494233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11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1" name="S12 L4 alif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250" dirty="0"/>
          </a:p>
        </p:txBody>
      </p:sp>
      <p:sp>
        <p:nvSpPr>
          <p:cNvPr id="42" name="S13 Silent sign shape"/>
          <p:cNvSpPr/>
          <p:nvPr/>
        </p:nvSpPr>
        <p:spPr>
          <a:xfrm>
            <a:off x="3479292" y="1613916"/>
            <a:ext cx="310896" cy="310896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أَخًا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6250" dirty="0"/>
          </a:p>
        </p:txBody>
      </p:sp>
      <p:sp>
        <p:nvSpPr>
          <p:cNvPr id="35" name="S06 Go arrow 1 shape"/>
          <p:cNvSpPr/>
          <p:nvPr/>
        </p:nvSpPr>
        <p:spPr>
          <a:xfrm>
            <a:off x="634319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07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8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8" name="S09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39" name="S10 Stop sign 2 shape"/>
          <p:cNvSpPr/>
          <p:nvPr/>
        </p:nvSpPr>
        <p:spPr>
          <a:xfrm>
            <a:off x="494233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11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1" name="S12 L4 alif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250" dirty="0"/>
          </a:p>
        </p:txBody>
      </p:sp>
      <p:sp>
        <p:nvSpPr>
          <p:cNvPr id="42" name="S13 Silent sign shape"/>
          <p:cNvSpPr/>
          <p:nvPr/>
        </p:nvSpPr>
        <p:spPr>
          <a:xfrm>
            <a:off x="3479292" y="1613916"/>
            <a:ext cx="310896" cy="310896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دَمًا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6250" dirty="0"/>
          </a:p>
        </p:txBody>
      </p:sp>
      <p:sp>
        <p:nvSpPr>
          <p:cNvPr id="35" name="S06 Go arrow 1 shape"/>
          <p:cNvSpPr/>
          <p:nvPr/>
        </p:nvSpPr>
        <p:spPr>
          <a:xfrm>
            <a:off x="634319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07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8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8" name="S09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39" name="S10 Stop sign 2 shape"/>
          <p:cNvSpPr/>
          <p:nvPr/>
        </p:nvSpPr>
        <p:spPr>
          <a:xfrm>
            <a:off x="494233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11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1" name="S12 L4 alif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250" dirty="0"/>
          </a:p>
        </p:txBody>
      </p:sp>
      <p:sp>
        <p:nvSpPr>
          <p:cNvPr id="42" name="S13 Silent sign shape"/>
          <p:cNvSpPr/>
          <p:nvPr/>
        </p:nvSpPr>
        <p:spPr>
          <a:xfrm>
            <a:off x="3479292" y="1613916"/>
            <a:ext cx="310896" cy="310896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فَمًا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6250" dirty="0"/>
          </a:p>
        </p:txBody>
      </p:sp>
      <p:sp>
        <p:nvSpPr>
          <p:cNvPr id="35" name="S06 Go arrow 1 shape"/>
          <p:cNvSpPr/>
          <p:nvPr/>
        </p:nvSpPr>
        <p:spPr>
          <a:xfrm>
            <a:off x="634319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07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S08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8" name="S09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39" name="S10 Stop sign 2 shape"/>
          <p:cNvSpPr/>
          <p:nvPr/>
        </p:nvSpPr>
        <p:spPr>
          <a:xfrm>
            <a:off x="494233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11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1" name="S12 L4 alif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250" dirty="0"/>
          </a:p>
        </p:txBody>
      </p:sp>
      <p:sp>
        <p:nvSpPr>
          <p:cNvPr id="42" name="S13 Silent sign shape"/>
          <p:cNvSpPr/>
          <p:nvPr/>
        </p:nvSpPr>
        <p:spPr>
          <a:xfrm>
            <a:off x="3479292" y="1613916"/>
            <a:ext cx="310896" cy="310896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غَدًا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ةَ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سَنَةً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ةَ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لُغَةً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ةَ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كُرَةً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ةَ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هِبَةً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ةَ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عِدَةً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ةَ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صِلَةً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ةَ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ثِقَةً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ةَ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سِمَةً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تٍ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أَبٍ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أَخٍ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دَمٍ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فَمٍ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يَدٍ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غَدٍ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ةِ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سَنَةٍ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ةِ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لُغَةٍ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ةِ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كُرَةٍ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ةِ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هِبَةٍ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تٌ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0500" dirty="0"/>
          </a:p>
        </p:txBody>
      </p:sp>
      <p:sp>
        <p:nvSpPr>
          <p:cNvPr id="29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10500" dirty="0"/>
          </a:p>
        </p:txBody>
      </p:sp>
      <p:sp>
        <p:nvSpPr>
          <p:cNvPr id="30" name="S03 Go arrow 1 shape"/>
          <p:cNvSpPr/>
          <p:nvPr/>
        </p:nvSpPr>
        <p:spPr>
          <a:xfrm>
            <a:off x="7320686" y="1224747"/>
            <a:ext cx="537667" cy="33028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3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4" name="S07 Stop sign 2 shape"/>
          <p:cNvSpPr/>
          <p:nvPr/>
        </p:nvSpPr>
        <p:spPr>
          <a:xfrm>
            <a:off x="5020056" y="1197864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6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أَبٌ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أَخٌ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دَمٌ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فَمٌ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يَدٌ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7500" dirty="0"/>
          </a:p>
        </p:txBody>
      </p:sp>
      <p:sp>
        <p:nvSpPr>
          <p:cNvPr id="30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7500" dirty="0"/>
          </a:p>
        </p:txBody>
      </p:sp>
      <p:sp>
        <p:nvSpPr>
          <p:cNvPr id="31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3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7500" dirty="0"/>
          </a:p>
        </p:txBody>
      </p:sp>
      <p:sp>
        <p:nvSpPr>
          <p:cNvPr id="34" name="S06 Go arrow 1 shape"/>
          <p:cNvSpPr/>
          <p:nvPr/>
        </p:nvSpPr>
        <p:spPr>
          <a:xfrm>
            <a:off x="5883250" y="1487363"/>
            <a:ext cx="486461" cy="298826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7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38" name="S10 Stop sign 2 shape"/>
          <p:cNvSpPr/>
          <p:nvPr/>
        </p:nvSpPr>
        <p:spPr>
          <a:xfrm>
            <a:off x="4169664" y="1463040"/>
            <a:ext cx="347472" cy="347472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11 Arrow shape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0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غَدٌ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ةُ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سَنَةٌ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ةُ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لُغَةٌ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ةُ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كُرَةٌ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B6E3A5"/>
          </a:solidFill>
          <a:ln w="12700">
            <a:solidFill>
              <a:srgbClr val="B6E3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9AD68A"/>
          </a:solidFill>
          <a:ln w="12700">
            <a:solidFill>
              <a:srgbClr val="9AD68A"/>
            </a:solidFill>
            <a:prstDash val="solid"/>
          </a:ln>
        </p:spPr>
      </p:sp>
      <p:sp>
        <p:nvSpPr>
          <p:cNvPr id="4" name="Deco cloud 1"/>
          <p:cNvSpPr/>
          <p:nvPr/>
        </p:nvSpPr>
        <p:spPr>
          <a:xfrm>
            <a:off x="27432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Deco cloud 2"/>
          <p:cNvSpPr/>
          <p:nvPr/>
        </p:nvSpPr>
        <p:spPr>
          <a:xfrm>
            <a:off x="2834640" y="137160"/>
            <a:ext cx="109728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3"/>
          <p:cNvSpPr/>
          <p:nvPr/>
        </p:nvSpPr>
        <p:spPr>
          <a:xfrm>
            <a:off x="4937760" y="411480"/>
            <a:ext cx="914400" cy="502920"/>
          </a:xfrm>
          <a:prstGeom prst="cloud">
            <a:avLst/>
          </a:prstGeom>
          <a:solidFill>
            <a:srgbClr val="F6F2FF"/>
          </a:solidFill>
          <a:ln w="12700">
            <a:solidFill>
              <a:srgbClr val="F6F2FF"/>
            </a:solidFill>
            <a:prstDash val="solid"/>
          </a:ln>
        </p:spPr>
      </p:sp>
      <p:sp>
        <p:nvSpPr>
          <p:cNvPr id="7" name="Deco sun"/>
          <p:cNvSpPr/>
          <p:nvPr/>
        </p:nvSpPr>
        <p:spPr>
          <a:xfrm>
            <a:off x="8229600" y="39776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Deco balloon 1"/>
          <p:cNvSpPr/>
          <p:nvPr/>
        </p:nvSpPr>
        <p:spPr>
          <a:xfrm>
            <a:off x="365760" y="3611880"/>
            <a:ext cx="566928" cy="623621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Deco balloon stripe 1"/>
          <p:cNvSpPr/>
          <p:nvPr/>
        </p:nvSpPr>
        <p:spPr>
          <a:xfrm>
            <a:off x="535838" y="3657600"/>
            <a:ext cx="226771" cy="566928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basket 1"/>
          <p:cNvSpPr/>
          <p:nvPr/>
        </p:nvSpPr>
        <p:spPr>
          <a:xfrm>
            <a:off x="581193" y="4345229"/>
            <a:ext cx="136063" cy="113386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1" name="Deco rope a 1"/>
          <p:cNvSpPr/>
          <p:nvPr/>
        </p:nvSpPr>
        <p:spPr>
          <a:xfrm>
            <a:off x="507492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2" name="Deco rope b 1"/>
          <p:cNvSpPr/>
          <p:nvPr/>
        </p:nvSpPr>
        <p:spPr>
          <a:xfrm>
            <a:off x="779617" y="4178808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3" name="Deco balloon 2"/>
          <p:cNvSpPr/>
          <p:nvPr/>
        </p:nvSpPr>
        <p:spPr>
          <a:xfrm>
            <a:off x="8046720" y="502920"/>
            <a:ext cx="731520" cy="80467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4" name="Deco balloon stripe 2"/>
          <p:cNvSpPr/>
          <p:nvPr/>
        </p:nvSpPr>
        <p:spPr>
          <a:xfrm>
            <a:off x="8266176" y="548640"/>
            <a:ext cx="292608" cy="73152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5" name="Deco basket 2"/>
          <p:cNvSpPr/>
          <p:nvPr/>
        </p:nvSpPr>
        <p:spPr>
          <a:xfrm>
            <a:off x="8324698" y="1417320"/>
            <a:ext cx="175565" cy="14630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6" name="Deco rope a 2"/>
          <p:cNvSpPr/>
          <p:nvPr/>
        </p:nvSpPr>
        <p:spPr>
          <a:xfrm>
            <a:off x="822960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7" name="Deco rope b 2"/>
          <p:cNvSpPr/>
          <p:nvPr/>
        </p:nvSpPr>
        <p:spPr>
          <a:xfrm>
            <a:off x="8580730" y="123444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18" name="Deco balloon 3"/>
          <p:cNvSpPr/>
          <p:nvPr/>
        </p:nvSpPr>
        <p:spPr>
          <a:xfrm>
            <a:off x="6675120" y="137160"/>
            <a:ext cx="502920" cy="55321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9" name="Deco balloon stripe 3"/>
          <p:cNvSpPr/>
          <p:nvPr/>
        </p:nvSpPr>
        <p:spPr>
          <a:xfrm>
            <a:off x="6825996" y="182880"/>
            <a:ext cx="201168" cy="5029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0" name="Deco basket 3"/>
          <p:cNvSpPr/>
          <p:nvPr/>
        </p:nvSpPr>
        <p:spPr>
          <a:xfrm>
            <a:off x="6866230" y="800100"/>
            <a:ext cx="120701" cy="100584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1" name="Deco rope a 3"/>
          <p:cNvSpPr/>
          <p:nvPr/>
        </p:nvSpPr>
        <p:spPr>
          <a:xfrm>
            <a:off x="6800850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2" name="Deco rope b 3"/>
          <p:cNvSpPr/>
          <p:nvPr/>
        </p:nvSpPr>
        <p:spPr>
          <a:xfrm>
            <a:off x="7042252" y="640080"/>
            <a:ext cx="18288" cy="201168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1188720" y="4160520"/>
            <a:ext cx="548640" cy="54864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2011680" y="43891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49808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603504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457200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Circle 4"/>
          <p:cNvSpPr/>
          <p:nvPr/>
        </p:nvSpPr>
        <p:spPr>
          <a:xfrm>
            <a:off x="3108960" y="2034540"/>
            <a:ext cx="1051560" cy="10515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9" name="Result panel"/>
          <p:cNvSpPr/>
          <p:nvPr/>
        </p:nvSpPr>
        <p:spPr>
          <a:xfrm>
            <a:off x="548640" y="1737360"/>
            <a:ext cx="182880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0" name="S01 L1 letter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250" dirty="0"/>
          </a:p>
        </p:txBody>
      </p:sp>
      <p:sp>
        <p:nvSpPr>
          <p:cNvPr id="31" name="S02 F1 mark"/>
          <p:cNvSpPr txBox="1"/>
          <p:nvPr/>
        </p:nvSpPr>
        <p:spPr>
          <a:xfrm>
            <a:off x="749808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6250" dirty="0"/>
          </a:p>
        </p:txBody>
      </p:sp>
      <p:sp>
        <p:nvSpPr>
          <p:cNvPr id="32" name="S03 Plus 1 shape"/>
          <p:cNvSpPr/>
          <p:nvPr/>
        </p:nvSpPr>
        <p:spPr>
          <a:xfrm>
            <a:off x="714603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S04 L2 letter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250" dirty="0"/>
          </a:p>
        </p:txBody>
      </p:sp>
      <p:sp>
        <p:nvSpPr>
          <p:cNvPr id="34" name="S05 F2 mark"/>
          <p:cNvSpPr txBox="1"/>
          <p:nvPr/>
        </p:nvSpPr>
        <p:spPr>
          <a:xfrm>
            <a:off x="603504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6250" dirty="0"/>
          </a:p>
        </p:txBody>
      </p:sp>
      <p:sp>
        <p:nvSpPr>
          <p:cNvPr id="35" name="S06 Plus 2 shape"/>
          <p:cNvSpPr/>
          <p:nvPr/>
        </p:nvSpPr>
        <p:spPr>
          <a:xfrm>
            <a:off x="568299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S07 L3 letter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</a:t>
            </a:r>
            <a:endParaRPr lang="ar-SA" sz="6250" dirty="0"/>
          </a:p>
        </p:txBody>
      </p:sp>
      <p:sp>
        <p:nvSpPr>
          <p:cNvPr id="37" name="S08 F3 mark"/>
          <p:cNvSpPr txBox="1"/>
          <p:nvPr/>
        </p:nvSpPr>
        <p:spPr>
          <a:xfrm>
            <a:off x="457200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ةُ</a:t>
            </a:r>
            <a:endParaRPr lang="ar-SA" sz="6250" dirty="0"/>
          </a:p>
        </p:txBody>
      </p:sp>
      <p:sp>
        <p:nvSpPr>
          <p:cNvPr id="38" name="S09 Go arrow 1 shape"/>
          <p:cNvSpPr/>
          <p:nvPr/>
        </p:nvSpPr>
        <p:spPr>
          <a:xfrm>
            <a:off x="4880153" y="1635679"/>
            <a:ext cx="435254" cy="267371"/>
          </a:xfrm>
          <a:prstGeom prst="leftArrow">
            <a:avLst/>
          </a:prstGeom>
          <a:solidFill>
            <a:srgbClr val="2FB5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10 Plus 3 shape"/>
          <p:cNvSpPr/>
          <p:nvPr/>
        </p:nvSpPr>
        <p:spPr>
          <a:xfrm>
            <a:off x="4219956" y="2414016"/>
            <a:ext cx="292608" cy="292608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S11 L4 letter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250" dirty="0"/>
          </a:p>
        </p:txBody>
      </p:sp>
      <p:sp>
        <p:nvSpPr>
          <p:cNvPr id="41" name="S12 F4 mark"/>
          <p:cNvSpPr txBox="1"/>
          <p:nvPr/>
        </p:nvSpPr>
        <p:spPr>
          <a:xfrm>
            <a:off x="3108960" y="2034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6250" dirty="0"/>
          </a:p>
        </p:txBody>
      </p:sp>
      <p:sp>
        <p:nvSpPr>
          <p:cNvPr id="42" name="S13 Stop sign 2 shape"/>
          <p:cNvSpPr/>
          <p:nvPr/>
        </p:nvSpPr>
        <p:spPr>
          <a:xfrm>
            <a:off x="3479292" y="1613916"/>
            <a:ext cx="310896" cy="310896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14 Arrow shape"/>
          <p:cNvSpPr/>
          <p:nvPr/>
        </p:nvSpPr>
        <p:spPr>
          <a:xfrm>
            <a:off x="2491740" y="2304288"/>
            <a:ext cx="50292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4" name="S15 Result"/>
          <p:cNvSpPr txBox="1"/>
          <p:nvPr/>
        </p:nvSpPr>
        <p:spPr>
          <a:xfrm>
            <a:off x="54864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هِبَةٌ</a:t>
            </a:r>
            <a:endParaRPr lang="ar-SA" sz="7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Tanween = vowel + noon</dc:title>
  <dc:subject>PptxGenJS Presentation</dc:subject>
  <dc:creator>PptxGenJS</dc:creator>
  <cp:lastModifiedBy>PptxGenJS</cp:lastModifiedBy>
  <cp:revision>1</cp:revision>
  <dcterms:created xsi:type="dcterms:W3CDTF">2026-10-08T05:44:25Z</dcterms:created>
  <dcterms:modified xsi:type="dcterms:W3CDTF">2026-10-08T05:44:25Z</dcterms:modified>
</cp:coreProperties>
</file>