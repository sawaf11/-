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غَهَّفَ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فَهَّقَ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قَهَّكَ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كَهَّلَ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لَهَّمَ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مَهَّنَ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15-ha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