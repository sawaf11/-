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notesMaster" Target="notesMasters/notesMaster1.xml"/><Relationship Id="rId111" Type="http://schemas.openxmlformats.org/officeDocument/2006/relationships/presProps" Target="presProps.xml"/><Relationship Id="rId112" Type="http://schemas.openxmlformats.org/officeDocument/2006/relationships/viewProps" Target="viewProps.xml"/><Relationship Id="rId113" Type="http://schemas.openxmlformats.org/officeDocument/2006/relationships/theme" Target="theme/theme1.xml"/><Relationship Id="rId1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بَعَّتَ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جَعَّحَ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دَعَّذَ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زَعَّسَ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صَعَّضَ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ضَعَّطَ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طَعَّظَ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ظَعَّأَ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بَغَّتَ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جَغَّحَ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دَغَّذَ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زَغَّسَ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صَغَّضَ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ضَغَّطَ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طَغَّظَ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ظَغَّعَ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108</Slides>
  <Notes>108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10-ain-ghain</dc:title>
  <dc:subject>PptxGenJS Presentation</dc:subject>
  <dc:creator>PptxGenJS</dc:creator>
  <cp:lastModifiedBy>PptxGenJS</cp:lastModifiedBy>
  <cp:revision>1</cp:revision>
  <dcterms:created xsi:type="dcterms:W3CDTF">2026-10-10T05:23:36Z</dcterms:created>
  <dcterms:modified xsi:type="dcterms:W3CDTF">2026-10-10T05:23:36Z</dcterms:modified>
</cp:coreProperties>
</file>