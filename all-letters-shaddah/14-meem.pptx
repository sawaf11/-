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viewProps" Target="viewProps.xml"/><Relationship Id="rId77" Type="http://schemas.openxmlformats.org/officeDocument/2006/relationships/theme" Target="theme/theme1.xml"/><Relationship Id="rId7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SHADDAH? A shaddah is TWO letters written as one. The first letter has a sukun (we use the head-of-haa sukun, ۡ) and the second letter has the vowel. Squeeze them together and we write the letter once with a shaddah (ّ) on top. Read it as the letter twice: first stop on it, then go with the vowel.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WORD CANNOT START WITH A SHADDAH. The first of the two letters has a sukun, and we can never start a word on a sukun. So a shaddah always comes AFTER a letter that has a vowel. The red sign means: not allowed at the start of a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 way: a letter with a vowel comes first, then the two letters that make the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win.wav"/><Relationship Id="rIdSnd2" Type="http://schemas.openxmlformats.org/officeDocument/2006/relationships/audio" Target="../media/bloop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2651760" y="1097280"/>
            <a:ext cx="3840480" cy="2926080"/>
          </a:xfrm>
          <a:prstGeom prst="roundRect">
            <a:avLst>
              <a:gd name="adj" fmla="val 9375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S01 R result"/>
          <p:cNvSpPr txBox="1"/>
          <p:nvPr/>
        </p:nvSpPr>
        <p:spPr>
          <a:xfrm>
            <a:off x="2651760" y="109728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16250" dirty="0"/>
          </a:p>
        </p:txBody>
      </p:sp>
      <p:sp>
        <p:nvSpPr>
          <p:cNvPr id="14" name="S02 B forbidden badge"/>
          <p:cNvSpPr/>
          <p:nvPr/>
        </p:nvSpPr>
        <p:spPr>
          <a:xfrm>
            <a:off x="3474720" y="1463040"/>
            <a:ext cx="2194560" cy="2194560"/>
          </a:xfrm>
          <a:prstGeom prst="noSmoking">
            <a:avLst/>
          </a:prstGeom>
          <a:solidFill>
            <a:srgbClr val="E8453C">
              <a:alpha val="60000"/>
            </a:srgbClr>
          </a:solidFill>
          <a:ln w="12700">
            <a:solidFill>
              <a:srgbClr val="E8453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مَأَّ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مَتَّ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مَثَّ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مَجَّ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مَحَّ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مَخَّ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مَدَّ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مَذَّ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مَرَّ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مَزَّ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مَسَّ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مَشَّ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مَصَّ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مَضَّ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مَطَّ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مَظَّ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مَعَّ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مَغَّ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مَفَّ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مَقَّ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مَكَّ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مَلَّ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أَمَّبَ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بَمَّتَ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تَمَّثَ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ثَمَّجَ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جَمَّحَ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حَمَّخَ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خَمَّدَ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دَمَّذَ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ذَمَّرَ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رَمَّزَ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زَمَّسَ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سَمَّشَ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شَمَّصَ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صَمَّضَ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ضَمَّطَ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طَمَّظَ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ظَمَّعَ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عَمَّغَ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غَمَّفَ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فَمَّقَ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قَمَّكَ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كَمَّلَ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لَمَّأَ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أَمَّ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بَمَّ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تَمَّ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ثَمَّ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جَمَّ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حَمَّ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خَمَّ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دَمَّ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ذَمَّ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رَمَّ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زَمَّ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سَمَّ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شَمَّ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صَمَّ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ضَمَّ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طَمَّ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ظَمَّ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عَمَّ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غَمَّ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فَمَّ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قَمَّ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كَمَّ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لَمَّ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72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14-meem</dc:title>
  <dc:subject>PptxGenJS Presentation</dc:subject>
  <dc:creator>PptxGenJS</dc:creator>
  <cp:lastModifiedBy>PptxGenJS</cp:lastModifiedBy>
  <cp:revision>1</cp:revision>
  <dcterms:created xsi:type="dcterms:W3CDTF">2026-10-10T05:23:36Z</dcterms:created>
  <dcterms:modified xsi:type="dcterms:W3CDTF">2026-10-10T05:23:36Z</dcterms:modified>
</cp:coreProperties>
</file>