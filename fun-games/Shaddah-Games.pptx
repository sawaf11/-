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eep.wav" ContentType="audio/wav"/>
  <Override PartName="/ppt/media/snd_boing.wav" ContentType="audio/wav"/>
  <Override PartName="/ppt/media/snd_bonk.wav" ContentType="audio/wav"/>
  <Override PartName="/ppt/media/snd_cheer.wav" ContentType="audio/wav"/>
  <Override PartName="/ppt/media/snd_creak.wav" ContentType="audio/wav"/>
  <Override PartName="/ppt/media/snd_ding.wav" ContentType="audio/wav"/>
  <Override PartName="/ppt/media/snd_kick.wav" ContentType="audio/wav"/>
  <Override PartName="/ppt/media/snd_pop.wav" ContentType="audio/wav"/>
  <Override PartName="/ppt/media/snd_splash.wav" ContentType="audio/wav"/>
  <Override PartName="/ppt/media/snd_tada.wav" ContentType="audio/wav"/>
  <Override PartName="/ppt/media/snd_whoosh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9.xml"/><Relationship Id="rId7" Type="http://schemas.openxmlformats.org/officeDocument/2006/relationships/slide" Target="slide4.xml"/><Relationship Id="rId8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5.xml"/><Relationship Id="rId7" Type="http://schemas.openxmlformats.org/officeDocument/2006/relationships/slide" Target="slide10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1.xml"/><Relationship Id="rId7" Type="http://schemas.openxmlformats.org/officeDocument/2006/relationships/slide" Target="slide6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2.xml"/><Relationship Id="rId7" Type="http://schemas.openxmlformats.org/officeDocument/2006/relationships/slide" Target="slide7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8.xml"/><Relationship Id="rId7" Type="http://schemas.openxmlformats.org/officeDocument/2006/relationships/slide" Target="slide13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4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9.xml"/><Relationship Id="rId7" Type="http://schemas.openxmlformats.org/officeDocument/2006/relationships/slide" Target="slide4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5.xml"/><Relationship Id="rId7" Type="http://schemas.openxmlformats.org/officeDocument/2006/relationships/slide" Target="slide10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1.xml"/><Relationship Id="rId7" Type="http://schemas.openxmlformats.org/officeDocument/2006/relationships/slide" Target="slide6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2.xml"/><Relationship Id="rId7" Type="http://schemas.openxmlformats.org/officeDocument/2006/relationships/slide" Target="slide7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8.xml"/><Relationship Id="rId7" Type="http://schemas.openxmlformats.org/officeDocument/2006/relationships/slide" Target="slide13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6.xml"/><Relationship Id="rId6" Type="http://schemas.openxmlformats.org/officeDocument/2006/relationships/slide" Target="slide21.xml"/><Relationship Id="rId7" Type="http://schemas.openxmlformats.org/officeDocument/2006/relationships/slide" Target="slide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2.xml"/><Relationship Id="rId6" Type="http://schemas.openxmlformats.org/officeDocument/2006/relationships/slide" Target="slide17.xml"/><Relationship Id="rId7" Type="http://schemas.openxmlformats.org/officeDocument/2006/relationships/slide" Target="slide26.xml"/><Relationship Id="rId8" Type="http://schemas.openxmlformats.org/officeDocument/2006/relationships/audio" Target="../media/snd_kick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3.xml"/><Relationship Id="rId6" Type="http://schemas.openxmlformats.org/officeDocument/2006/relationships/slide" Target="slide18.xml"/><Relationship Id="rId7" Type="http://schemas.openxmlformats.org/officeDocument/2006/relationships/slide" Target="slide26.xml"/><Relationship Id="rId8" Type="http://schemas.openxmlformats.org/officeDocument/2006/relationships/audio" Target="../media/snd_kick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4.xml"/><Relationship Id="rId6" Type="http://schemas.openxmlformats.org/officeDocument/2006/relationships/slide" Target="slide19.xml"/><Relationship Id="rId7" Type="http://schemas.openxmlformats.org/officeDocument/2006/relationships/slide" Target="slide26.xml"/><Relationship Id="rId8" Type="http://schemas.openxmlformats.org/officeDocument/2006/relationships/audio" Target="../media/snd_kick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5.xml"/><Relationship Id="rId6" Type="http://schemas.openxmlformats.org/officeDocument/2006/relationships/slide" Target="slide20.xml"/><Relationship Id="rId7" Type="http://schemas.openxmlformats.org/officeDocument/2006/relationships/slide" Target="slide26.xml"/><Relationship Id="rId8" Type="http://schemas.openxmlformats.org/officeDocument/2006/relationships/audio" Target="../media/snd_kick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26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6.xml"/><Relationship Id="rId6" Type="http://schemas.openxmlformats.org/officeDocument/2006/relationships/slide" Target="slide21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2.xml"/><Relationship Id="rId6" Type="http://schemas.openxmlformats.org/officeDocument/2006/relationships/slide" Target="slide17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3.xml"/><Relationship Id="rId6" Type="http://schemas.openxmlformats.org/officeDocument/2006/relationships/slide" Target="slide18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4.xml"/><Relationship Id="rId6" Type="http://schemas.openxmlformats.org/officeDocument/2006/relationships/slide" Target="slide19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5.xml"/><Relationship Id="rId6" Type="http://schemas.openxmlformats.org/officeDocument/2006/relationships/slide" Target="slide20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28.xml"/><Relationship Id="rId5" Type="http://schemas.openxmlformats.org/officeDocument/2006/relationships/slide" Target="slide33.xml"/><Relationship Id="rId6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34.xml"/><Relationship Id="rId5" Type="http://schemas.openxmlformats.org/officeDocument/2006/relationships/slide" Target="slide29.xml"/><Relationship Id="rId6" Type="http://schemas.openxmlformats.org/officeDocument/2006/relationships/slide" Target="slide38.xml"/><Relationship Id="rId7" Type="http://schemas.openxmlformats.org/officeDocument/2006/relationships/audio" Target="../media/snd_beep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5.xml"/><Relationship Id="rId5" Type="http://schemas.openxmlformats.org/officeDocument/2006/relationships/slide" Target="slide30.xml"/><Relationship Id="rId6" Type="http://schemas.openxmlformats.org/officeDocument/2006/relationships/slide" Target="slide38.xml"/><Relationship Id="rId7" Type="http://schemas.openxmlformats.org/officeDocument/2006/relationships/audio" Target="../media/snd_beep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6.xml"/><Relationship Id="rId5" Type="http://schemas.openxmlformats.org/officeDocument/2006/relationships/slide" Target="slide31.xml"/><Relationship Id="rId6" Type="http://schemas.openxmlformats.org/officeDocument/2006/relationships/slide" Target="slide38.xml"/><Relationship Id="rId7" Type="http://schemas.openxmlformats.org/officeDocument/2006/relationships/audio" Target="../media/snd_beep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32.xml"/><Relationship Id="rId5" Type="http://schemas.openxmlformats.org/officeDocument/2006/relationships/slide" Target="slide37.xml"/><Relationship Id="rId6" Type="http://schemas.openxmlformats.org/officeDocument/2006/relationships/slide" Target="slide38.xml"/><Relationship Id="rId7" Type="http://schemas.openxmlformats.org/officeDocument/2006/relationships/audio" Target="../media/snd_beep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38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28.xml"/><Relationship Id="rId5" Type="http://schemas.openxmlformats.org/officeDocument/2006/relationships/slide" Target="slide33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34.xml"/><Relationship Id="rId5" Type="http://schemas.openxmlformats.org/officeDocument/2006/relationships/slide" Target="slide29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5.xml"/><Relationship Id="rId5" Type="http://schemas.openxmlformats.org/officeDocument/2006/relationships/slide" Target="slide30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6.xml"/><Relationship Id="rId5" Type="http://schemas.openxmlformats.org/officeDocument/2006/relationships/slide" Target="slide31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32.xml"/><Relationship Id="rId5" Type="http://schemas.openxmlformats.org/officeDocument/2006/relationships/slide" Target="slide37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Relationship Id="rId4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45.xml"/><Relationship Id="rId5" Type="http://schemas.openxmlformats.org/officeDocument/2006/relationships/slide" Target="slide40.xml"/><Relationship Id="rId6" Type="http://schemas.openxmlformats.org/officeDocument/2006/relationships/slide" Target="slide5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46.xml"/><Relationship Id="rId5" Type="http://schemas.openxmlformats.org/officeDocument/2006/relationships/slide" Target="slide41.xml"/><Relationship Id="rId6" Type="http://schemas.openxmlformats.org/officeDocument/2006/relationships/slide" Target="slide50.xml"/><Relationship Id="rId7" Type="http://schemas.openxmlformats.org/officeDocument/2006/relationships/audio" Target="../media/snd_pop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47.xml"/><Relationship Id="rId5" Type="http://schemas.openxmlformats.org/officeDocument/2006/relationships/slide" Target="slide42.xml"/><Relationship Id="rId6" Type="http://schemas.openxmlformats.org/officeDocument/2006/relationships/slide" Target="slide50.xml"/><Relationship Id="rId7" Type="http://schemas.openxmlformats.org/officeDocument/2006/relationships/audio" Target="../media/snd_pop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43.xml"/><Relationship Id="rId5" Type="http://schemas.openxmlformats.org/officeDocument/2006/relationships/slide" Target="slide48.xml"/><Relationship Id="rId6" Type="http://schemas.openxmlformats.org/officeDocument/2006/relationships/slide" Target="slide50.xml"/><Relationship Id="rId7" Type="http://schemas.openxmlformats.org/officeDocument/2006/relationships/audio" Target="../media/snd_pop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44.xml"/><Relationship Id="rId5" Type="http://schemas.openxmlformats.org/officeDocument/2006/relationships/slide" Target="slide49.xml"/><Relationship Id="rId6" Type="http://schemas.openxmlformats.org/officeDocument/2006/relationships/slide" Target="slide50.xml"/><Relationship Id="rId7" Type="http://schemas.openxmlformats.org/officeDocument/2006/relationships/audio" Target="../media/snd_pop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50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45.xml"/><Relationship Id="rId5" Type="http://schemas.openxmlformats.org/officeDocument/2006/relationships/slide" Target="slide40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46.xml"/><Relationship Id="rId5" Type="http://schemas.openxmlformats.org/officeDocument/2006/relationships/slide" Target="slide41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47.xml"/><Relationship Id="rId5" Type="http://schemas.openxmlformats.org/officeDocument/2006/relationships/slide" Target="slide42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43.xml"/><Relationship Id="rId5" Type="http://schemas.openxmlformats.org/officeDocument/2006/relationships/slide" Target="slide48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44.xml"/><Relationship Id="rId5" Type="http://schemas.openxmlformats.org/officeDocument/2006/relationships/slide" Target="slide49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png"/><Relationship Id="rId4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7.xml"/><Relationship Id="rId5" Type="http://schemas.openxmlformats.org/officeDocument/2006/relationships/slide" Target="slide52.xml"/><Relationship Id="rId6" Type="http://schemas.openxmlformats.org/officeDocument/2006/relationships/slide" Target="slide6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8.xml"/><Relationship Id="rId5" Type="http://schemas.openxmlformats.org/officeDocument/2006/relationships/slide" Target="slide53.xml"/><Relationship Id="rId6" Type="http://schemas.openxmlformats.org/officeDocument/2006/relationships/slide" Target="slide62.xml"/><Relationship Id="rId7" Type="http://schemas.openxmlformats.org/officeDocument/2006/relationships/audio" Target="../media/snd_whoosh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9.xml"/><Relationship Id="rId5" Type="http://schemas.openxmlformats.org/officeDocument/2006/relationships/slide" Target="slide54.xml"/><Relationship Id="rId6" Type="http://schemas.openxmlformats.org/officeDocument/2006/relationships/slide" Target="slide62.xml"/><Relationship Id="rId7" Type="http://schemas.openxmlformats.org/officeDocument/2006/relationships/audio" Target="../media/snd_whoosh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60.xml"/><Relationship Id="rId5" Type="http://schemas.openxmlformats.org/officeDocument/2006/relationships/slide" Target="slide55.xml"/><Relationship Id="rId6" Type="http://schemas.openxmlformats.org/officeDocument/2006/relationships/slide" Target="slide62.xml"/><Relationship Id="rId7" Type="http://schemas.openxmlformats.org/officeDocument/2006/relationships/audio" Target="../media/snd_whoosh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61.xml"/><Relationship Id="rId5" Type="http://schemas.openxmlformats.org/officeDocument/2006/relationships/slide" Target="slide56.xml"/><Relationship Id="rId6" Type="http://schemas.openxmlformats.org/officeDocument/2006/relationships/slide" Target="slide62.xml"/><Relationship Id="rId7" Type="http://schemas.openxmlformats.org/officeDocument/2006/relationships/audio" Target="../media/snd_whoosh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62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7.xml"/><Relationship Id="rId5" Type="http://schemas.openxmlformats.org/officeDocument/2006/relationships/slide" Target="slide52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8.xml"/><Relationship Id="rId5" Type="http://schemas.openxmlformats.org/officeDocument/2006/relationships/slide" Target="slide53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9.xml"/><Relationship Id="rId5" Type="http://schemas.openxmlformats.org/officeDocument/2006/relationships/slide" Target="slide54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60.xml"/><Relationship Id="rId5" Type="http://schemas.openxmlformats.org/officeDocument/2006/relationships/slide" Target="slide55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61.xml"/><Relationship Id="rId5" Type="http://schemas.openxmlformats.org/officeDocument/2006/relationships/slide" Target="slide56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png"/><Relationship Id="rId4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64.xml"/><Relationship Id="rId5" Type="http://schemas.openxmlformats.org/officeDocument/2006/relationships/slide" Target="slide69.xml"/><Relationship Id="rId6" Type="http://schemas.openxmlformats.org/officeDocument/2006/relationships/slide" Target="slide7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0.xml"/><Relationship Id="rId5" Type="http://schemas.openxmlformats.org/officeDocument/2006/relationships/slide" Target="slide65.xml"/><Relationship Id="rId6" Type="http://schemas.openxmlformats.org/officeDocument/2006/relationships/slide" Target="slide74.xml"/><Relationship Id="rId7" Type="http://schemas.openxmlformats.org/officeDocument/2006/relationships/audio" Target="../media/snd_creak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4.xml"/><Relationship Id="rId7" Type="http://schemas.openxmlformats.org/officeDocument/2006/relationships/audio" Target="../media/snd_creak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2.xml"/><Relationship Id="rId5" Type="http://schemas.openxmlformats.org/officeDocument/2006/relationships/slide" Target="slide67.xml"/><Relationship Id="rId6" Type="http://schemas.openxmlformats.org/officeDocument/2006/relationships/slide" Target="slide74.xml"/><Relationship Id="rId7" Type="http://schemas.openxmlformats.org/officeDocument/2006/relationships/audio" Target="../media/snd_creak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3.xml"/><Relationship Id="rId5" Type="http://schemas.openxmlformats.org/officeDocument/2006/relationships/slide" Target="slide68.xml"/><Relationship Id="rId6" Type="http://schemas.openxmlformats.org/officeDocument/2006/relationships/slide" Target="slide74.xml"/><Relationship Id="rId7" Type="http://schemas.openxmlformats.org/officeDocument/2006/relationships/audio" Target="../media/snd_creak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74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64.xml"/><Relationship Id="rId5" Type="http://schemas.openxmlformats.org/officeDocument/2006/relationships/slide" Target="slide69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0.xml"/><Relationship Id="rId5" Type="http://schemas.openxmlformats.org/officeDocument/2006/relationships/slide" Target="slide65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2.xml"/><Relationship Id="rId5" Type="http://schemas.openxmlformats.org/officeDocument/2006/relationships/slide" Target="slide67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3.xml"/><Relationship Id="rId5" Type="http://schemas.openxmlformats.org/officeDocument/2006/relationships/slide" Target="slide68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jpg"/><Relationship Id="rId4" Type="http://schemas.openxmlformats.org/officeDocument/2006/relationships/slide" Target="slide7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76.xml"/><Relationship Id="rId5" Type="http://schemas.openxmlformats.org/officeDocument/2006/relationships/slide" Target="slide82.xml"/><Relationship Id="rId6" Type="http://schemas.openxmlformats.org/officeDocument/2006/relationships/slide" Target="slide8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77.xml"/><Relationship Id="rId5" Type="http://schemas.openxmlformats.org/officeDocument/2006/relationships/slide" Target="slide83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78.xml"/><Relationship Id="rId5" Type="http://schemas.openxmlformats.org/officeDocument/2006/relationships/slide" Target="slide84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5.xml"/><Relationship Id="rId5" Type="http://schemas.openxmlformats.org/officeDocument/2006/relationships/slide" Target="slide79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0.xml"/><Relationship Id="rId5" Type="http://schemas.openxmlformats.org/officeDocument/2006/relationships/slide" Target="slide86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7.xml"/><Relationship Id="rId5" Type="http://schemas.openxmlformats.org/officeDocument/2006/relationships/slide" Target="slide81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8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76.xml"/><Relationship Id="rId5" Type="http://schemas.openxmlformats.org/officeDocument/2006/relationships/slide" Target="slide82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77.xml"/><Relationship Id="rId5" Type="http://schemas.openxmlformats.org/officeDocument/2006/relationships/slide" Target="slide83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78.xml"/><Relationship Id="rId5" Type="http://schemas.openxmlformats.org/officeDocument/2006/relationships/slide" Target="slide84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5.xml"/><Relationship Id="rId5" Type="http://schemas.openxmlformats.org/officeDocument/2006/relationships/slide" Target="slide79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0.xml"/><Relationship Id="rId5" Type="http://schemas.openxmlformats.org/officeDocument/2006/relationships/slide" Target="slide86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7.xml"/><Relationship Id="rId5" Type="http://schemas.openxmlformats.org/officeDocument/2006/relationships/slide" Target="slide81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94.xml"/><Relationship Id="rId7" Type="http://schemas.openxmlformats.org/officeDocument/2006/relationships/slide" Target="slide89.xml"/><Relationship Id="rId8" Type="http://schemas.openxmlformats.org/officeDocument/2006/relationships/slide" Target="slide9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5.xml"/><Relationship Id="rId7" Type="http://schemas.openxmlformats.org/officeDocument/2006/relationships/slide" Target="slide90.xml"/><Relationship Id="rId8" Type="http://schemas.openxmlformats.org/officeDocument/2006/relationships/slide" Target="slide99.xml"/><Relationship Id="rId9" Type="http://schemas.openxmlformats.org/officeDocument/2006/relationships/audio" Target="../media/snd_boing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6.xml"/><Relationship Id="rId7" Type="http://schemas.openxmlformats.org/officeDocument/2006/relationships/slide" Target="slide91.xml"/><Relationship Id="rId8" Type="http://schemas.openxmlformats.org/officeDocument/2006/relationships/slide" Target="slide99.xml"/><Relationship Id="rId9" Type="http://schemas.openxmlformats.org/officeDocument/2006/relationships/audio" Target="../media/snd_boing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2.xml"/><Relationship Id="rId7" Type="http://schemas.openxmlformats.org/officeDocument/2006/relationships/slide" Target="slide97.xml"/><Relationship Id="rId8" Type="http://schemas.openxmlformats.org/officeDocument/2006/relationships/slide" Target="slide99.xml"/><Relationship Id="rId9" Type="http://schemas.openxmlformats.org/officeDocument/2006/relationships/audio" Target="../media/snd_boing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8.xml"/><Relationship Id="rId7" Type="http://schemas.openxmlformats.org/officeDocument/2006/relationships/slide" Target="slide93.xml"/><Relationship Id="rId8" Type="http://schemas.openxmlformats.org/officeDocument/2006/relationships/slide" Target="slide99.xml"/><Relationship Id="rId9" Type="http://schemas.openxmlformats.org/officeDocument/2006/relationships/audio" Target="../media/snd_boing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9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94.xml"/><Relationship Id="rId7" Type="http://schemas.openxmlformats.org/officeDocument/2006/relationships/slide" Target="slide89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5.xml"/><Relationship Id="rId7" Type="http://schemas.openxmlformats.org/officeDocument/2006/relationships/slide" Target="slide90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6.xml"/><Relationship Id="rId7" Type="http://schemas.openxmlformats.org/officeDocument/2006/relationships/slide" Target="slide91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2.xml"/><Relationship Id="rId7" Type="http://schemas.openxmlformats.org/officeDocument/2006/relationships/slide" Target="slide97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8.xml"/><Relationship Id="rId7" Type="http://schemas.openxmlformats.org/officeDocument/2006/relationships/slide" Target="slide93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5.xml"/><Relationship Id="rId6" Type="http://schemas.openxmlformats.org/officeDocument/2006/relationships/slide" Target="slide100.xml"/><Relationship Id="rId7" Type="http://schemas.openxmlformats.org/officeDocument/2006/relationships/slide" Target="slide110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6.xml"/><Relationship Id="rId6" Type="http://schemas.openxmlformats.org/officeDocument/2006/relationships/slide" Target="slide101.xml"/><Relationship Id="rId7" Type="http://schemas.openxmlformats.org/officeDocument/2006/relationships/slide" Target="slide110.xml"/><Relationship Id="rId8" Type="http://schemas.openxmlformats.org/officeDocument/2006/relationships/audio" Target="../media/snd_kick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2.xml"/><Relationship Id="rId6" Type="http://schemas.openxmlformats.org/officeDocument/2006/relationships/slide" Target="slide107.xml"/><Relationship Id="rId7" Type="http://schemas.openxmlformats.org/officeDocument/2006/relationships/slide" Target="slide110.xml"/><Relationship Id="rId8" Type="http://schemas.openxmlformats.org/officeDocument/2006/relationships/audio" Target="../media/snd_kick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3.xml"/><Relationship Id="rId6" Type="http://schemas.openxmlformats.org/officeDocument/2006/relationships/slide" Target="slide108.xml"/><Relationship Id="rId7" Type="http://schemas.openxmlformats.org/officeDocument/2006/relationships/slide" Target="slide110.xml"/><Relationship Id="rId8" Type="http://schemas.openxmlformats.org/officeDocument/2006/relationships/audio" Target="../media/snd_kick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9.xml"/><Relationship Id="rId6" Type="http://schemas.openxmlformats.org/officeDocument/2006/relationships/slide" Target="slide104.xml"/><Relationship Id="rId7" Type="http://schemas.openxmlformats.org/officeDocument/2006/relationships/slide" Target="slide110.xml"/><Relationship Id="rId8" Type="http://schemas.openxmlformats.org/officeDocument/2006/relationships/audio" Target="../media/snd_kick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110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5.xml"/><Relationship Id="rId6" Type="http://schemas.openxmlformats.org/officeDocument/2006/relationships/slide" Target="slide100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6.xml"/><Relationship Id="rId6" Type="http://schemas.openxmlformats.org/officeDocument/2006/relationships/slide" Target="slide101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2.xml"/><Relationship Id="rId6" Type="http://schemas.openxmlformats.org/officeDocument/2006/relationships/slide" Target="slide107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3.xml"/><Relationship Id="rId6" Type="http://schemas.openxmlformats.org/officeDocument/2006/relationships/slide" Target="slide108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9.xml"/><Relationship Id="rId6" Type="http://schemas.openxmlformats.org/officeDocument/2006/relationships/slide" Target="slide104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116.xml"/><Relationship Id="rId5" Type="http://schemas.openxmlformats.org/officeDocument/2006/relationships/slide" Target="slide111.xml"/><Relationship Id="rId6" Type="http://schemas.openxmlformats.org/officeDocument/2006/relationships/slide" Target="slide12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112.xml"/><Relationship Id="rId5" Type="http://schemas.openxmlformats.org/officeDocument/2006/relationships/slide" Target="slide117.xml"/><Relationship Id="rId6" Type="http://schemas.openxmlformats.org/officeDocument/2006/relationships/slide" Target="slide121.xml"/><Relationship Id="rId7" Type="http://schemas.openxmlformats.org/officeDocument/2006/relationships/audio" Target="../media/snd_beep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113.xml"/><Relationship Id="rId5" Type="http://schemas.openxmlformats.org/officeDocument/2006/relationships/slide" Target="slide118.xml"/><Relationship Id="rId6" Type="http://schemas.openxmlformats.org/officeDocument/2006/relationships/slide" Target="slide121.xml"/><Relationship Id="rId7" Type="http://schemas.openxmlformats.org/officeDocument/2006/relationships/audio" Target="../media/snd_beep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114.xml"/><Relationship Id="rId5" Type="http://schemas.openxmlformats.org/officeDocument/2006/relationships/slide" Target="slide119.xml"/><Relationship Id="rId6" Type="http://schemas.openxmlformats.org/officeDocument/2006/relationships/slide" Target="slide121.xml"/><Relationship Id="rId7" Type="http://schemas.openxmlformats.org/officeDocument/2006/relationships/audio" Target="../media/snd_beep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120.xml"/><Relationship Id="rId5" Type="http://schemas.openxmlformats.org/officeDocument/2006/relationships/slide" Target="slide115.xml"/><Relationship Id="rId6" Type="http://schemas.openxmlformats.org/officeDocument/2006/relationships/slide" Target="slide121.xml"/><Relationship Id="rId7" Type="http://schemas.openxmlformats.org/officeDocument/2006/relationships/audio" Target="../media/snd_beep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121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116.xml"/><Relationship Id="rId5" Type="http://schemas.openxmlformats.org/officeDocument/2006/relationships/slide" Target="slide111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112.xml"/><Relationship Id="rId5" Type="http://schemas.openxmlformats.org/officeDocument/2006/relationships/slide" Target="slide117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113.xml"/><Relationship Id="rId5" Type="http://schemas.openxmlformats.org/officeDocument/2006/relationships/slide" Target="slide118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114.xml"/><Relationship Id="rId5" Type="http://schemas.openxmlformats.org/officeDocument/2006/relationships/slide" Target="slide119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120.xml"/><Relationship Id="rId5" Type="http://schemas.openxmlformats.org/officeDocument/2006/relationships/slide" Target="slide115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127.xml"/><Relationship Id="rId5" Type="http://schemas.openxmlformats.org/officeDocument/2006/relationships/slide" Target="slide122.xml"/><Relationship Id="rId6" Type="http://schemas.openxmlformats.org/officeDocument/2006/relationships/slide" Target="slide13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128.xml"/><Relationship Id="rId5" Type="http://schemas.openxmlformats.org/officeDocument/2006/relationships/slide" Target="slide123.xml"/><Relationship Id="rId6" Type="http://schemas.openxmlformats.org/officeDocument/2006/relationships/slide" Target="slide132.xml"/><Relationship Id="rId7" Type="http://schemas.openxmlformats.org/officeDocument/2006/relationships/audio" Target="../media/snd_pop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129.xml"/><Relationship Id="rId5" Type="http://schemas.openxmlformats.org/officeDocument/2006/relationships/slide" Target="slide124.xml"/><Relationship Id="rId6" Type="http://schemas.openxmlformats.org/officeDocument/2006/relationships/slide" Target="slide132.xml"/><Relationship Id="rId7" Type="http://schemas.openxmlformats.org/officeDocument/2006/relationships/audio" Target="../media/snd_pop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130.xml"/><Relationship Id="rId5" Type="http://schemas.openxmlformats.org/officeDocument/2006/relationships/slide" Target="slide125.xml"/><Relationship Id="rId6" Type="http://schemas.openxmlformats.org/officeDocument/2006/relationships/slide" Target="slide132.xml"/><Relationship Id="rId7" Type="http://schemas.openxmlformats.org/officeDocument/2006/relationships/audio" Target="../media/snd_pop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131.xml"/><Relationship Id="rId5" Type="http://schemas.openxmlformats.org/officeDocument/2006/relationships/slide" Target="slide126.xml"/><Relationship Id="rId6" Type="http://schemas.openxmlformats.org/officeDocument/2006/relationships/slide" Target="slide132.xml"/><Relationship Id="rId7" Type="http://schemas.openxmlformats.org/officeDocument/2006/relationships/audio" Target="../media/snd_pop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32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127.xml"/><Relationship Id="rId5" Type="http://schemas.openxmlformats.org/officeDocument/2006/relationships/slide" Target="slide122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128.xml"/><Relationship Id="rId5" Type="http://schemas.openxmlformats.org/officeDocument/2006/relationships/slide" Target="slide123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129.xml"/><Relationship Id="rId5" Type="http://schemas.openxmlformats.org/officeDocument/2006/relationships/slide" Target="slide124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130.xml"/><Relationship Id="rId5" Type="http://schemas.openxmlformats.org/officeDocument/2006/relationships/slide" Target="slide125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131.xml"/><Relationship Id="rId5" Type="http://schemas.openxmlformats.org/officeDocument/2006/relationships/slide" Target="slide126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3.xml"/><Relationship Id="rId5" Type="http://schemas.openxmlformats.org/officeDocument/2006/relationships/slide" Target="slide138.xml"/><Relationship Id="rId6" Type="http://schemas.openxmlformats.org/officeDocument/2006/relationships/slide" Target="slide14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5.xml"/><Relationship Id="rId5" Type="http://schemas.openxmlformats.org/officeDocument/2006/relationships/slide" Target="slide140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41.xml"/><Relationship Id="rId5" Type="http://schemas.openxmlformats.org/officeDocument/2006/relationships/slide" Target="slide136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42.xml"/><Relationship Id="rId5" Type="http://schemas.openxmlformats.org/officeDocument/2006/relationships/slide" Target="slide137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143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3.xml"/><Relationship Id="rId5" Type="http://schemas.openxmlformats.org/officeDocument/2006/relationships/slide" Target="slide138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5.xml"/><Relationship Id="rId5" Type="http://schemas.openxmlformats.org/officeDocument/2006/relationships/slide" Target="slide140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41.xml"/><Relationship Id="rId5" Type="http://schemas.openxmlformats.org/officeDocument/2006/relationships/slide" Target="slide136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42.xml"/><Relationship Id="rId5" Type="http://schemas.openxmlformats.org/officeDocument/2006/relationships/slide" Target="slide137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4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5.xml"/><Relationship Id="rId5" Type="http://schemas.openxmlformats.org/officeDocument/2006/relationships/slide" Target="slide150.xml"/><Relationship Id="rId6" Type="http://schemas.openxmlformats.org/officeDocument/2006/relationships/slide" Target="slide154.xml"/><Relationship Id="rId7" Type="http://schemas.openxmlformats.org/officeDocument/2006/relationships/audio" Target="../media/snd_creak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4.xml"/><Relationship Id="rId7" Type="http://schemas.openxmlformats.org/officeDocument/2006/relationships/audio" Target="../media/snd_creak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52.xml"/><Relationship Id="rId5" Type="http://schemas.openxmlformats.org/officeDocument/2006/relationships/slide" Target="slide147.xml"/><Relationship Id="rId6" Type="http://schemas.openxmlformats.org/officeDocument/2006/relationships/slide" Target="slide154.xml"/><Relationship Id="rId7" Type="http://schemas.openxmlformats.org/officeDocument/2006/relationships/audio" Target="../media/snd_creak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8.xml"/><Relationship Id="rId5" Type="http://schemas.openxmlformats.org/officeDocument/2006/relationships/slide" Target="slide153.xml"/><Relationship Id="rId6" Type="http://schemas.openxmlformats.org/officeDocument/2006/relationships/slide" Target="slide154.xml"/><Relationship Id="rId7" Type="http://schemas.openxmlformats.org/officeDocument/2006/relationships/audio" Target="../media/snd_creak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154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5.xml"/><Relationship Id="rId5" Type="http://schemas.openxmlformats.org/officeDocument/2006/relationships/slide" Target="slide150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52.xml"/><Relationship Id="rId5" Type="http://schemas.openxmlformats.org/officeDocument/2006/relationships/slide" Target="slide147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8.xml"/><Relationship Id="rId5" Type="http://schemas.openxmlformats.org/officeDocument/2006/relationships/slide" Target="slide153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1.xml"/><Relationship Id="rId5" Type="http://schemas.openxmlformats.org/officeDocument/2006/relationships/slide" Target="slide155.xml"/><Relationship Id="rId6" Type="http://schemas.openxmlformats.org/officeDocument/2006/relationships/slide" Target="slide16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56.xml"/><Relationship Id="rId5" Type="http://schemas.openxmlformats.org/officeDocument/2006/relationships/slide" Target="slide162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3.xml"/><Relationship Id="rId5" Type="http://schemas.openxmlformats.org/officeDocument/2006/relationships/slide" Target="slide157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58.xml"/><Relationship Id="rId5" Type="http://schemas.openxmlformats.org/officeDocument/2006/relationships/slide" Target="slide164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59.xml"/><Relationship Id="rId5" Type="http://schemas.openxmlformats.org/officeDocument/2006/relationships/slide" Target="slide165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6.xml"/><Relationship Id="rId5" Type="http://schemas.openxmlformats.org/officeDocument/2006/relationships/slide" Target="slide160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7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1.xml"/><Relationship Id="rId5" Type="http://schemas.openxmlformats.org/officeDocument/2006/relationships/slide" Target="slide155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56.xml"/><Relationship Id="rId5" Type="http://schemas.openxmlformats.org/officeDocument/2006/relationships/slide" Target="slide162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3.xml"/><Relationship Id="rId5" Type="http://schemas.openxmlformats.org/officeDocument/2006/relationships/slide" Target="slide157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58.xml"/><Relationship Id="rId5" Type="http://schemas.openxmlformats.org/officeDocument/2006/relationships/slide" Target="slide164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59.xml"/><Relationship Id="rId5" Type="http://schemas.openxmlformats.org/officeDocument/2006/relationships/slide" Target="slide165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6.xml"/><Relationship Id="rId5" Type="http://schemas.openxmlformats.org/officeDocument/2006/relationships/slide" Target="slide160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168.xml"/><Relationship Id="rId7" Type="http://schemas.openxmlformats.org/officeDocument/2006/relationships/slide" Target="slide173.xml"/><Relationship Id="rId8" Type="http://schemas.openxmlformats.org/officeDocument/2006/relationships/slide" Target="slide178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4.xml"/><Relationship Id="rId7" Type="http://schemas.openxmlformats.org/officeDocument/2006/relationships/slide" Target="slide169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5.xml"/><Relationship Id="rId7" Type="http://schemas.openxmlformats.org/officeDocument/2006/relationships/slide" Target="slide170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6.xml"/><Relationship Id="rId7" Type="http://schemas.openxmlformats.org/officeDocument/2006/relationships/slide" Target="slide171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7.xml"/><Relationship Id="rId7" Type="http://schemas.openxmlformats.org/officeDocument/2006/relationships/slide" Target="slide172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8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168.xml"/><Relationship Id="rId7" Type="http://schemas.openxmlformats.org/officeDocument/2006/relationships/slide" Target="slide173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4.xml"/><Relationship Id="rId7" Type="http://schemas.openxmlformats.org/officeDocument/2006/relationships/slide" Target="slide169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5.xml"/><Relationship Id="rId7" Type="http://schemas.openxmlformats.org/officeDocument/2006/relationships/slide" Target="slide170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6.xml"/><Relationship Id="rId7" Type="http://schemas.openxmlformats.org/officeDocument/2006/relationships/slide" Target="slide171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7.xml"/><Relationship Id="rId7" Type="http://schemas.openxmlformats.org/officeDocument/2006/relationships/slide" Target="slide172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84.xml"/><Relationship Id="rId6" Type="http://schemas.openxmlformats.org/officeDocument/2006/relationships/slide" Target="slide179.xml"/><Relationship Id="rId7" Type="http://schemas.openxmlformats.org/officeDocument/2006/relationships/slide" Target="slide189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80.xml"/><Relationship Id="rId6" Type="http://schemas.openxmlformats.org/officeDocument/2006/relationships/slide" Target="slide185.xml"/><Relationship Id="rId7" Type="http://schemas.openxmlformats.org/officeDocument/2006/relationships/slide" Target="slide189.xml"/><Relationship Id="rId8" Type="http://schemas.openxmlformats.org/officeDocument/2006/relationships/audio" Target="../media/snd_kick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86.xml"/><Relationship Id="rId6" Type="http://schemas.openxmlformats.org/officeDocument/2006/relationships/slide" Target="slide181.xml"/><Relationship Id="rId7" Type="http://schemas.openxmlformats.org/officeDocument/2006/relationships/slide" Target="slide189.xml"/><Relationship Id="rId8" Type="http://schemas.openxmlformats.org/officeDocument/2006/relationships/audio" Target="../media/snd_kick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87.xml"/><Relationship Id="rId6" Type="http://schemas.openxmlformats.org/officeDocument/2006/relationships/slide" Target="slide182.xml"/><Relationship Id="rId7" Type="http://schemas.openxmlformats.org/officeDocument/2006/relationships/slide" Target="slide189.xml"/><Relationship Id="rId8" Type="http://schemas.openxmlformats.org/officeDocument/2006/relationships/audio" Target="../media/snd_kick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88.xml"/><Relationship Id="rId6" Type="http://schemas.openxmlformats.org/officeDocument/2006/relationships/slide" Target="slide183.xml"/><Relationship Id="rId7" Type="http://schemas.openxmlformats.org/officeDocument/2006/relationships/slide" Target="slide189.xml"/><Relationship Id="rId8" Type="http://schemas.openxmlformats.org/officeDocument/2006/relationships/audio" Target="../media/snd_kick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189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84.xml"/><Relationship Id="rId6" Type="http://schemas.openxmlformats.org/officeDocument/2006/relationships/slide" Target="slide179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80.xml"/><Relationship Id="rId6" Type="http://schemas.openxmlformats.org/officeDocument/2006/relationships/slide" Target="slide185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86.xml"/><Relationship Id="rId6" Type="http://schemas.openxmlformats.org/officeDocument/2006/relationships/slide" Target="slide181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87.xml"/><Relationship Id="rId6" Type="http://schemas.openxmlformats.org/officeDocument/2006/relationships/slide" Target="slide182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88.xml"/><Relationship Id="rId6" Type="http://schemas.openxmlformats.org/officeDocument/2006/relationships/slide" Target="slide183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190.xml"/><Relationship Id="rId5" Type="http://schemas.openxmlformats.org/officeDocument/2006/relationships/slide" Target="slide195.xml"/><Relationship Id="rId6" Type="http://schemas.openxmlformats.org/officeDocument/2006/relationships/slide" Target="slide200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196.xml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beep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197.xml"/><Relationship Id="rId5" Type="http://schemas.openxmlformats.org/officeDocument/2006/relationships/slide" Target="slide192.xml"/><Relationship Id="rId6" Type="http://schemas.openxmlformats.org/officeDocument/2006/relationships/slide" Target="slide200.xml"/><Relationship Id="rId7" Type="http://schemas.openxmlformats.org/officeDocument/2006/relationships/audio" Target="../media/snd_beep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198.xml"/><Relationship Id="rId5" Type="http://schemas.openxmlformats.org/officeDocument/2006/relationships/slide" Target="slide193.xml"/><Relationship Id="rId6" Type="http://schemas.openxmlformats.org/officeDocument/2006/relationships/slide" Target="slide200.xml"/><Relationship Id="rId7" Type="http://schemas.openxmlformats.org/officeDocument/2006/relationships/audio" Target="../media/snd_beep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199.xml"/><Relationship Id="rId5" Type="http://schemas.openxmlformats.org/officeDocument/2006/relationships/slide" Target="slide194.xml"/><Relationship Id="rId6" Type="http://schemas.openxmlformats.org/officeDocument/2006/relationships/slide" Target="slide200.xml"/><Relationship Id="rId7" Type="http://schemas.openxmlformats.org/officeDocument/2006/relationships/audio" Target="../media/snd_beep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200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190.xml"/><Relationship Id="rId5" Type="http://schemas.openxmlformats.org/officeDocument/2006/relationships/slide" Target="slide195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196.xml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197.xml"/><Relationship Id="rId5" Type="http://schemas.openxmlformats.org/officeDocument/2006/relationships/slide" Target="slide192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198.xml"/><Relationship Id="rId5" Type="http://schemas.openxmlformats.org/officeDocument/2006/relationships/slide" Target="slide193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199.xml"/><Relationship Id="rId5" Type="http://schemas.openxmlformats.org/officeDocument/2006/relationships/slide" Target="slide194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201.xml"/><Relationship Id="rId5" Type="http://schemas.openxmlformats.org/officeDocument/2006/relationships/slide" Target="slide206.xml"/><Relationship Id="rId6" Type="http://schemas.openxmlformats.org/officeDocument/2006/relationships/slide" Target="slide21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207.xml"/><Relationship Id="rId5" Type="http://schemas.openxmlformats.org/officeDocument/2006/relationships/slide" Target="slide202.xml"/><Relationship Id="rId6" Type="http://schemas.openxmlformats.org/officeDocument/2006/relationships/slide" Target="slide211.xml"/><Relationship Id="rId7" Type="http://schemas.openxmlformats.org/officeDocument/2006/relationships/audio" Target="../media/snd_pop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208.xml"/><Relationship Id="rId5" Type="http://schemas.openxmlformats.org/officeDocument/2006/relationships/slide" Target="slide203.xml"/><Relationship Id="rId6" Type="http://schemas.openxmlformats.org/officeDocument/2006/relationships/slide" Target="slide211.xml"/><Relationship Id="rId7" Type="http://schemas.openxmlformats.org/officeDocument/2006/relationships/audio" Target="../media/snd_pop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209.xml"/><Relationship Id="rId5" Type="http://schemas.openxmlformats.org/officeDocument/2006/relationships/slide" Target="slide204.xml"/><Relationship Id="rId6" Type="http://schemas.openxmlformats.org/officeDocument/2006/relationships/slide" Target="slide211.xml"/><Relationship Id="rId7" Type="http://schemas.openxmlformats.org/officeDocument/2006/relationships/audio" Target="../media/snd_pop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205.xml"/><Relationship Id="rId5" Type="http://schemas.openxmlformats.org/officeDocument/2006/relationships/slide" Target="slide210.xml"/><Relationship Id="rId6" Type="http://schemas.openxmlformats.org/officeDocument/2006/relationships/slide" Target="slide211.xml"/><Relationship Id="rId7" Type="http://schemas.openxmlformats.org/officeDocument/2006/relationships/audio" Target="../media/snd_pop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11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201.xml"/><Relationship Id="rId5" Type="http://schemas.openxmlformats.org/officeDocument/2006/relationships/slide" Target="slide206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207.xml"/><Relationship Id="rId5" Type="http://schemas.openxmlformats.org/officeDocument/2006/relationships/slide" Target="slide202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208.xml"/><Relationship Id="rId5" Type="http://schemas.openxmlformats.org/officeDocument/2006/relationships/slide" Target="slide203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209.xml"/><Relationship Id="rId5" Type="http://schemas.openxmlformats.org/officeDocument/2006/relationships/slide" Target="slide204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205.xml"/><Relationship Id="rId5" Type="http://schemas.openxmlformats.org/officeDocument/2006/relationships/slide" Target="slide210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2.xml"/><Relationship Id="rId5" Type="http://schemas.openxmlformats.org/officeDocument/2006/relationships/slide" Target="slide217.xml"/><Relationship Id="rId6" Type="http://schemas.openxmlformats.org/officeDocument/2006/relationships/slide" Target="slide22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3.xml"/><Relationship Id="rId5" Type="http://schemas.openxmlformats.org/officeDocument/2006/relationships/slide" Target="slide218.xml"/><Relationship Id="rId6" Type="http://schemas.openxmlformats.org/officeDocument/2006/relationships/slide" Target="slide222.xml"/><Relationship Id="rId7" Type="http://schemas.openxmlformats.org/officeDocument/2006/relationships/audio" Target="../media/snd_whoosh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9.xml"/><Relationship Id="rId5" Type="http://schemas.openxmlformats.org/officeDocument/2006/relationships/slide" Target="slide214.xml"/><Relationship Id="rId6" Type="http://schemas.openxmlformats.org/officeDocument/2006/relationships/slide" Target="slide222.xml"/><Relationship Id="rId7" Type="http://schemas.openxmlformats.org/officeDocument/2006/relationships/audio" Target="../media/snd_whoosh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5.xml"/><Relationship Id="rId5" Type="http://schemas.openxmlformats.org/officeDocument/2006/relationships/slide" Target="slide220.xml"/><Relationship Id="rId6" Type="http://schemas.openxmlformats.org/officeDocument/2006/relationships/slide" Target="slide222.xml"/><Relationship Id="rId7" Type="http://schemas.openxmlformats.org/officeDocument/2006/relationships/audio" Target="../media/snd_whoosh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21.xml"/><Relationship Id="rId5" Type="http://schemas.openxmlformats.org/officeDocument/2006/relationships/slide" Target="slide216.xml"/><Relationship Id="rId6" Type="http://schemas.openxmlformats.org/officeDocument/2006/relationships/slide" Target="slide222.xml"/><Relationship Id="rId7" Type="http://schemas.openxmlformats.org/officeDocument/2006/relationships/audio" Target="../media/snd_whoosh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222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2.xml"/><Relationship Id="rId5" Type="http://schemas.openxmlformats.org/officeDocument/2006/relationships/slide" Target="slide217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3.xml"/><Relationship Id="rId5" Type="http://schemas.openxmlformats.org/officeDocument/2006/relationships/slide" Target="slide218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9.xml"/><Relationship Id="rId5" Type="http://schemas.openxmlformats.org/officeDocument/2006/relationships/slide" Target="slide214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5.xml"/><Relationship Id="rId5" Type="http://schemas.openxmlformats.org/officeDocument/2006/relationships/slide" Target="slide220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21.xml"/><Relationship Id="rId5" Type="http://schemas.openxmlformats.org/officeDocument/2006/relationships/slide" Target="slide216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2.png"/><Relationship Id="rId4" Type="http://schemas.openxmlformats.org/officeDocument/2006/relationships/slide" Target="slide223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27.xml"/><Relationship Id="rId8" Type="http://schemas.openxmlformats.org/officeDocument/2006/relationships/slide" Target="slide224.xml"/><Relationship Id="rId9" Type="http://schemas.openxmlformats.org/officeDocument/2006/relationships/slide" Target="slide246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28.xml"/><Relationship Id="rId8" Type="http://schemas.openxmlformats.org/officeDocument/2006/relationships/slide" Target="slide225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29.xml"/><Relationship Id="rId8" Type="http://schemas.openxmlformats.org/officeDocument/2006/relationships/slide" Target="slide226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6.xml"/><Relationship Id="rId8" Type="http://schemas.openxmlformats.org/officeDocument/2006/relationships/audio" Target="../media/snd_cheer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1.xml"/><Relationship Id="rId8" Type="http://schemas.openxmlformats.org/officeDocument/2006/relationships/slide" Target="slide228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2.xml"/><Relationship Id="rId8" Type="http://schemas.openxmlformats.org/officeDocument/2006/relationships/slide" Target="slide229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3.xml"/><Relationship Id="rId8" Type="http://schemas.openxmlformats.org/officeDocument/2006/relationships/slide" Target="slide230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4.xml"/><Relationship Id="rId8" Type="http://schemas.openxmlformats.org/officeDocument/2006/relationships/slide" Target="slide226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32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7.xml"/><Relationship Id="rId8" Type="http://schemas.openxmlformats.org/officeDocument/2006/relationships/slide" Target="slide233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8.xml"/><Relationship Id="rId8" Type="http://schemas.openxmlformats.org/officeDocument/2006/relationships/slide" Target="slide234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9.xml"/><Relationship Id="rId8" Type="http://schemas.openxmlformats.org/officeDocument/2006/relationships/slide" Target="slide235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0.xml"/><Relationship Id="rId8" Type="http://schemas.openxmlformats.org/officeDocument/2006/relationships/slide" Target="slide226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6.xml"/><Relationship Id="rId8" Type="http://schemas.openxmlformats.org/officeDocument/2006/relationships/audio" Target="../media/snd_cheer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38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2.xml"/><Relationship Id="rId8" Type="http://schemas.openxmlformats.org/officeDocument/2006/relationships/slide" Target="slide239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3.xml"/><Relationship Id="rId8" Type="http://schemas.openxmlformats.org/officeDocument/2006/relationships/slide" Target="slide240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4.xml"/><Relationship Id="rId8" Type="http://schemas.openxmlformats.org/officeDocument/2006/relationships/slide" Target="slide241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26.xml"/><Relationship Id="rId8" Type="http://schemas.openxmlformats.org/officeDocument/2006/relationships/slide" Target="slide246.xml"/><Relationship Id="rId9" Type="http://schemas.openxmlformats.org/officeDocument/2006/relationships/audio" Target="../media/snd_whoosh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43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5.xml"/><Relationship Id="rId8" Type="http://schemas.openxmlformats.org/officeDocument/2006/relationships/slide" Target="slide244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26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46.xml"/><Relationship Id="rId9" Type="http://schemas.openxmlformats.org/officeDocument/2006/relationships/audio" Target="../media/snd_whoosh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2.xml"/><Relationship Id="rId5" Type="http://schemas.openxmlformats.org/officeDocument/2006/relationships/slide" Target="slide247.xml"/><Relationship Id="rId6" Type="http://schemas.openxmlformats.org/officeDocument/2006/relationships/slide" Target="slide25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48.xml"/><Relationship Id="rId5" Type="http://schemas.openxmlformats.org/officeDocument/2006/relationships/slide" Target="slide253.xml"/><Relationship Id="rId6" Type="http://schemas.openxmlformats.org/officeDocument/2006/relationships/slide" Target="slide257.xml"/><Relationship Id="rId7" Type="http://schemas.openxmlformats.org/officeDocument/2006/relationships/audio" Target="../media/snd_creak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49.xml"/><Relationship Id="rId5" Type="http://schemas.openxmlformats.org/officeDocument/2006/relationships/slide" Target="slide254.xml"/><Relationship Id="rId6" Type="http://schemas.openxmlformats.org/officeDocument/2006/relationships/slide" Target="slide257.xml"/><Relationship Id="rId7" Type="http://schemas.openxmlformats.org/officeDocument/2006/relationships/audio" Target="../media/snd_creak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0.xml"/><Relationship Id="rId5" Type="http://schemas.openxmlformats.org/officeDocument/2006/relationships/slide" Target="slide255.xml"/><Relationship Id="rId6" Type="http://schemas.openxmlformats.org/officeDocument/2006/relationships/slide" Target="slide257.xml"/><Relationship Id="rId7" Type="http://schemas.openxmlformats.org/officeDocument/2006/relationships/audio" Target="../media/snd_creak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6.xml"/><Relationship Id="rId5" Type="http://schemas.openxmlformats.org/officeDocument/2006/relationships/slide" Target="slide251.xml"/><Relationship Id="rId6" Type="http://schemas.openxmlformats.org/officeDocument/2006/relationships/slide" Target="slide257.xml"/><Relationship Id="rId7" Type="http://schemas.openxmlformats.org/officeDocument/2006/relationships/audio" Target="../media/snd_creak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257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2.xml"/><Relationship Id="rId5" Type="http://schemas.openxmlformats.org/officeDocument/2006/relationships/slide" Target="slide247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48.xml"/><Relationship Id="rId5" Type="http://schemas.openxmlformats.org/officeDocument/2006/relationships/slide" Target="slide253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49.xml"/><Relationship Id="rId5" Type="http://schemas.openxmlformats.org/officeDocument/2006/relationships/slide" Target="slide254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0.xml"/><Relationship Id="rId5" Type="http://schemas.openxmlformats.org/officeDocument/2006/relationships/slide" Target="slide255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6.xml"/><Relationship Id="rId5" Type="http://schemas.openxmlformats.org/officeDocument/2006/relationships/slide" Target="slide251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58.xml"/><Relationship Id="rId5" Type="http://schemas.openxmlformats.org/officeDocument/2006/relationships/slide" Target="slide264.xml"/><Relationship Id="rId6" Type="http://schemas.openxmlformats.org/officeDocument/2006/relationships/slide" Target="slide270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5.xml"/><Relationship Id="rId5" Type="http://schemas.openxmlformats.org/officeDocument/2006/relationships/slide" Target="slide259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0.xml"/><Relationship Id="rId5" Type="http://schemas.openxmlformats.org/officeDocument/2006/relationships/slide" Target="slide266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7.xml"/><Relationship Id="rId5" Type="http://schemas.openxmlformats.org/officeDocument/2006/relationships/slide" Target="slide261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8.xml"/><Relationship Id="rId5" Type="http://schemas.openxmlformats.org/officeDocument/2006/relationships/slide" Target="slide262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9.xml"/><Relationship Id="rId5" Type="http://schemas.openxmlformats.org/officeDocument/2006/relationships/slide" Target="slide263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70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58.xml"/><Relationship Id="rId5" Type="http://schemas.openxmlformats.org/officeDocument/2006/relationships/slide" Target="slide264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5.xml"/><Relationship Id="rId5" Type="http://schemas.openxmlformats.org/officeDocument/2006/relationships/slide" Target="slide259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0.xml"/><Relationship Id="rId5" Type="http://schemas.openxmlformats.org/officeDocument/2006/relationships/slide" Target="slide266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7.xml"/><Relationship Id="rId5" Type="http://schemas.openxmlformats.org/officeDocument/2006/relationships/slide" Target="slide261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8.xml"/><Relationship Id="rId5" Type="http://schemas.openxmlformats.org/officeDocument/2006/relationships/slide" Target="slide262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9.xml"/><Relationship Id="rId5" Type="http://schemas.openxmlformats.org/officeDocument/2006/relationships/slide" Target="slide263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276.xml"/><Relationship Id="rId7" Type="http://schemas.openxmlformats.org/officeDocument/2006/relationships/slide" Target="slide271.xml"/><Relationship Id="rId8" Type="http://schemas.openxmlformats.org/officeDocument/2006/relationships/slide" Target="slide281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7.xml"/><Relationship Id="rId7" Type="http://schemas.openxmlformats.org/officeDocument/2006/relationships/slide" Target="slide272.xml"/><Relationship Id="rId8" Type="http://schemas.openxmlformats.org/officeDocument/2006/relationships/slide" Target="slide281.xml"/><Relationship Id="rId9" Type="http://schemas.openxmlformats.org/officeDocument/2006/relationships/audio" Target="../media/snd_boing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8.xml"/><Relationship Id="rId7" Type="http://schemas.openxmlformats.org/officeDocument/2006/relationships/slide" Target="slide273.xml"/><Relationship Id="rId8" Type="http://schemas.openxmlformats.org/officeDocument/2006/relationships/slide" Target="slide281.xml"/><Relationship Id="rId9" Type="http://schemas.openxmlformats.org/officeDocument/2006/relationships/audio" Target="../media/snd_boing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9.xml"/><Relationship Id="rId7" Type="http://schemas.openxmlformats.org/officeDocument/2006/relationships/slide" Target="slide274.xml"/><Relationship Id="rId8" Type="http://schemas.openxmlformats.org/officeDocument/2006/relationships/slide" Target="slide281.xml"/><Relationship Id="rId9" Type="http://schemas.openxmlformats.org/officeDocument/2006/relationships/audio" Target="../media/snd_boing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5.xml"/><Relationship Id="rId7" Type="http://schemas.openxmlformats.org/officeDocument/2006/relationships/slide" Target="slide280.xml"/><Relationship Id="rId8" Type="http://schemas.openxmlformats.org/officeDocument/2006/relationships/slide" Target="slide281.xml"/><Relationship Id="rId9" Type="http://schemas.openxmlformats.org/officeDocument/2006/relationships/audio" Target="../media/snd_boing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81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276.xml"/><Relationship Id="rId7" Type="http://schemas.openxmlformats.org/officeDocument/2006/relationships/slide" Target="slide271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7.xml"/><Relationship Id="rId7" Type="http://schemas.openxmlformats.org/officeDocument/2006/relationships/slide" Target="slide272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8.xml"/><Relationship Id="rId7" Type="http://schemas.openxmlformats.org/officeDocument/2006/relationships/slide" Target="slide273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9.xml"/><Relationship Id="rId7" Type="http://schemas.openxmlformats.org/officeDocument/2006/relationships/slide" Target="slide274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5.xml"/><Relationship Id="rId7" Type="http://schemas.openxmlformats.org/officeDocument/2006/relationships/slide" Target="slide280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87.xml"/><Relationship Id="rId6" Type="http://schemas.openxmlformats.org/officeDocument/2006/relationships/slide" Target="slide282.xml"/><Relationship Id="rId7" Type="http://schemas.openxmlformats.org/officeDocument/2006/relationships/slide" Target="slide292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88.xml"/><Relationship Id="rId6" Type="http://schemas.openxmlformats.org/officeDocument/2006/relationships/slide" Target="slide283.xml"/><Relationship Id="rId7" Type="http://schemas.openxmlformats.org/officeDocument/2006/relationships/slide" Target="slide292.xml"/><Relationship Id="rId8" Type="http://schemas.openxmlformats.org/officeDocument/2006/relationships/audio" Target="../media/snd_kick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89.xml"/><Relationship Id="rId6" Type="http://schemas.openxmlformats.org/officeDocument/2006/relationships/slide" Target="slide284.xml"/><Relationship Id="rId7" Type="http://schemas.openxmlformats.org/officeDocument/2006/relationships/slide" Target="slide292.xml"/><Relationship Id="rId8" Type="http://schemas.openxmlformats.org/officeDocument/2006/relationships/audio" Target="../media/snd_kick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90.xml"/><Relationship Id="rId6" Type="http://schemas.openxmlformats.org/officeDocument/2006/relationships/slide" Target="slide285.xml"/><Relationship Id="rId7" Type="http://schemas.openxmlformats.org/officeDocument/2006/relationships/slide" Target="slide292.xml"/><Relationship Id="rId8" Type="http://schemas.openxmlformats.org/officeDocument/2006/relationships/audio" Target="../media/snd_kick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91.xml"/><Relationship Id="rId6" Type="http://schemas.openxmlformats.org/officeDocument/2006/relationships/slide" Target="slide286.xml"/><Relationship Id="rId7" Type="http://schemas.openxmlformats.org/officeDocument/2006/relationships/slide" Target="slide292.xml"/><Relationship Id="rId8" Type="http://schemas.openxmlformats.org/officeDocument/2006/relationships/audio" Target="../media/snd_kick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292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87.xml"/><Relationship Id="rId6" Type="http://schemas.openxmlformats.org/officeDocument/2006/relationships/slide" Target="slide282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88.xml"/><Relationship Id="rId6" Type="http://schemas.openxmlformats.org/officeDocument/2006/relationships/slide" Target="slide283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89.xml"/><Relationship Id="rId6" Type="http://schemas.openxmlformats.org/officeDocument/2006/relationships/slide" Target="slide284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90.xml"/><Relationship Id="rId6" Type="http://schemas.openxmlformats.org/officeDocument/2006/relationships/slide" Target="slide285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91.xml"/><Relationship Id="rId6" Type="http://schemas.openxmlformats.org/officeDocument/2006/relationships/slide" Target="slide286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298.xml"/><Relationship Id="rId5" Type="http://schemas.openxmlformats.org/officeDocument/2006/relationships/slide" Target="slide293.xml"/><Relationship Id="rId6" Type="http://schemas.openxmlformats.org/officeDocument/2006/relationships/slide" Target="slide303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294.xml"/><Relationship Id="rId5" Type="http://schemas.openxmlformats.org/officeDocument/2006/relationships/slide" Target="slide299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00.xml"/><Relationship Id="rId5" Type="http://schemas.openxmlformats.org/officeDocument/2006/relationships/slide" Target="slide295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296.xml"/><Relationship Id="rId5" Type="http://schemas.openxmlformats.org/officeDocument/2006/relationships/slide" Target="slide301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297.xml"/><Relationship Id="rId5" Type="http://schemas.openxmlformats.org/officeDocument/2006/relationships/slide" Target="slide302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303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298.xml"/><Relationship Id="rId5" Type="http://schemas.openxmlformats.org/officeDocument/2006/relationships/slide" Target="slide293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294.xml"/><Relationship Id="rId5" Type="http://schemas.openxmlformats.org/officeDocument/2006/relationships/slide" Target="slide299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00.xml"/><Relationship Id="rId5" Type="http://schemas.openxmlformats.org/officeDocument/2006/relationships/slide" Target="slide295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296.xml"/><Relationship Id="rId5" Type="http://schemas.openxmlformats.org/officeDocument/2006/relationships/slide" Target="slide301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297.xml"/><Relationship Id="rId5" Type="http://schemas.openxmlformats.org/officeDocument/2006/relationships/slide" Target="slide302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309.xml"/><Relationship Id="rId5" Type="http://schemas.openxmlformats.org/officeDocument/2006/relationships/slide" Target="slide304.xml"/><Relationship Id="rId6" Type="http://schemas.openxmlformats.org/officeDocument/2006/relationships/slide" Target="slide314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310.xml"/><Relationship Id="rId5" Type="http://schemas.openxmlformats.org/officeDocument/2006/relationships/slide" Target="slide305.xml"/><Relationship Id="rId6" Type="http://schemas.openxmlformats.org/officeDocument/2006/relationships/slide" Target="slide314.xml"/><Relationship Id="rId7" Type="http://schemas.openxmlformats.org/officeDocument/2006/relationships/audio" Target="../media/snd_pop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311.xml"/><Relationship Id="rId5" Type="http://schemas.openxmlformats.org/officeDocument/2006/relationships/slide" Target="slide306.xml"/><Relationship Id="rId6" Type="http://schemas.openxmlformats.org/officeDocument/2006/relationships/slide" Target="slide314.xml"/><Relationship Id="rId7" Type="http://schemas.openxmlformats.org/officeDocument/2006/relationships/audio" Target="../media/snd_pop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307.xml"/><Relationship Id="rId5" Type="http://schemas.openxmlformats.org/officeDocument/2006/relationships/slide" Target="slide312.xml"/><Relationship Id="rId6" Type="http://schemas.openxmlformats.org/officeDocument/2006/relationships/slide" Target="slide314.xml"/><Relationship Id="rId7" Type="http://schemas.openxmlformats.org/officeDocument/2006/relationships/audio" Target="../media/snd_pop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308.xml"/><Relationship Id="rId5" Type="http://schemas.openxmlformats.org/officeDocument/2006/relationships/slide" Target="slide313.xml"/><Relationship Id="rId6" Type="http://schemas.openxmlformats.org/officeDocument/2006/relationships/slide" Target="slide314.xml"/><Relationship Id="rId7" Type="http://schemas.openxmlformats.org/officeDocument/2006/relationships/audio" Target="../media/snd_pop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14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309.xml"/><Relationship Id="rId5" Type="http://schemas.openxmlformats.org/officeDocument/2006/relationships/slide" Target="slide304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310.xml"/><Relationship Id="rId5" Type="http://schemas.openxmlformats.org/officeDocument/2006/relationships/slide" Target="slide305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311.xml"/><Relationship Id="rId5" Type="http://schemas.openxmlformats.org/officeDocument/2006/relationships/slide" Target="slide306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307.xml"/><Relationship Id="rId5" Type="http://schemas.openxmlformats.org/officeDocument/2006/relationships/slide" Target="slide312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308.xml"/><Relationship Id="rId5" Type="http://schemas.openxmlformats.org/officeDocument/2006/relationships/slide" Target="slide313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15.xml"/><Relationship Id="rId5" Type="http://schemas.openxmlformats.org/officeDocument/2006/relationships/slide" Target="slide320.xml"/><Relationship Id="rId6" Type="http://schemas.openxmlformats.org/officeDocument/2006/relationships/slide" Target="slide325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1.xml"/><Relationship Id="rId5" Type="http://schemas.openxmlformats.org/officeDocument/2006/relationships/slide" Target="slide316.xml"/><Relationship Id="rId6" Type="http://schemas.openxmlformats.org/officeDocument/2006/relationships/slide" Target="slide325.xml"/><Relationship Id="rId7" Type="http://schemas.openxmlformats.org/officeDocument/2006/relationships/audio" Target="../media/snd_whoosh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2.xml"/><Relationship Id="rId5" Type="http://schemas.openxmlformats.org/officeDocument/2006/relationships/slide" Target="slide317.xml"/><Relationship Id="rId6" Type="http://schemas.openxmlformats.org/officeDocument/2006/relationships/slide" Target="slide325.xml"/><Relationship Id="rId7" Type="http://schemas.openxmlformats.org/officeDocument/2006/relationships/audio" Target="../media/snd_whoosh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18.xml"/><Relationship Id="rId5" Type="http://schemas.openxmlformats.org/officeDocument/2006/relationships/slide" Target="slide323.xml"/><Relationship Id="rId6" Type="http://schemas.openxmlformats.org/officeDocument/2006/relationships/slide" Target="slide325.xml"/><Relationship Id="rId7" Type="http://schemas.openxmlformats.org/officeDocument/2006/relationships/audio" Target="../media/snd_whoosh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4.xml"/><Relationship Id="rId5" Type="http://schemas.openxmlformats.org/officeDocument/2006/relationships/slide" Target="slide319.xml"/><Relationship Id="rId6" Type="http://schemas.openxmlformats.org/officeDocument/2006/relationships/slide" Target="slide325.xml"/><Relationship Id="rId7" Type="http://schemas.openxmlformats.org/officeDocument/2006/relationships/audio" Target="../media/snd_whoosh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325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15.xml"/><Relationship Id="rId5" Type="http://schemas.openxmlformats.org/officeDocument/2006/relationships/slide" Target="slide320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1.xml"/><Relationship Id="rId5" Type="http://schemas.openxmlformats.org/officeDocument/2006/relationships/slide" Target="slide316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2.xml"/><Relationship Id="rId5" Type="http://schemas.openxmlformats.org/officeDocument/2006/relationships/slide" Target="slide317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18.xml"/><Relationship Id="rId5" Type="http://schemas.openxmlformats.org/officeDocument/2006/relationships/slide" Target="slide323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4.xml"/><Relationship Id="rId5" Type="http://schemas.openxmlformats.org/officeDocument/2006/relationships/slide" Target="slide319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1.xml"/><Relationship Id="rId5" Type="http://schemas.openxmlformats.org/officeDocument/2006/relationships/slide" Target="slide326.xml"/><Relationship Id="rId6" Type="http://schemas.openxmlformats.org/officeDocument/2006/relationships/slide" Target="slide336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2.xml"/><Relationship Id="rId5" Type="http://schemas.openxmlformats.org/officeDocument/2006/relationships/slide" Target="slide327.xml"/><Relationship Id="rId6" Type="http://schemas.openxmlformats.org/officeDocument/2006/relationships/slide" Target="slide336.xml"/><Relationship Id="rId7" Type="http://schemas.openxmlformats.org/officeDocument/2006/relationships/audio" Target="../media/snd_creak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28.xml"/><Relationship Id="rId5" Type="http://schemas.openxmlformats.org/officeDocument/2006/relationships/slide" Target="slide333.xml"/><Relationship Id="rId6" Type="http://schemas.openxmlformats.org/officeDocument/2006/relationships/slide" Target="slide336.xml"/><Relationship Id="rId7" Type="http://schemas.openxmlformats.org/officeDocument/2006/relationships/audio" Target="../media/snd_creak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29.xml"/><Relationship Id="rId5" Type="http://schemas.openxmlformats.org/officeDocument/2006/relationships/slide" Target="slide334.xml"/><Relationship Id="rId6" Type="http://schemas.openxmlformats.org/officeDocument/2006/relationships/slide" Target="slide336.xml"/><Relationship Id="rId7" Type="http://schemas.openxmlformats.org/officeDocument/2006/relationships/audio" Target="../media/snd_creak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0.xml"/><Relationship Id="rId5" Type="http://schemas.openxmlformats.org/officeDocument/2006/relationships/slide" Target="slide335.xml"/><Relationship Id="rId6" Type="http://schemas.openxmlformats.org/officeDocument/2006/relationships/slide" Target="slide336.xml"/><Relationship Id="rId7" Type="http://schemas.openxmlformats.org/officeDocument/2006/relationships/audio" Target="../media/snd_creak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336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1.xml"/><Relationship Id="rId5" Type="http://schemas.openxmlformats.org/officeDocument/2006/relationships/slide" Target="slide326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2.xml"/><Relationship Id="rId5" Type="http://schemas.openxmlformats.org/officeDocument/2006/relationships/slide" Target="slide327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28.xml"/><Relationship Id="rId5" Type="http://schemas.openxmlformats.org/officeDocument/2006/relationships/slide" Target="slide333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29.xml"/><Relationship Id="rId5" Type="http://schemas.openxmlformats.org/officeDocument/2006/relationships/slide" Target="slide334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0.xml"/><Relationship Id="rId5" Type="http://schemas.openxmlformats.org/officeDocument/2006/relationships/slide" Target="slide335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3.xml"/><Relationship Id="rId5" Type="http://schemas.openxmlformats.org/officeDocument/2006/relationships/slide" Target="slide337.xml"/><Relationship Id="rId6" Type="http://schemas.openxmlformats.org/officeDocument/2006/relationships/slide" Target="slide349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38.xml"/><Relationship Id="rId5" Type="http://schemas.openxmlformats.org/officeDocument/2006/relationships/slide" Target="slide344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39.xml"/><Relationship Id="rId5" Type="http://schemas.openxmlformats.org/officeDocument/2006/relationships/slide" Target="slide345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6.xml"/><Relationship Id="rId5" Type="http://schemas.openxmlformats.org/officeDocument/2006/relationships/slide" Target="slide340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7.xml"/><Relationship Id="rId5" Type="http://schemas.openxmlformats.org/officeDocument/2006/relationships/slide" Target="slide341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8.xml"/><Relationship Id="rId5" Type="http://schemas.openxmlformats.org/officeDocument/2006/relationships/slide" Target="slide342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9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3.xml"/><Relationship Id="rId5" Type="http://schemas.openxmlformats.org/officeDocument/2006/relationships/slide" Target="slide337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38.xml"/><Relationship Id="rId5" Type="http://schemas.openxmlformats.org/officeDocument/2006/relationships/slide" Target="slide344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39.xml"/><Relationship Id="rId5" Type="http://schemas.openxmlformats.org/officeDocument/2006/relationships/slide" Target="slide345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6.xml"/><Relationship Id="rId5" Type="http://schemas.openxmlformats.org/officeDocument/2006/relationships/slide" Target="slide340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7.xml"/><Relationship Id="rId5" Type="http://schemas.openxmlformats.org/officeDocument/2006/relationships/slide" Target="slide341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8.xml"/><Relationship Id="rId5" Type="http://schemas.openxmlformats.org/officeDocument/2006/relationships/slide" Target="slide342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355.xml"/><Relationship Id="rId7" Type="http://schemas.openxmlformats.org/officeDocument/2006/relationships/slide" Target="slide350.xml"/><Relationship Id="rId8" Type="http://schemas.openxmlformats.org/officeDocument/2006/relationships/slide" Target="slide360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1.xml"/><Relationship Id="rId7" Type="http://schemas.openxmlformats.org/officeDocument/2006/relationships/slide" Target="slide356.xml"/><Relationship Id="rId8" Type="http://schemas.openxmlformats.org/officeDocument/2006/relationships/slide" Target="slide360.xml"/><Relationship Id="rId9" Type="http://schemas.openxmlformats.org/officeDocument/2006/relationships/audio" Target="../media/snd_boing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2.xml"/><Relationship Id="rId7" Type="http://schemas.openxmlformats.org/officeDocument/2006/relationships/slide" Target="slide357.xml"/><Relationship Id="rId8" Type="http://schemas.openxmlformats.org/officeDocument/2006/relationships/slide" Target="slide360.xml"/><Relationship Id="rId9" Type="http://schemas.openxmlformats.org/officeDocument/2006/relationships/audio" Target="../media/snd_boing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8.xml"/><Relationship Id="rId7" Type="http://schemas.openxmlformats.org/officeDocument/2006/relationships/slide" Target="slide353.xml"/><Relationship Id="rId8" Type="http://schemas.openxmlformats.org/officeDocument/2006/relationships/slide" Target="slide360.xml"/><Relationship Id="rId9" Type="http://schemas.openxmlformats.org/officeDocument/2006/relationships/audio" Target="../media/snd_boing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9.xml"/><Relationship Id="rId7" Type="http://schemas.openxmlformats.org/officeDocument/2006/relationships/slide" Target="slide354.xml"/><Relationship Id="rId8" Type="http://schemas.openxmlformats.org/officeDocument/2006/relationships/slide" Target="slide360.xml"/><Relationship Id="rId9" Type="http://schemas.openxmlformats.org/officeDocument/2006/relationships/audio" Target="../media/snd_boing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60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355.xml"/><Relationship Id="rId7" Type="http://schemas.openxmlformats.org/officeDocument/2006/relationships/slide" Target="slide350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1.xml"/><Relationship Id="rId7" Type="http://schemas.openxmlformats.org/officeDocument/2006/relationships/slide" Target="slide356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2.xml"/><Relationship Id="rId7" Type="http://schemas.openxmlformats.org/officeDocument/2006/relationships/slide" Target="slide357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8.xml"/><Relationship Id="rId7" Type="http://schemas.openxmlformats.org/officeDocument/2006/relationships/slide" Target="slide353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9.xml"/><Relationship Id="rId7" Type="http://schemas.openxmlformats.org/officeDocument/2006/relationships/slide" Target="slide354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66.xml"/><Relationship Id="rId6" Type="http://schemas.openxmlformats.org/officeDocument/2006/relationships/slide" Target="slide361.xml"/><Relationship Id="rId7" Type="http://schemas.openxmlformats.org/officeDocument/2006/relationships/slide" Target="slide371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62.xml"/><Relationship Id="rId6" Type="http://schemas.openxmlformats.org/officeDocument/2006/relationships/slide" Target="slide367.xml"/><Relationship Id="rId7" Type="http://schemas.openxmlformats.org/officeDocument/2006/relationships/slide" Target="slide371.xml"/><Relationship Id="rId8" Type="http://schemas.openxmlformats.org/officeDocument/2006/relationships/audio" Target="../media/snd_kick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63.xml"/><Relationship Id="rId6" Type="http://schemas.openxmlformats.org/officeDocument/2006/relationships/slide" Target="slide368.xml"/><Relationship Id="rId7" Type="http://schemas.openxmlformats.org/officeDocument/2006/relationships/slide" Target="slide371.xml"/><Relationship Id="rId8" Type="http://schemas.openxmlformats.org/officeDocument/2006/relationships/audio" Target="../media/snd_kick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69.xml"/><Relationship Id="rId6" Type="http://schemas.openxmlformats.org/officeDocument/2006/relationships/slide" Target="slide364.xml"/><Relationship Id="rId7" Type="http://schemas.openxmlformats.org/officeDocument/2006/relationships/slide" Target="slide371.xml"/><Relationship Id="rId8" Type="http://schemas.openxmlformats.org/officeDocument/2006/relationships/audio" Target="../media/snd_kick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70.xml"/><Relationship Id="rId6" Type="http://schemas.openxmlformats.org/officeDocument/2006/relationships/slide" Target="slide365.xml"/><Relationship Id="rId7" Type="http://schemas.openxmlformats.org/officeDocument/2006/relationships/slide" Target="slide371.xml"/><Relationship Id="rId8" Type="http://schemas.openxmlformats.org/officeDocument/2006/relationships/audio" Target="../media/snd_kick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371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66.xml"/><Relationship Id="rId6" Type="http://schemas.openxmlformats.org/officeDocument/2006/relationships/slide" Target="slide361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62.xml"/><Relationship Id="rId6" Type="http://schemas.openxmlformats.org/officeDocument/2006/relationships/slide" Target="slide367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63.xml"/><Relationship Id="rId6" Type="http://schemas.openxmlformats.org/officeDocument/2006/relationships/slide" Target="slide368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69.xml"/><Relationship Id="rId6" Type="http://schemas.openxmlformats.org/officeDocument/2006/relationships/slide" Target="slide364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70.xml"/><Relationship Id="rId6" Type="http://schemas.openxmlformats.org/officeDocument/2006/relationships/slide" Target="slide365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372.xml"/><Relationship Id="rId5" Type="http://schemas.openxmlformats.org/officeDocument/2006/relationships/slide" Target="slide377.xml"/><Relationship Id="rId6" Type="http://schemas.openxmlformats.org/officeDocument/2006/relationships/slide" Target="slide382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378.xml"/><Relationship Id="rId5" Type="http://schemas.openxmlformats.org/officeDocument/2006/relationships/slide" Target="slide373.xml"/><Relationship Id="rId6" Type="http://schemas.openxmlformats.org/officeDocument/2006/relationships/slide" Target="slide382.xml"/><Relationship Id="rId7" Type="http://schemas.openxmlformats.org/officeDocument/2006/relationships/audio" Target="../media/snd_beep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79.xml"/><Relationship Id="rId5" Type="http://schemas.openxmlformats.org/officeDocument/2006/relationships/slide" Target="slide374.xml"/><Relationship Id="rId6" Type="http://schemas.openxmlformats.org/officeDocument/2006/relationships/slide" Target="slide382.xml"/><Relationship Id="rId7" Type="http://schemas.openxmlformats.org/officeDocument/2006/relationships/audio" Target="../media/snd_beep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80.xml"/><Relationship Id="rId5" Type="http://schemas.openxmlformats.org/officeDocument/2006/relationships/slide" Target="slide375.xml"/><Relationship Id="rId6" Type="http://schemas.openxmlformats.org/officeDocument/2006/relationships/slide" Target="slide382.xml"/><Relationship Id="rId7" Type="http://schemas.openxmlformats.org/officeDocument/2006/relationships/audio" Target="../media/snd_beep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376.xml"/><Relationship Id="rId5" Type="http://schemas.openxmlformats.org/officeDocument/2006/relationships/slide" Target="slide381.xml"/><Relationship Id="rId6" Type="http://schemas.openxmlformats.org/officeDocument/2006/relationships/slide" Target="slide382.xml"/><Relationship Id="rId7" Type="http://schemas.openxmlformats.org/officeDocument/2006/relationships/audio" Target="../media/snd_beep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382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372.xml"/><Relationship Id="rId5" Type="http://schemas.openxmlformats.org/officeDocument/2006/relationships/slide" Target="slide377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378.xml"/><Relationship Id="rId5" Type="http://schemas.openxmlformats.org/officeDocument/2006/relationships/slide" Target="slide373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79.xml"/><Relationship Id="rId5" Type="http://schemas.openxmlformats.org/officeDocument/2006/relationships/slide" Target="slide374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80.xml"/><Relationship Id="rId5" Type="http://schemas.openxmlformats.org/officeDocument/2006/relationships/slide" Target="slide375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376.xml"/><Relationship Id="rId5" Type="http://schemas.openxmlformats.org/officeDocument/2006/relationships/slide" Target="slide381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383.xml"/><Relationship Id="rId5" Type="http://schemas.openxmlformats.org/officeDocument/2006/relationships/slide" Target="slide388.xml"/><Relationship Id="rId6" Type="http://schemas.openxmlformats.org/officeDocument/2006/relationships/slide" Target="slide393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384.xml"/><Relationship Id="rId5" Type="http://schemas.openxmlformats.org/officeDocument/2006/relationships/slide" Target="slide389.xml"/><Relationship Id="rId6" Type="http://schemas.openxmlformats.org/officeDocument/2006/relationships/slide" Target="slide393.xml"/><Relationship Id="rId7" Type="http://schemas.openxmlformats.org/officeDocument/2006/relationships/audio" Target="../media/snd_pop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390.xml"/><Relationship Id="rId5" Type="http://schemas.openxmlformats.org/officeDocument/2006/relationships/slide" Target="slide385.xml"/><Relationship Id="rId6" Type="http://schemas.openxmlformats.org/officeDocument/2006/relationships/slide" Target="slide393.xml"/><Relationship Id="rId7" Type="http://schemas.openxmlformats.org/officeDocument/2006/relationships/audio" Target="../media/snd_pop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391.xml"/><Relationship Id="rId5" Type="http://schemas.openxmlformats.org/officeDocument/2006/relationships/slide" Target="slide386.xml"/><Relationship Id="rId6" Type="http://schemas.openxmlformats.org/officeDocument/2006/relationships/slide" Target="slide393.xml"/><Relationship Id="rId7" Type="http://schemas.openxmlformats.org/officeDocument/2006/relationships/audio" Target="../media/snd_pop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392.xml"/><Relationship Id="rId5" Type="http://schemas.openxmlformats.org/officeDocument/2006/relationships/slide" Target="slide387.xml"/><Relationship Id="rId6" Type="http://schemas.openxmlformats.org/officeDocument/2006/relationships/slide" Target="slide393.xml"/><Relationship Id="rId7" Type="http://schemas.openxmlformats.org/officeDocument/2006/relationships/audio" Target="../media/snd_pop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93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383.xml"/><Relationship Id="rId5" Type="http://schemas.openxmlformats.org/officeDocument/2006/relationships/slide" Target="slide388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384.xml"/><Relationship Id="rId5" Type="http://schemas.openxmlformats.org/officeDocument/2006/relationships/slide" Target="slide389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390.xml"/><Relationship Id="rId5" Type="http://schemas.openxmlformats.org/officeDocument/2006/relationships/slide" Target="slide385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391.xml"/><Relationship Id="rId5" Type="http://schemas.openxmlformats.org/officeDocument/2006/relationships/slide" Target="slide386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392.xml"/><Relationship Id="rId5" Type="http://schemas.openxmlformats.org/officeDocument/2006/relationships/slide" Target="slide387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94.xml"/><Relationship Id="rId5" Type="http://schemas.openxmlformats.org/officeDocument/2006/relationships/slide" Target="slide399.xml"/><Relationship Id="rId6" Type="http://schemas.openxmlformats.org/officeDocument/2006/relationships/slide" Target="slide404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95.xml"/><Relationship Id="rId5" Type="http://schemas.openxmlformats.org/officeDocument/2006/relationships/slide" Target="slide400.xml"/><Relationship Id="rId6" Type="http://schemas.openxmlformats.org/officeDocument/2006/relationships/slide" Target="slide404.xml"/><Relationship Id="rId7" Type="http://schemas.openxmlformats.org/officeDocument/2006/relationships/audio" Target="../media/snd_whoosh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1.xml"/><Relationship Id="rId5" Type="http://schemas.openxmlformats.org/officeDocument/2006/relationships/slide" Target="slide396.xml"/><Relationship Id="rId6" Type="http://schemas.openxmlformats.org/officeDocument/2006/relationships/slide" Target="slide404.xml"/><Relationship Id="rId7" Type="http://schemas.openxmlformats.org/officeDocument/2006/relationships/audio" Target="../media/snd_whoosh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2.xml"/><Relationship Id="rId5" Type="http://schemas.openxmlformats.org/officeDocument/2006/relationships/slide" Target="slide397.xml"/><Relationship Id="rId6" Type="http://schemas.openxmlformats.org/officeDocument/2006/relationships/slide" Target="slide404.xml"/><Relationship Id="rId7" Type="http://schemas.openxmlformats.org/officeDocument/2006/relationships/audio" Target="../media/snd_whoosh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3.xml"/><Relationship Id="rId5" Type="http://schemas.openxmlformats.org/officeDocument/2006/relationships/slide" Target="slide398.xml"/><Relationship Id="rId6" Type="http://schemas.openxmlformats.org/officeDocument/2006/relationships/slide" Target="slide404.xml"/><Relationship Id="rId7" Type="http://schemas.openxmlformats.org/officeDocument/2006/relationships/audio" Target="../media/snd_whoosh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404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94.xml"/><Relationship Id="rId5" Type="http://schemas.openxmlformats.org/officeDocument/2006/relationships/slide" Target="slide399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95.xml"/><Relationship Id="rId5" Type="http://schemas.openxmlformats.org/officeDocument/2006/relationships/slide" Target="slide400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1.xml"/><Relationship Id="rId5" Type="http://schemas.openxmlformats.org/officeDocument/2006/relationships/slide" Target="slide396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2.xml"/><Relationship Id="rId5" Type="http://schemas.openxmlformats.org/officeDocument/2006/relationships/slide" Target="slide397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3.xml"/><Relationship Id="rId5" Type="http://schemas.openxmlformats.org/officeDocument/2006/relationships/slide" Target="slide398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05.xml"/><Relationship Id="rId5" Type="http://schemas.openxmlformats.org/officeDocument/2006/relationships/slide" Target="slide410.xml"/><Relationship Id="rId6" Type="http://schemas.openxmlformats.org/officeDocument/2006/relationships/slide" Target="slide415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1.xml"/><Relationship Id="rId5" Type="http://schemas.openxmlformats.org/officeDocument/2006/relationships/slide" Target="slide406.xml"/><Relationship Id="rId6" Type="http://schemas.openxmlformats.org/officeDocument/2006/relationships/slide" Target="slide415.xml"/><Relationship Id="rId7" Type="http://schemas.openxmlformats.org/officeDocument/2006/relationships/audio" Target="../media/snd_creak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2.xml"/><Relationship Id="rId5" Type="http://schemas.openxmlformats.org/officeDocument/2006/relationships/slide" Target="slide407.xml"/><Relationship Id="rId6" Type="http://schemas.openxmlformats.org/officeDocument/2006/relationships/slide" Target="slide415.xml"/><Relationship Id="rId7" Type="http://schemas.openxmlformats.org/officeDocument/2006/relationships/audio" Target="../media/snd_creak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3.xml"/><Relationship Id="rId5" Type="http://schemas.openxmlformats.org/officeDocument/2006/relationships/slide" Target="slide408.xml"/><Relationship Id="rId6" Type="http://schemas.openxmlformats.org/officeDocument/2006/relationships/slide" Target="slide415.xml"/><Relationship Id="rId7" Type="http://schemas.openxmlformats.org/officeDocument/2006/relationships/audio" Target="../media/snd_creak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4.xml"/><Relationship Id="rId5" Type="http://schemas.openxmlformats.org/officeDocument/2006/relationships/slide" Target="slide409.xml"/><Relationship Id="rId6" Type="http://schemas.openxmlformats.org/officeDocument/2006/relationships/slide" Target="slide415.xml"/><Relationship Id="rId7" Type="http://schemas.openxmlformats.org/officeDocument/2006/relationships/audio" Target="../media/snd_creak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415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05.xml"/><Relationship Id="rId5" Type="http://schemas.openxmlformats.org/officeDocument/2006/relationships/slide" Target="slide410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1.xml"/><Relationship Id="rId5" Type="http://schemas.openxmlformats.org/officeDocument/2006/relationships/slide" Target="slide406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2.xml"/><Relationship Id="rId5" Type="http://schemas.openxmlformats.org/officeDocument/2006/relationships/slide" Target="slide407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3.xml"/><Relationship Id="rId5" Type="http://schemas.openxmlformats.org/officeDocument/2006/relationships/slide" Target="slide408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4.xml"/><Relationship Id="rId5" Type="http://schemas.openxmlformats.org/officeDocument/2006/relationships/slide" Target="slide409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16.xml"/><Relationship Id="rId5" Type="http://schemas.openxmlformats.org/officeDocument/2006/relationships/slide" Target="slide422.xml"/><Relationship Id="rId6" Type="http://schemas.openxmlformats.org/officeDocument/2006/relationships/slide" Target="slide428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3.xml"/><Relationship Id="rId5" Type="http://schemas.openxmlformats.org/officeDocument/2006/relationships/slide" Target="slide417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18.xml"/><Relationship Id="rId5" Type="http://schemas.openxmlformats.org/officeDocument/2006/relationships/slide" Target="slide424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5.xml"/><Relationship Id="rId5" Type="http://schemas.openxmlformats.org/officeDocument/2006/relationships/slide" Target="slide419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0.xml"/><Relationship Id="rId5" Type="http://schemas.openxmlformats.org/officeDocument/2006/relationships/slide" Target="slide426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7.xml"/><Relationship Id="rId5" Type="http://schemas.openxmlformats.org/officeDocument/2006/relationships/slide" Target="slide421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8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16.xml"/><Relationship Id="rId5" Type="http://schemas.openxmlformats.org/officeDocument/2006/relationships/slide" Target="slide422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3.xml"/><Relationship Id="rId5" Type="http://schemas.openxmlformats.org/officeDocument/2006/relationships/slide" Target="slide417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18.xml"/><Relationship Id="rId5" Type="http://schemas.openxmlformats.org/officeDocument/2006/relationships/slide" Target="slide424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5.xml"/><Relationship Id="rId5" Type="http://schemas.openxmlformats.org/officeDocument/2006/relationships/slide" Target="slide419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0.xml"/><Relationship Id="rId5" Type="http://schemas.openxmlformats.org/officeDocument/2006/relationships/slide" Target="slide426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7.xml"/><Relationship Id="rId5" Type="http://schemas.openxmlformats.org/officeDocument/2006/relationships/slide" Target="slide421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434.xml"/><Relationship Id="rId7" Type="http://schemas.openxmlformats.org/officeDocument/2006/relationships/slide" Target="slide429.xml"/><Relationship Id="rId8" Type="http://schemas.openxmlformats.org/officeDocument/2006/relationships/slide" Target="slide439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5.xml"/><Relationship Id="rId7" Type="http://schemas.openxmlformats.org/officeDocument/2006/relationships/slide" Target="slide430.xml"/><Relationship Id="rId8" Type="http://schemas.openxmlformats.org/officeDocument/2006/relationships/slide" Target="slide439.xml"/><Relationship Id="rId9" Type="http://schemas.openxmlformats.org/officeDocument/2006/relationships/audio" Target="../media/snd_boing.wav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6.xml"/><Relationship Id="rId7" Type="http://schemas.openxmlformats.org/officeDocument/2006/relationships/slide" Target="slide431.xml"/><Relationship Id="rId8" Type="http://schemas.openxmlformats.org/officeDocument/2006/relationships/slide" Target="slide439.xml"/><Relationship Id="rId9" Type="http://schemas.openxmlformats.org/officeDocument/2006/relationships/audio" Target="../media/snd_boing.wav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2.xml"/><Relationship Id="rId7" Type="http://schemas.openxmlformats.org/officeDocument/2006/relationships/slide" Target="slide437.xml"/><Relationship Id="rId8" Type="http://schemas.openxmlformats.org/officeDocument/2006/relationships/slide" Target="slide439.xml"/><Relationship Id="rId9" Type="http://schemas.openxmlformats.org/officeDocument/2006/relationships/audio" Target="../media/snd_boing.wav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3.xml"/><Relationship Id="rId7" Type="http://schemas.openxmlformats.org/officeDocument/2006/relationships/slide" Target="slide438.xml"/><Relationship Id="rId8" Type="http://schemas.openxmlformats.org/officeDocument/2006/relationships/slide" Target="slide439.xml"/><Relationship Id="rId9" Type="http://schemas.openxmlformats.org/officeDocument/2006/relationships/audio" Target="../media/snd_boing.wav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9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434.xml"/><Relationship Id="rId7" Type="http://schemas.openxmlformats.org/officeDocument/2006/relationships/slide" Target="slide429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5.xml"/><Relationship Id="rId7" Type="http://schemas.openxmlformats.org/officeDocument/2006/relationships/slide" Target="slide430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6.xml"/><Relationship Id="rId7" Type="http://schemas.openxmlformats.org/officeDocument/2006/relationships/slide" Target="slide431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2.xml"/><Relationship Id="rId7" Type="http://schemas.openxmlformats.org/officeDocument/2006/relationships/slide" Target="slide437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3.xml"/><Relationship Id="rId7" Type="http://schemas.openxmlformats.org/officeDocument/2006/relationships/slide" Target="slide438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3.xml"/><Relationship Id="rId8" Type="http://schemas.openxmlformats.org/officeDocument/2006/relationships/slide" Target="slide440.xml"/><Relationship Id="rId9" Type="http://schemas.openxmlformats.org/officeDocument/2006/relationships/slide" Target="slide462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4.xml"/><Relationship Id="rId8" Type="http://schemas.openxmlformats.org/officeDocument/2006/relationships/slide" Target="slide441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5.xml"/><Relationship Id="rId8" Type="http://schemas.openxmlformats.org/officeDocument/2006/relationships/slide" Target="slide442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62.xml"/><Relationship Id="rId8" Type="http://schemas.openxmlformats.org/officeDocument/2006/relationships/audio" Target="../media/snd_cheer.wav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7.xml"/><Relationship Id="rId8" Type="http://schemas.openxmlformats.org/officeDocument/2006/relationships/slide" Target="slide444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8.xml"/><Relationship Id="rId8" Type="http://schemas.openxmlformats.org/officeDocument/2006/relationships/slide" Target="slide445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9.xml"/><Relationship Id="rId8" Type="http://schemas.openxmlformats.org/officeDocument/2006/relationships/slide" Target="slide446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0.xml"/><Relationship Id="rId8" Type="http://schemas.openxmlformats.org/officeDocument/2006/relationships/slide" Target="slide442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48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3.xml"/><Relationship Id="rId8" Type="http://schemas.openxmlformats.org/officeDocument/2006/relationships/slide" Target="slide449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4.xml"/><Relationship Id="rId8" Type="http://schemas.openxmlformats.org/officeDocument/2006/relationships/slide" Target="slide450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5.xml"/><Relationship Id="rId8" Type="http://schemas.openxmlformats.org/officeDocument/2006/relationships/slide" Target="slide451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6.xml"/><Relationship Id="rId8" Type="http://schemas.openxmlformats.org/officeDocument/2006/relationships/slide" Target="slide442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62.xml"/><Relationship Id="rId8" Type="http://schemas.openxmlformats.org/officeDocument/2006/relationships/audio" Target="../media/snd_cheer.wav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54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8.xml"/><Relationship Id="rId8" Type="http://schemas.openxmlformats.org/officeDocument/2006/relationships/slide" Target="slide455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9.xml"/><Relationship Id="rId8" Type="http://schemas.openxmlformats.org/officeDocument/2006/relationships/slide" Target="slide456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60.xml"/><Relationship Id="rId8" Type="http://schemas.openxmlformats.org/officeDocument/2006/relationships/slide" Target="slide457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2.xml"/><Relationship Id="rId8" Type="http://schemas.openxmlformats.org/officeDocument/2006/relationships/slide" Target="slide462.xml"/><Relationship Id="rId9" Type="http://schemas.openxmlformats.org/officeDocument/2006/relationships/audio" Target="../media/snd_whoosh.wav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59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61.xml"/><Relationship Id="rId8" Type="http://schemas.openxmlformats.org/officeDocument/2006/relationships/slide" Target="slide460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42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62.xml"/><Relationship Id="rId9" Type="http://schemas.openxmlformats.org/officeDocument/2006/relationships/audio" Target="../media/snd_whoosh.wav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38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Shaddah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400" b="1" lang="en-US">
                <a:solidFill>
                  <a:srgbClr val="8A6CF0"/>
                </a:solidFill>
                <a:latin typeface="Arial"/>
                <a:cs typeface="Arial"/>
              </a:rPr>
              <a:t>Shaddah Games</a:t>
            </a:r>
          </a:p>
        </p:txBody>
      </p:sp>
      <p:sp>
        <p:nvSpPr>
          <p:cNvPr id="5" name="Sample" descr="رَبَّ  ثُمَّ  سُكَّرٌ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Arial"/>
                <a:cs typeface="Arial"/>
              </a:rPr>
              <a:t>رَبَّ  ثُمَّ  سُكَّرٌ</a:t>
            </a:r>
          </a:p>
        </p:txBody>
      </p:sp>
      <p:sp>
        <p:nvSpPr>
          <p:cNvPr id="6" name="Subtitle" descr="Hop, kick, build and launch with the shaddah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Hop, kick, build and launch with the shaddah!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rog Ho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Frog Hop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lily pa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lily pad.</a:t>
            </a:r>
          </a:p>
        </p:txBody>
      </p:sp>
      <p:sp>
        <p:nvSpPr>
          <p:cNvPr id="7" name="Line 3" descr="3.  Help the frog reach the island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Help the frog reach the island!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139950"/>
            <a:ext cx="2095500" cy="18161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بَ" descr="بَ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بَّ" descr="بَّ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بَّ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بِّ" descr="بِّ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بِّ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َّ" descr="ب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بَّ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رِتِّ" descr="رِتِّ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رِتِّ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رِتۡ" descr="رِتۡ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رِتۡ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رِتِ" descr="رِتِ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رِتِ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رِتۡ + تِ" descr="رِتۡ + ت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رِتۡ + تِ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مَدَ" descr="مَدَ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مَدَ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مَدَّ" descr="مَدَّ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مَدَّ</a:t>
            </a:r>
          </a:p>
        </p:txBody>
      </p:sp>
      <p:pic>
        <p:nvPicPr>
          <p:cNvPr id="11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مُدَّ" descr="مُدَّ">
            <a:hlinkClick action="ppaction://hlinksldjump" r:id="rId6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مُدَّ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َدَّ" descr="مَد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مَدَّ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بِنۡتٌ" descr="بِنۡتٌ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مُعَلِّمٌ" descr="مُعَلِّمٌ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مُعَلِّمٌ</a:t>
            </a:r>
          </a:p>
        </p:txBody>
      </p:sp>
      <p:pic>
        <p:nvPicPr>
          <p:cNvPr id="12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يَشۡرَبُ" descr="يَشۡرَبُ">
            <a:hlinkClick action="ppaction://hlinksldjump" r:id="rId6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يَشۡرَبُ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يُّ" descr="يُّ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يُّ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يَّ" descr="يَّ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يَّ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يُ" descr="يُ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يُّ" descr="ي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يُّ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بَ" descr="بَ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بَّ" descr="بَّ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بَّ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بِّ" descr="بِّ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بِّ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َّ" descr="ب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بَّ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رِتِّ" descr="رِتِّ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رِتِّ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رِتۡ" descr="رِتۡ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رِتۡ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رِتِ" descr="رِتِ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رِتِ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رِتۡ + تِ" descr="رِتۡ + ت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رِتۡ + تِ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مَدَ" descr="مَدَ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مَدَ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مَدَّ" descr="مَدَّ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مَدَّ</a:t>
            </a:r>
          </a:p>
        </p:txBody>
      </p:sp>
      <p:pic>
        <p:nvPicPr>
          <p:cNvPr id="11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مُدَّ" descr="مُدَّ">
            <a:hlinkClick action="ppaction://hlinksldjump" r:id="rId6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مُدَّ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مَدَّ" descr="مَد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مَدَّ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بِنۡتٌ" descr="بِنۡتٌ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مُعَلِّمٌ" descr="مُعَلِّمٌ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مُعَلِّمٌ</a:t>
            </a:r>
          </a:p>
        </p:txBody>
      </p:sp>
      <p:pic>
        <p:nvPicPr>
          <p:cNvPr id="12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يَشۡرَبُ" descr="يَشۡرَبُ">
            <a:hlinkClick action="ppaction://hlinksldjump" r:id="rId6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يَشۡرَبُ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يُّ" descr="يُّ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يُّ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يَّ" descr="يَّ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يَّ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يُ" descr="يُ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يُّ" descr="ي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يُّ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enalty Kick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Penalty Kick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 in the goal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 in the goal.</a:t>
            </a:r>
          </a:p>
        </p:txBody>
      </p:sp>
      <p:sp>
        <p:nvSpPr>
          <p:cNvPr id="7" name="Line 3" descr="3.  Score 5 goal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Score 5 goals!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غِنَّ" descr="غِن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غِنَّ</a:t>
            </a:r>
          </a:p>
        </p:txBody>
      </p:sp>
      <p:sp>
        <p:nvSpPr>
          <p:cNvPr id="9" name="Answer 2 غِنَ" descr="غِن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غِنَ</a:t>
            </a:r>
          </a:p>
        </p:txBody>
      </p:sp>
      <p:sp>
        <p:nvSpPr>
          <p:cNvPr id="10" name="Answer 3 غِنۡ" descr="غِنۡ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غِنۡ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غِنۡ + نَ" descr="غِنۡ + ن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غِنۡ + نَ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رَبَ" descr="رَب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رَبَ</a:t>
            </a:r>
          </a:p>
        </p:txBody>
      </p:sp>
      <p:sp>
        <p:nvSpPr>
          <p:cNvPr id="9" name="Answer 2 رَبَّ" descr="رَبَّ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رَبَّ</a:t>
            </a:r>
          </a:p>
        </p:txBody>
      </p:sp>
      <p:sp>
        <p:nvSpPr>
          <p:cNvPr id="10" name="Answer 3 رُبَّ" descr="رُبَّ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رُبَّ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رَبَّ" descr="رَب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رَبَّ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لۡعَبٌ" descr="مَلۡعَب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مَلۡعَبٌ</a:t>
            </a:r>
          </a:p>
        </p:txBody>
      </p:sp>
      <p:sp>
        <p:nvSpPr>
          <p:cNvPr id="9" name="Answer 2 قُلۡ" descr="قُلۡ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قُلۡ</a:t>
            </a:r>
          </a:p>
        </p:txBody>
      </p:sp>
      <p:sp>
        <p:nvSpPr>
          <p:cNvPr id="10" name="Answer 3 ثُمَّ" descr="ثُمَّ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حَّ" descr="ح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9" name="Answer 2 حِّ" descr="حّ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0" name="Answer 3 حِ" descr="حِ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حِّ" descr="ح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خَّ" descr="خ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خَّ</a:t>
            </a:r>
          </a:p>
        </p:txBody>
      </p:sp>
      <p:sp>
        <p:nvSpPr>
          <p:cNvPr id="9" name="Answer 2 خِ" descr="خِ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0" name="Answer 3 خِّ" descr="خّ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خِّ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خِّ" descr="خ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خِّ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غِنَّ" descr="غِن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غِنَّ</a:t>
            </a:r>
          </a:p>
        </p:txBody>
      </p:sp>
      <p:sp>
        <p:nvSpPr>
          <p:cNvPr id="9" name="Answer 2 غِنَ" descr="غِن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غِنَ</a:t>
            </a:r>
          </a:p>
        </p:txBody>
      </p:sp>
      <p:sp>
        <p:nvSpPr>
          <p:cNvPr id="10" name="Answer 3 غِنۡ" descr="غِنۡ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غِنۡ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غِنۡ + نَ" descr="غِنۡ + ن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غِنۡ + نَ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رَبَ" descr="رَب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رَبَ</a:t>
            </a:r>
          </a:p>
        </p:txBody>
      </p:sp>
      <p:sp>
        <p:nvSpPr>
          <p:cNvPr id="9" name="Answer 2 رَبَّ" descr="رَبَّ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رَبَّ</a:t>
            </a:r>
          </a:p>
        </p:txBody>
      </p:sp>
      <p:sp>
        <p:nvSpPr>
          <p:cNvPr id="10" name="Answer 3 رُبَّ" descr="رُبَّ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رُبَّ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رَبَّ" descr="رَب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رَبَّ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لۡعَبٌ" descr="مَلۡعَب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مَلۡعَبٌ</a:t>
            </a:r>
          </a:p>
        </p:txBody>
      </p:sp>
      <p:sp>
        <p:nvSpPr>
          <p:cNvPr id="9" name="Answer 2 قُلۡ" descr="قُلۡ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قُلۡ</a:t>
            </a:r>
          </a:p>
        </p:txBody>
      </p:sp>
      <p:sp>
        <p:nvSpPr>
          <p:cNvPr id="10" name="Answer 3 ثُمَّ" descr="ثُمَّ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حَّ" descr="ح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9" name="Answer 2 حِّ" descr="حّ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0" name="Answer 3 حِ" descr="حِ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حِّ" descr="ح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خَّ" descr="خ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خَّ</a:t>
            </a:r>
          </a:p>
        </p:txBody>
      </p:sp>
      <p:sp>
        <p:nvSpPr>
          <p:cNvPr id="9" name="Answer 2 خِ" descr="خِ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0" name="Answer 3 خِّ" descr="خّ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خِّ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خِّ" descr="خ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خِّ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ild a Robot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Build a Robot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Every right answer adds a part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Every right answer adds a part!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422" y="2095500"/>
            <a:ext cx="1250156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عَلَّمَ" descr="عَلَّ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عَلَّمَ</a:t>
            </a:r>
          </a:p>
        </p:txBody>
      </p:sp>
      <p:sp>
        <p:nvSpPr>
          <p:cNvPr id="10" name="Answer 2 عُلَّمَ" descr="عُلَّ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عُلَّمَ</a:t>
            </a:r>
          </a:p>
        </p:txBody>
      </p:sp>
      <p:sp>
        <p:nvSpPr>
          <p:cNvPr id="11" name="Answer 3 عَلَمَ" descr="عَلَم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عَلَمَ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عَلَّمَ" descr="عَلَّ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عَلَّمَ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مَطۡبَخٌ" descr="مَطۡبَخ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sp>
        <p:nvSpPr>
          <p:cNvPr id="10" name="Answer 2 بَحۡرٌ" descr="بَحۡر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1" name="Answer 3 كَلَّا" descr="كَلَّ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كَلَّا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دَّ" descr="د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دَّ</a:t>
            </a:r>
          </a:p>
        </p:txBody>
      </p:sp>
      <p:sp>
        <p:nvSpPr>
          <p:cNvPr id="10" name="Answer 2 دِّ" descr="د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دِّ</a:t>
            </a:r>
          </a:p>
        </p:txBody>
      </p:sp>
      <p:sp>
        <p:nvSpPr>
          <p:cNvPr id="11" name="Answer 3 دِ" descr="د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دِّ" descr="د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دِّ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ذَّ" descr="ذ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ذَّ</a:t>
            </a:r>
          </a:p>
        </p:txBody>
      </p:sp>
      <p:sp>
        <p:nvSpPr>
          <p:cNvPr id="10" name="Answer 2 ذُّ" descr="ذ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ذُّ</a:t>
            </a:r>
          </a:p>
        </p:txBody>
      </p:sp>
      <p:sp>
        <p:nvSpPr>
          <p:cNvPr id="11" name="Answer 3 ذُ" descr="ذ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ذُّ" descr="ذ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ذُّ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ثُرُّ" descr="ثُر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ثُرُّ</a:t>
            </a:r>
          </a:p>
        </p:txBody>
      </p:sp>
      <p:sp>
        <p:nvSpPr>
          <p:cNvPr id="10" name="Answer 2 ثُرۡ" descr="ثُر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ثُرۡ</a:t>
            </a:r>
          </a:p>
        </p:txBody>
      </p:sp>
      <p:sp>
        <p:nvSpPr>
          <p:cNvPr id="11" name="Answer 3 ثُرُ" descr="ثُر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ثُرُ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ثُرۡ + رُ" descr="ثُرۡ + 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ثُرۡ + رُ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عَلَّمَ" descr="عَلَّ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عَلَّمَ</a:t>
            </a:r>
          </a:p>
        </p:txBody>
      </p:sp>
      <p:sp>
        <p:nvSpPr>
          <p:cNvPr id="10" name="Answer 2 عُلَّمَ" descr="عُلَّ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عُلَّمَ</a:t>
            </a:r>
          </a:p>
        </p:txBody>
      </p:sp>
      <p:sp>
        <p:nvSpPr>
          <p:cNvPr id="11" name="Answer 3 عَلَمَ" descr="عَلَم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عَلَمَ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عَلَّمَ" descr="عَلَّ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عَلَّمَ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مَطۡبَخٌ" descr="مَطۡبَخ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sp>
        <p:nvSpPr>
          <p:cNvPr id="10" name="Answer 2 بَحۡرٌ" descr="بَحۡر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1" name="Answer 3 كَلَّا" descr="كَلَّ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كَلَّا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دَّ" descr="د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دَّ</a:t>
            </a:r>
          </a:p>
        </p:txBody>
      </p:sp>
      <p:sp>
        <p:nvSpPr>
          <p:cNvPr id="10" name="Answer 2 دِّ" descr="د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دِّ</a:t>
            </a:r>
          </a:p>
        </p:txBody>
      </p:sp>
      <p:sp>
        <p:nvSpPr>
          <p:cNvPr id="11" name="Answer 3 دِ" descr="د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دِّ" descr="د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دِّ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ذَّ" descr="ذ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ذَّ</a:t>
            </a:r>
          </a:p>
        </p:txBody>
      </p:sp>
      <p:sp>
        <p:nvSpPr>
          <p:cNvPr id="10" name="Answer 2 ذُّ" descr="ذ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ذُّ</a:t>
            </a:r>
          </a:p>
        </p:txBody>
      </p:sp>
      <p:sp>
        <p:nvSpPr>
          <p:cNvPr id="11" name="Answer 3 ذُ" descr="ذ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ذُّ" descr="ذ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ذُّ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ثُرُّ" descr="ثُر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ثُرُّ</a:t>
            </a:r>
          </a:p>
        </p:txBody>
      </p:sp>
      <p:sp>
        <p:nvSpPr>
          <p:cNvPr id="10" name="Answer 2 ثُرۡ" descr="ثُر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ثُرۡ</a:t>
            </a:r>
          </a:p>
        </p:txBody>
      </p:sp>
      <p:sp>
        <p:nvSpPr>
          <p:cNvPr id="11" name="Answer 3 ثُرُ" descr="ثُر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ثُرُ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ثُرۡ + رُ" descr="ثُرۡ + 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ثُرۡ + رُ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Ice-Cream Tow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500" b="1" lang="en-US">
                <a:solidFill>
                  <a:srgbClr val="8A6CF0"/>
                </a:solidFill>
                <a:latin typeface="Arial"/>
                <a:cs typeface="Arial"/>
              </a:rPr>
              <a:t>How to play: Ice-Cream Tower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Every right answer adds a scoop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Every right answer adds a scoop!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062" y="2095500"/>
            <a:ext cx="904875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قَمَرٌ" descr="قَم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0" name="Answer 2 كَلَّا" descr="كَلَّ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كَلَّا</a:t>
            </a:r>
          </a:p>
        </p:txBody>
      </p:sp>
      <p:sp>
        <p:nvSpPr>
          <p:cNvPr id="11" name="Answer 3 بَلَدٌ" descr="بَلَد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رُ" descr="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0" name="Answer 2 رُّ" descr="ر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رُّ</a:t>
            </a:r>
          </a:p>
        </p:txBody>
      </p:sp>
      <p:sp>
        <p:nvSpPr>
          <p:cNvPr id="11" name="Answer 3 رَّ" descr="رّ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رَّ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رُّ" descr="ر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رُّ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زِّ" descr="ز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زِّ</a:t>
            </a:r>
          </a:p>
        </p:txBody>
      </p:sp>
      <p:sp>
        <p:nvSpPr>
          <p:cNvPr id="10" name="Answer 2 زَ" descr="ز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1" name="Answer 3 زَّ" descr="ز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زَّ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زَّ" descr="ز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زَّ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قُسَّ" descr="قُس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قُسَّ</a:t>
            </a:r>
          </a:p>
        </p:txBody>
      </p:sp>
      <p:sp>
        <p:nvSpPr>
          <p:cNvPr id="10" name="Answer 2 قُسۡ" descr="قُس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قُسۡ</a:t>
            </a:r>
          </a:p>
        </p:txBody>
      </p:sp>
      <p:sp>
        <p:nvSpPr>
          <p:cNvPr id="11" name="Answer 3 قُسَ" descr="قُس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قُسَ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قُسۡ + سَ" descr="قُسۡ + س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قُسۡ + سَ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قِطَّةٌ" descr="قِط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10" name="Answer 2 قِطُّةٌ" descr="قِطُ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قِطُّةٌ</a:t>
            </a:r>
          </a:p>
        </p:txBody>
      </p:sp>
      <p:sp>
        <p:nvSpPr>
          <p:cNvPr id="11" name="Answer 3 قِطَةٌ" descr="قِطَ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قِطَةٌ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قِطَّةٌ" descr="قِط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قَمَرٌ" descr="قَم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0" name="Answer 2 كَلَّا" descr="كَلَّ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كَلَّا</a:t>
            </a:r>
          </a:p>
        </p:txBody>
      </p:sp>
      <p:sp>
        <p:nvSpPr>
          <p:cNvPr id="11" name="Answer 3 بَلَدٌ" descr="بَلَد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رُ" descr="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0" name="Answer 2 رُّ" descr="ر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رُّ</a:t>
            </a:r>
          </a:p>
        </p:txBody>
      </p:sp>
      <p:sp>
        <p:nvSpPr>
          <p:cNvPr id="11" name="Answer 3 رَّ" descr="رّ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رَّ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رُّ" descr="ر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رُّ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زِّ" descr="ز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زِّ</a:t>
            </a:r>
          </a:p>
        </p:txBody>
      </p:sp>
      <p:sp>
        <p:nvSpPr>
          <p:cNvPr id="10" name="Answer 2 زَ" descr="ز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1" name="Answer 3 زَّ" descr="ز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زَّ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زَّ" descr="ز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زَّ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قُسَّ" descr="قُس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قُسَّ</a:t>
            </a:r>
          </a:p>
        </p:txBody>
      </p:sp>
      <p:sp>
        <p:nvSpPr>
          <p:cNvPr id="10" name="Answer 2 قُسۡ" descr="قُس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قُسۡ</a:t>
            </a:r>
          </a:p>
        </p:txBody>
      </p:sp>
      <p:sp>
        <p:nvSpPr>
          <p:cNvPr id="11" name="Answer 3 قُسَ" descr="قُس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قُسَ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قُسۡ + سَ" descr="قُسۡ + س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قُسۡ + سَ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قِطَّةٌ" descr="قِط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10" name="Answer 2 قِطُّةٌ" descr="قِطُ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قِطُّةٌ</a:t>
            </a:r>
          </a:p>
        </p:txBody>
      </p:sp>
      <p:sp>
        <p:nvSpPr>
          <p:cNvPr id="11" name="Answer 3 قِطَةٌ" descr="قِطَ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قِطَةٌ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ِطَّةٌ" descr="قِط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Rocket Launch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Rocket Launch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 to add fuel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 to add fuel.</a:t>
            </a:r>
          </a:p>
        </p:txBody>
      </p:sp>
      <p:sp>
        <p:nvSpPr>
          <p:cNvPr id="7" name="Line 3" descr="3.  Full tank? 3, 2, 1... go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Full tank? 3, 2, 1... go!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232" y="2095500"/>
            <a:ext cx="1020536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سُ" descr="س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7" name="Answer 2 سَّ" descr="سّ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سَّ</a:t>
            </a:r>
          </a:p>
        </p:txBody>
      </p:sp>
      <p:sp>
        <p:nvSpPr>
          <p:cNvPr id="8" name="Answer 3 سُّ" descr="س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سُّ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سُّ" descr="س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سُّ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شِّ" descr="ش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شِّ</a:t>
            </a:r>
          </a:p>
        </p:txBody>
      </p:sp>
      <p:sp>
        <p:nvSpPr>
          <p:cNvPr id="8" name="Answer 2 شَ" descr="ش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9" name="Answer 3 شَّ" descr="ش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شَّ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شَّ" descr="ش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نِصۡ" descr="نِص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نِصۡ</a:t>
            </a:r>
          </a:p>
        </p:txBody>
      </p:sp>
      <p:sp>
        <p:nvSpPr>
          <p:cNvPr id="8" name="Answer 2 نِصَّ" descr="نِص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نِصَّ</a:t>
            </a:r>
          </a:p>
        </p:txBody>
      </p:sp>
      <p:sp>
        <p:nvSpPr>
          <p:cNvPr id="9" name="Answer 3 نِصَ" descr="نِص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نِصَ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نِصۡ + صَ" descr="نِصۡ + ص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نِصۡ + صَ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رُبَّ" descr="رُب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رُبَّ</a:t>
            </a:r>
          </a:p>
        </p:txBody>
      </p:sp>
      <p:sp>
        <p:nvSpPr>
          <p:cNvPr id="8" name="Answer 2 رَبَّ" descr="رَبَ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رَبَّ</a:t>
            </a:r>
          </a:p>
        </p:txBody>
      </p:sp>
      <p:sp>
        <p:nvSpPr>
          <p:cNvPr id="9" name="Answer 3 رَبَ" descr="رَ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رَبَ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رَبَّ" descr="رَب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رَبَّ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حَبۡلٌ" descr="حَبۡل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حَبۡلٌ</a:t>
            </a:r>
          </a:p>
        </p:txBody>
      </p:sp>
      <p:sp>
        <p:nvSpPr>
          <p:cNvPr id="8" name="Answer 2 سَلَّمَ" descr="سَلَّ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9" name="Answer 3 بَقَرٌ" descr="بَقَ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سُ" descr="س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7" name="Answer 2 سَّ" descr="سّ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سَّ</a:t>
            </a:r>
          </a:p>
        </p:txBody>
      </p:sp>
      <p:sp>
        <p:nvSpPr>
          <p:cNvPr id="8" name="Answer 3 سُّ" descr="س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سُّ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سُّ" descr="س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سُّ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شِّ" descr="ش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شِّ</a:t>
            </a:r>
          </a:p>
        </p:txBody>
      </p:sp>
      <p:sp>
        <p:nvSpPr>
          <p:cNvPr id="8" name="Answer 2 شَ" descr="ش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9" name="Answer 3 شَّ" descr="ش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شَّ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َّ" descr="ش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شَّ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نِصۡ" descr="نِص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نِصۡ</a:t>
            </a:r>
          </a:p>
        </p:txBody>
      </p:sp>
      <p:sp>
        <p:nvSpPr>
          <p:cNvPr id="8" name="Answer 2 نِصَّ" descr="نِص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نِصَّ</a:t>
            </a:r>
          </a:p>
        </p:txBody>
      </p:sp>
      <p:sp>
        <p:nvSpPr>
          <p:cNvPr id="9" name="Answer 3 نِصَ" descr="نِص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نِصَ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نِصۡ + صَ" descr="نِصۡ + ص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نِصۡ + صَ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رُبَّ" descr="رُب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رُبَّ</a:t>
            </a:r>
          </a:p>
        </p:txBody>
      </p:sp>
      <p:sp>
        <p:nvSpPr>
          <p:cNvPr id="8" name="Answer 2 رَبَّ" descr="رَبَ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رَبَّ</a:t>
            </a:r>
          </a:p>
        </p:txBody>
      </p:sp>
      <p:sp>
        <p:nvSpPr>
          <p:cNvPr id="9" name="Answer 3 رَبَ" descr="رَ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رَبَ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رَبَّ" descr="رَب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رَبَّ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حَبۡلٌ" descr="حَبۡل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حَبۡلٌ</a:t>
            </a:r>
          </a:p>
        </p:txBody>
      </p:sp>
      <p:sp>
        <p:nvSpPr>
          <p:cNvPr id="8" name="Answer 2 سَلَّمَ" descr="سَلَّ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9" name="Answer 3 بَقَرٌ" descr="بَقَ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stle Door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Castle Doors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Open the right doo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Open the right door.</a:t>
            </a:r>
          </a:p>
        </p:txBody>
      </p:sp>
      <p:sp>
        <p:nvSpPr>
          <p:cNvPr id="7" name="Line 3" descr="3.  Find the treasur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Find the treasure!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900" y="2095500"/>
            <a:ext cx="12192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ضُّ" descr="ضّ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ضُّ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ضُ" descr="ض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ضَّ" descr="ضّ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ضَّ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ضُّ" descr="ض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ضُّ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ضَطَ" descr="ضَط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ضَطَ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ضَطَّ" descr="ضَطّ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ضَطَّ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ضَطۡ" descr="ضَطۡ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ضَطۡ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ضَطۡ + طَ" descr="ضَطۡ + ط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ضَطۡ + طَ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شُدَّ" descr="شُدَّ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شُدَّ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شَدَّ" descr="شَدَّ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شَدَّ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شَدَ" descr="شَدَ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شَدَ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شَدَّ" descr="شَد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مَسۡجِدٌ" descr="مَسۡجِد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مَسۡجِدٌ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قِطَّةٌ" descr="قِطَّة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قِطَّةٌ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مِنۡ" descr="مِنۡ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مِنۡ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غُ" descr="غ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غُّ" descr="غّ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غُّ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غَّ" descr="غَّ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غُّ" descr="غ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ضُّ" descr="ضّ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ضُّ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ضُ" descr="ض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ضَّ" descr="ضّ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ضَّ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ضُّ" descr="ض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ضُّ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ضَطَ" descr="ضَط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ضَطَ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ضَطَّ" descr="ضَطّ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ضَطَّ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ضَطۡ" descr="ضَطۡ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ضَطۡ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ضَطۡ + طَ" descr="ضَطۡ + ط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ضَطۡ + طَ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شُدَّ" descr="شُدَّ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شُدَّ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شَدَّ" descr="شَدَّ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شَدَّ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شَدَ" descr="شَدَ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شَدَ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َدَّ" descr="شَد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مَسۡجِدٌ" descr="مَسۡجِد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مَسۡجِدٌ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قِطَّةٌ" descr="قِطَّة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قِطَّةٌ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مِنۡ" descr="مِنۡ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مِنۡ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غُ" descr="غ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غُّ" descr="غّ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غُّ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غَّ" descr="غَّ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غُّ" descr="غ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ystery Picture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500" b="1" lang="en-US">
                <a:solidFill>
                  <a:srgbClr val="8A6CF0"/>
                </a:solidFill>
                <a:latin typeface="Arial"/>
                <a:cs typeface="Arial"/>
              </a:rPr>
              <a:t>How to play: Mystery Picture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A piece of the picture ope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A piece of the picture opens!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62188"/>
            <a:ext cx="2095500" cy="1571625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حِعُّ" descr="حِع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حِعُّ</a:t>
            </a:r>
          </a:p>
        </p:txBody>
      </p:sp>
      <p:sp>
        <p:nvSpPr>
          <p:cNvPr id="11" name="Answer 2 حِعۡ" descr="حِع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حِعۡ</a:t>
            </a:r>
          </a:p>
        </p:txBody>
      </p:sp>
      <p:sp>
        <p:nvSpPr>
          <p:cNvPr id="12" name="Answer 3 حِعُ" descr="حِع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حِعُ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حِعۡ + عُ" descr="حِعۡ + ع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حِعۡ + عُ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ثُمَّ" descr="ثُم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0" name="Answer 2 ثُمَ" descr="ثُ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ثُمَ</a:t>
            </a:r>
          </a:p>
        </p:txBody>
      </p:sp>
      <p:sp>
        <p:nvSpPr>
          <p:cNvPr id="11" name="Answer 3 ثُمُّ" descr="ثُمُ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ثُمُّ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ثُمَّ" descr="ثُم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مَدَّ" descr="مَد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مَدَّ</a:t>
            </a:r>
          </a:p>
        </p:txBody>
      </p:sp>
      <p:sp>
        <p:nvSpPr>
          <p:cNvPr id="9" name="Answer 2 نَهۡرٌ" descr="نَهۡ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10" name="Answer 3 هَلۡ" descr="هَل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هَلۡ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قِ" descr="ق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8" name="Answer 2 قَّ" descr="قّ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قَّ</a:t>
            </a:r>
          </a:p>
        </p:txBody>
      </p:sp>
      <p:sp>
        <p:nvSpPr>
          <p:cNvPr id="9" name="Answer 3 قِّ" descr="ق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قِّ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قِّ" descr="ق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قِّ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كَّ" descr="ك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كَّ</a:t>
            </a:r>
          </a:p>
        </p:txBody>
      </p:sp>
      <p:sp>
        <p:nvSpPr>
          <p:cNvPr id="7" name="Answer 2 كَ" descr="ك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8" name="Answer 3 كِّ" descr="ك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كِّ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كَّ" descr="ك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كَّ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ذُلُ" descr="ذُ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ذُلُ</a:t>
            </a:r>
          </a:p>
        </p:txBody>
      </p:sp>
      <p:sp>
        <p:nvSpPr>
          <p:cNvPr id="6" name="Answer 2 ذُلۡ" descr="ذُلۡ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ذُلۡ</a:t>
            </a:r>
          </a:p>
        </p:txBody>
      </p:sp>
      <p:sp>
        <p:nvSpPr>
          <p:cNvPr id="7" name="Answer 3 ذُلُّ" descr="ذُل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ذُلُّ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0" name="Find ذُلۡ + لُ" descr="ذُلۡ + ل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ذُلۡ + لُ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It's a lion!" descr="It's a lion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It's a lion!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حِعُّ" descr="حِع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حِعُّ</a:t>
            </a:r>
          </a:p>
        </p:txBody>
      </p:sp>
      <p:sp>
        <p:nvSpPr>
          <p:cNvPr id="11" name="Answer 2 حِعۡ" descr="حِع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حِعۡ</a:t>
            </a:r>
          </a:p>
        </p:txBody>
      </p:sp>
      <p:sp>
        <p:nvSpPr>
          <p:cNvPr id="12" name="Answer 3 حِعُ" descr="حِع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حِعُ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حِعۡ + عُ" descr="حِعۡ + ع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حِعۡ + عُ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ثُمَّ" descr="ثُم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0" name="Answer 2 ثُمَ" descr="ثُ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ثُمَ</a:t>
            </a:r>
          </a:p>
        </p:txBody>
      </p:sp>
      <p:sp>
        <p:nvSpPr>
          <p:cNvPr id="11" name="Answer 3 ثُمُّ" descr="ثُمُ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ثُمُّ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ثُمَّ" descr="ثُم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مَدَّ" descr="مَد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مَدَّ</a:t>
            </a:r>
          </a:p>
        </p:txBody>
      </p:sp>
      <p:sp>
        <p:nvSpPr>
          <p:cNvPr id="9" name="Answer 2 نَهۡرٌ" descr="نَهۡ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10" name="Answer 3 هَلۡ" descr="هَل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هَلۡ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قِ" descr="ق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8" name="Answer 2 قَّ" descr="قّ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قَّ</a:t>
            </a:r>
          </a:p>
        </p:txBody>
      </p:sp>
      <p:sp>
        <p:nvSpPr>
          <p:cNvPr id="9" name="Answer 3 قِّ" descr="ق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قِّ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قِّ" descr="ق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قِّ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كَّ" descr="ك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كَّ</a:t>
            </a:r>
          </a:p>
        </p:txBody>
      </p:sp>
      <p:sp>
        <p:nvSpPr>
          <p:cNvPr id="7" name="Answer 2 كَ" descr="ك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8" name="Answer 3 كِّ" descr="ك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كِّ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كَّ" descr="ك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ذُلُ" descr="ذُ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ذُلُ</a:t>
            </a:r>
          </a:p>
        </p:txBody>
      </p:sp>
      <p:sp>
        <p:nvSpPr>
          <p:cNvPr id="6" name="Answer 2 ذُلۡ" descr="ذُلۡ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ذُلۡ</a:t>
            </a:r>
          </a:p>
        </p:txBody>
      </p:sp>
      <p:sp>
        <p:nvSpPr>
          <p:cNvPr id="7" name="Answer 3 ذُلُّ" descr="ذُل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ذُلُّ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1" name="Find ذُلۡ + لُ" descr="ذُلۡ + ل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ذُلۡ + لُ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مُحَمَدٌ" descr="مُحَمَدٌ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مُحَمَدٌ</a:t>
            </a:r>
          </a:p>
        </p:txBody>
      </p:sp>
      <p:pic>
        <p:nvPicPr>
          <p:cNvPr id="7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مُحُمَّدٌ" descr="مُحُمَّدٌ">
            <a:hlinkClick action="ppaction://hlinksldjump" r:id="rId6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مُحُمَّدٌ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مُحَمَّدٌ" descr="مُحَمَّدٌ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مُحَمَّدٌ" descr="مُحَمَّ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هَلۡ" descr="هَلۡ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هَلۡ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حَجَرٌ" descr="حَجَرٌ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دَرَّسَ" descr="دَرَّسَ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دَرَّسَ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لَ" descr="لَ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لَّ" descr="لَّ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لَّ</a:t>
            </a:r>
          </a:p>
        </p:txBody>
      </p:sp>
      <p:pic>
        <p:nvPicPr>
          <p:cNvPr id="11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لِّ" descr="لِّ">
            <a:hlinkClick action="ppaction://hlinksldjump" r:id="rId6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لِّ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لَّ" descr="ل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لَّ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مُّ" descr="مُّ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مُّ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مُ" descr="مُ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مَّ" descr="مَّ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مَّ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مُّ" descr="م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مُّ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زِهۡ" descr="زِهۡ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زِهۡ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زِهِّ" descr="زِهِّ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زِهِّ</a:t>
            </a:r>
          </a:p>
        </p:txBody>
      </p:sp>
      <p:pic>
        <p:nvPicPr>
          <p:cNvPr id="13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زِهِ" descr="زِهِ">
            <a:hlinkClick action="ppaction://hlinksldjump" r:id="rId6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زِهِ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7" name="Find زِهۡ + هِ" descr="زِهۡ + ه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زِهۡ + هِ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مُحَمَدٌ" descr="مُحَمَدٌ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مُحَمَدٌ</a:t>
            </a:r>
          </a:p>
        </p:txBody>
      </p:sp>
      <p:pic>
        <p:nvPicPr>
          <p:cNvPr id="7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مُحُمَّدٌ" descr="مُحُمَّدٌ">
            <a:hlinkClick action="ppaction://hlinksldjump" r:id="rId6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مُحُمَّدٌ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مُحَمَّدٌ" descr="مُحَمَّدٌ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ُحَمَّدٌ" descr="مُحَمَّ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هَلۡ" descr="هَلۡ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هَلۡ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حَجَرٌ" descr="حَجَرٌ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دَرَّسَ" descr="دَرَّسَ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دَرَّسَ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لَ" descr="لَ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لَّ" descr="لَّ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لَّ</a:t>
            </a:r>
          </a:p>
        </p:txBody>
      </p:sp>
      <p:pic>
        <p:nvPicPr>
          <p:cNvPr id="11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لِّ" descr="لِّ">
            <a:hlinkClick action="ppaction://hlinksldjump" r:id="rId6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لِّ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لَّ" descr="ل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لَّ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مُّ" descr="مُّ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مُّ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مُ" descr="مُ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مَّ" descr="مَّ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مَّ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ُّ" descr="م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مُّ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زِهۡ" descr="زِهۡ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زِهۡ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زِهِّ" descr="زِهِّ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زِهِّ</a:t>
            </a:r>
          </a:p>
        </p:txBody>
      </p:sp>
      <p:pic>
        <p:nvPicPr>
          <p:cNvPr id="13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زِهِ" descr="زِهِ">
            <a:hlinkClick action="ppaction://hlinksldjump" r:id="rId6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زِهِ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8" name="Find زِهۡ + هِ" descr="زِهۡ + ه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زِهۡ + هِ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طۡبَخٌ" descr="مَطۡبَخ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sp>
        <p:nvSpPr>
          <p:cNvPr id="9" name="Answer 2 عَنۡ" descr="عَنۡ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10" name="Answer 3 جَدٌّ" descr="جَدٌّ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جَدٌّ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هَّ" descr="ه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هَّ</a:t>
            </a:r>
          </a:p>
        </p:txBody>
      </p:sp>
      <p:sp>
        <p:nvSpPr>
          <p:cNvPr id="9" name="Answer 2 هِّ" descr="هّ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هِّ</a:t>
            </a:r>
          </a:p>
        </p:txBody>
      </p:sp>
      <p:sp>
        <p:nvSpPr>
          <p:cNvPr id="10" name="Answer 3 هِ" descr="هِ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هِّ" descr="ه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هِّ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وِّ" descr="وّ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وِّ</a:t>
            </a:r>
          </a:p>
        </p:txBody>
      </p:sp>
      <p:sp>
        <p:nvSpPr>
          <p:cNvPr id="9" name="Answer 2 وَّ" descr="وّ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وَّ</a:t>
            </a:r>
          </a:p>
        </p:txBody>
      </p:sp>
      <p:sp>
        <p:nvSpPr>
          <p:cNvPr id="10" name="Answer 3 وِ" descr="و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وِّ" descr="و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وِّ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بُّ" descr="مَبّ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مَبُّ</a:t>
            </a:r>
          </a:p>
        </p:txBody>
      </p:sp>
      <p:sp>
        <p:nvSpPr>
          <p:cNvPr id="9" name="Answer 2 مَبۡ" descr="مَب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مَبۡ</a:t>
            </a:r>
          </a:p>
        </p:txBody>
      </p:sp>
      <p:sp>
        <p:nvSpPr>
          <p:cNvPr id="10" name="Answer 3 مَبُ" descr="مَبُ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مَبُ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مَبۡ + بُ" descr="مَبۡ + ب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مَبۡ + بُ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جَدٌ" descr="جَد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جَدٌ</a:t>
            </a:r>
          </a:p>
        </p:txBody>
      </p:sp>
      <p:sp>
        <p:nvSpPr>
          <p:cNvPr id="9" name="Answer 2 جُدٌّ" descr="جُدٌّ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جُدٌّ</a:t>
            </a:r>
          </a:p>
        </p:txBody>
      </p:sp>
      <p:sp>
        <p:nvSpPr>
          <p:cNvPr id="10" name="Answer 3 جَدٌّ" descr="جَدٌّ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جَدٌّ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جَدٌّ" descr="جَدٌ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جَدٌّ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طۡبَخٌ" descr="مَطۡبَخ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sp>
        <p:nvSpPr>
          <p:cNvPr id="9" name="Answer 2 عَنۡ" descr="عَنۡ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10" name="Answer 3 جَدٌّ" descr="جَدٌّ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جَدٌّ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هَّ" descr="ه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هَّ</a:t>
            </a:r>
          </a:p>
        </p:txBody>
      </p:sp>
      <p:sp>
        <p:nvSpPr>
          <p:cNvPr id="9" name="Answer 2 هِّ" descr="هّ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هِّ</a:t>
            </a:r>
          </a:p>
        </p:txBody>
      </p:sp>
      <p:sp>
        <p:nvSpPr>
          <p:cNvPr id="10" name="Answer 3 هِ" descr="هِ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هِّ" descr="ه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هِّ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وِّ" descr="وّ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وِّ</a:t>
            </a:r>
          </a:p>
        </p:txBody>
      </p:sp>
      <p:sp>
        <p:nvSpPr>
          <p:cNvPr id="9" name="Answer 2 وَّ" descr="وّ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وَّ</a:t>
            </a:r>
          </a:p>
        </p:txBody>
      </p:sp>
      <p:sp>
        <p:nvSpPr>
          <p:cNvPr id="10" name="Answer 3 وِ" descr="و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وِّ" descr="و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وِّ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بُّ" descr="مَبّ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مَبُّ</a:t>
            </a:r>
          </a:p>
        </p:txBody>
      </p:sp>
      <p:sp>
        <p:nvSpPr>
          <p:cNvPr id="9" name="Answer 2 مَبۡ" descr="مَب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مَبۡ</a:t>
            </a:r>
          </a:p>
        </p:txBody>
      </p:sp>
      <p:sp>
        <p:nvSpPr>
          <p:cNvPr id="10" name="Answer 3 مَبُ" descr="مَبُ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مَبُ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مَبۡ + بُ" descr="مَبۡ + ب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مَبۡ + بُ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جَدٌ" descr="جَد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جَدٌ</a:t>
            </a:r>
          </a:p>
        </p:txBody>
      </p:sp>
      <p:sp>
        <p:nvSpPr>
          <p:cNvPr id="9" name="Answer 2 جُدٌّ" descr="جُدٌّ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جُدٌّ</a:t>
            </a:r>
          </a:p>
        </p:txBody>
      </p:sp>
      <p:sp>
        <p:nvSpPr>
          <p:cNvPr id="10" name="Answer 3 جَدٌّ" descr="جَدٌّ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جَدٌّ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جَدٌّ" descr="جَدٌ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جَدٌّ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بَّ" descr="ب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بَّ</a:t>
            </a:r>
          </a:p>
        </p:txBody>
      </p:sp>
      <p:sp>
        <p:nvSpPr>
          <p:cNvPr id="10" name="Answer 2 بِّ" descr="ب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بِّ</a:t>
            </a:r>
          </a:p>
        </p:txBody>
      </p:sp>
      <p:sp>
        <p:nvSpPr>
          <p:cNvPr id="11" name="Answer 3 بِ" descr="ب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ِّ" descr="ب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بِّ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تُّ" descr="ت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تُّ</a:t>
            </a:r>
          </a:p>
        </p:txBody>
      </p:sp>
      <p:sp>
        <p:nvSpPr>
          <p:cNvPr id="10" name="Answer 2 تَّ" descr="ت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تَّ</a:t>
            </a:r>
          </a:p>
        </p:txBody>
      </p:sp>
      <p:sp>
        <p:nvSpPr>
          <p:cNvPr id="11" name="Answer 3 تُ" descr="ت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تُّ" descr="ت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تُّ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رُثِّ" descr="رُث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رُثِّ</a:t>
            </a:r>
          </a:p>
        </p:txBody>
      </p:sp>
      <p:sp>
        <p:nvSpPr>
          <p:cNvPr id="10" name="Answer 2 رُثۡ" descr="رُث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رُثۡ</a:t>
            </a:r>
          </a:p>
        </p:txBody>
      </p:sp>
      <p:sp>
        <p:nvSpPr>
          <p:cNvPr id="11" name="Answer 3 رُثِ" descr="رُث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رُثِ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رُثۡ + ثِ" descr="رُثۡ + ث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رُثۡ + ثِ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مُحَمَّدٌ" descr="مُحَمَّد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0" name="Answer 2 مُحَمَدٌ" descr="مُحَمَد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مُحَمَدٌ</a:t>
            </a:r>
          </a:p>
        </p:txBody>
      </p:sp>
      <p:sp>
        <p:nvSpPr>
          <p:cNvPr id="11" name="Answer 3 مُحُمَّدٌ" descr="مُحُمَّد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مُحُمَّدٌ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ُحَمَّدٌ" descr="مُحَمَّ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وَلَدٌ" descr="وَلَد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0" name="Answer 2 سَلَّمَ" descr="سَلَّ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1" name="Answer 3 شَمۡسٌ" descr="شَمۡس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بَّ" descr="ب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بَّ</a:t>
            </a:r>
          </a:p>
        </p:txBody>
      </p:sp>
      <p:sp>
        <p:nvSpPr>
          <p:cNvPr id="10" name="Answer 2 بِّ" descr="ب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بِّ</a:t>
            </a:r>
          </a:p>
        </p:txBody>
      </p:sp>
      <p:sp>
        <p:nvSpPr>
          <p:cNvPr id="11" name="Answer 3 بِ" descr="ب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ِّ" descr="ب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بِّ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تُّ" descr="ت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تُّ</a:t>
            </a:r>
          </a:p>
        </p:txBody>
      </p:sp>
      <p:sp>
        <p:nvSpPr>
          <p:cNvPr id="10" name="Answer 2 تَّ" descr="ت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تَّ</a:t>
            </a:r>
          </a:p>
        </p:txBody>
      </p:sp>
      <p:sp>
        <p:nvSpPr>
          <p:cNvPr id="11" name="Answer 3 تُ" descr="ت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ُّ" descr="ت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تُّ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رُثِّ" descr="رُث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رُثِّ</a:t>
            </a:r>
          </a:p>
        </p:txBody>
      </p:sp>
      <p:sp>
        <p:nvSpPr>
          <p:cNvPr id="10" name="Answer 2 رُثۡ" descr="رُث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رُثۡ</a:t>
            </a:r>
          </a:p>
        </p:txBody>
      </p:sp>
      <p:sp>
        <p:nvSpPr>
          <p:cNvPr id="11" name="Answer 3 رُثِ" descr="رُث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رُثِ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رُثۡ + ثِ" descr="رُثۡ + ث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رُثۡ + ثِ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مُحَمَّدٌ" descr="مُحَمَّد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0" name="Answer 2 مُحَمَدٌ" descr="مُحَمَد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مُحَمَدٌ</a:t>
            </a:r>
          </a:p>
        </p:txBody>
      </p:sp>
      <p:sp>
        <p:nvSpPr>
          <p:cNvPr id="11" name="Answer 3 مُحُمَّدٌ" descr="مُحُمَّد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مُحُمَّدٌ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ُحَمَّدٌ" descr="مُحَمَّ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وَلَدٌ" descr="وَلَد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0" name="Answer 2 سَلَّمَ" descr="سَلَّ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1" name="Answer 3 شَمۡسٌ" descr="شَمۡس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نَّ" descr="ن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نَّ</a:t>
            </a:r>
          </a:p>
        </p:txBody>
      </p:sp>
      <p:sp>
        <p:nvSpPr>
          <p:cNvPr id="10" name="Answer 2 نِ" descr="ن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1" name="Answer 3 نِّ" descr="ن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نِّ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نِّ" descr="ن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نِّ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كُيۡ" descr="كُي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كُيۡ</a:t>
            </a:r>
          </a:p>
        </p:txBody>
      </p:sp>
      <p:sp>
        <p:nvSpPr>
          <p:cNvPr id="10" name="Answer 2 كُيُ" descr="كُي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كُيُ</a:t>
            </a:r>
          </a:p>
        </p:txBody>
      </p:sp>
      <p:sp>
        <p:nvSpPr>
          <p:cNvPr id="11" name="Answer 3 كُيُّ" descr="كُي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كُيُّ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كُيۡ + يُ" descr="كُيۡ + ي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كُيۡ + يُ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بَطَةٌ" descr="بَط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بَطَةٌ</a:t>
            </a:r>
          </a:p>
        </p:txBody>
      </p:sp>
      <p:sp>
        <p:nvSpPr>
          <p:cNvPr id="10" name="Answer 2 بُطَّةٌ" descr="بُطَّ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بُطَّةٌ</a:t>
            </a:r>
          </a:p>
        </p:txBody>
      </p:sp>
      <p:sp>
        <p:nvSpPr>
          <p:cNvPr id="11" name="Answer 3 بَطَّةٌ" descr="بَط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طَّةٌ" descr="بَط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كَمۡ" descr="كَ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كَمۡ</a:t>
            </a:r>
          </a:p>
        </p:txBody>
      </p:sp>
      <p:sp>
        <p:nvSpPr>
          <p:cNvPr id="10" name="Answer 2 تُفَّاحٌ" descr="تُفَّاح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1" name="Answer 3 صَبۡرٌ" descr="صَبۡ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صَبۡرٌ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خِّ" descr="خ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خِّ</a:t>
            </a:r>
          </a:p>
        </p:txBody>
      </p:sp>
      <p:sp>
        <p:nvSpPr>
          <p:cNvPr id="10" name="Answer 2 خَّ" descr="خ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خَّ</a:t>
            </a:r>
          </a:p>
        </p:txBody>
      </p:sp>
      <p:sp>
        <p:nvSpPr>
          <p:cNvPr id="11" name="Answer 3 خَ" descr="خ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خَّ" descr="خ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خَّ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نَّ" descr="ن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نَّ</a:t>
            </a:r>
          </a:p>
        </p:txBody>
      </p:sp>
      <p:sp>
        <p:nvSpPr>
          <p:cNvPr id="10" name="Answer 2 نِ" descr="ن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1" name="Answer 3 نِّ" descr="ن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نِّ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ِّ" descr="ن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نِّ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كُيۡ" descr="كُي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كُيۡ</a:t>
            </a:r>
          </a:p>
        </p:txBody>
      </p:sp>
      <p:sp>
        <p:nvSpPr>
          <p:cNvPr id="10" name="Answer 2 كُيُ" descr="كُي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كُيُ</a:t>
            </a:r>
          </a:p>
        </p:txBody>
      </p:sp>
      <p:sp>
        <p:nvSpPr>
          <p:cNvPr id="11" name="Answer 3 كُيُّ" descr="كُي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كُيُّ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كُيۡ + يُ" descr="كُيۡ + ي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كُيۡ + يُ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بَطَةٌ" descr="بَط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بَطَةٌ</a:t>
            </a:r>
          </a:p>
        </p:txBody>
      </p:sp>
      <p:sp>
        <p:nvSpPr>
          <p:cNvPr id="10" name="Answer 2 بُطَّةٌ" descr="بُطَّ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بُطَّةٌ</a:t>
            </a:r>
          </a:p>
        </p:txBody>
      </p:sp>
      <p:sp>
        <p:nvSpPr>
          <p:cNvPr id="11" name="Answer 3 بَطَّةٌ" descr="بَط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َطَّةٌ" descr="بَط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كَمۡ" descr="كَ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كَمۡ</a:t>
            </a:r>
          </a:p>
        </p:txBody>
      </p:sp>
      <p:sp>
        <p:nvSpPr>
          <p:cNvPr id="10" name="Answer 2 تُفَّاحٌ" descr="تُفَّاح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1" name="Answer 3 صَبۡرٌ" descr="صَبۡ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صَبۡرٌ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خِّ" descr="خ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خِّ</a:t>
            </a:r>
          </a:p>
        </p:txBody>
      </p:sp>
      <p:sp>
        <p:nvSpPr>
          <p:cNvPr id="10" name="Answer 2 خَّ" descr="خ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خَّ</a:t>
            </a:r>
          </a:p>
        </p:txBody>
      </p:sp>
      <p:sp>
        <p:nvSpPr>
          <p:cNvPr id="11" name="Answer 3 خَ" descr="خ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خَّ" descr="خ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خَّ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وِحِّ" descr="وِح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وِحِّ</a:t>
            </a:r>
          </a:p>
        </p:txBody>
      </p:sp>
      <p:sp>
        <p:nvSpPr>
          <p:cNvPr id="7" name="Answer 2 وِحۡ" descr="وِح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وِحۡ</a:t>
            </a:r>
          </a:p>
        </p:txBody>
      </p:sp>
      <p:sp>
        <p:nvSpPr>
          <p:cNvPr id="8" name="Answer 3 وِحِ" descr="وِح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وِحِ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1" name="Find وِحۡ + حِ" descr="وِحۡ + ح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وِحۡ + حِ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مُحَمَدٌ" descr="مُحَمَد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مُحَمَدٌ</a:t>
            </a:r>
          </a:p>
        </p:txBody>
      </p:sp>
      <p:sp>
        <p:nvSpPr>
          <p:cNvPr id="8" name="Answer 2 مُحَمَّدٌ" descr="مُحَمَّد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9" name="Answer 3 مُحُمَّدٌ" descr="مُحُمَّد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مُحُمَّدٌ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مُحَمَّدٌ" descr="مُحَمَّ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دَرَّسَ" descr="دَرَّ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دَرَّسَ</a:t>
            </a:r>
          </a:p>
        </p:txBody>
      </p:sp>
      <p:sp>
        <p:nvSpPr>
          <p:cNvPr id="8" name="Answer 2 شُكۡرٌ" descr="شُكۡ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9" name="Answer 3 جَمَلٌ" descr="جَمَ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ذَّ" descr="ذ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ذَّ</a:t>
            </a:r>
          </a:p>
        </p:txBody>
      </p:sp>
      <p:sp>
        <p:nvSpPr>
          <p:cNvPr id="8" name="Answer 2 ذُّ" descr="ذ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ذُّ</a:t>
            </a:r>
          </a:p>
        </p:txBody>
      </p:sp>
      <p:sp>
        <p:nvSpPr>
          <p:cNvPr id="9" name="Answer 3 ذُ" descr="ذ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ذُّ" descr="ذ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ذُّ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رُ" descr="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8" name="Answer 2 رَّ" descr="رّ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رَّ</a:t>
            </a:r>
          </a:p>
        </p:txBody>
      </p:sp>
      <p:sp>
        <p:nvSpPr>
          <p:cNvPr id="9" name="Answer 3 رُّ" descr="ر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رُّ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رُّ" descr="ر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رُّ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وِحِّ" descr="وِح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وِحِّ</a:t>
            </a:r>
          </a:p>
        </p:txBody>
      </p:sp>
      <p:sp>
        <p:nvSpPr>
          <p:cNvPr id="7" name="Answer 2 وِحۡ" descr="وِح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وِحۡ</a:t>
            </a:r>
          </a:p>
        </p:txBody>
      </p:sp>
      <p:sp>
        <p:nvSpPr>
          <p:cNvPr id="8" name="Answer 3 وِحِ" descr="وِح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وِحِ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وِحۡ + حِ" descr="وِحۡ + ح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وِحۡ + حِ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مُحَمَدٌ" descr="مُحَمَد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مُحَمَدٌ</a:t>
            </a:r>
          </a:p>
        </p:txBody>
      </p:sp>
      <p:sp>
        <p:nvSpPr>
          <p:cNvPr id="8" name="Answer 2 مُحَمَّدٌ" descr="مُحَمَّد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9" name="Answer 3 مُحُمَّدٌ" descr="مُحُمَّد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مُحُمَّدٌ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مُحَمَّدٌ" descr="مُحَمَّ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دَرَّسَ" descr="دَرَّ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دَرَّسَ</a:t>
            </a:r>
          </a:p>
        </p:txBody>
      </p:sp>
      <p:sp>
        <p:nvSpPr>
          <p:cNvPr id="8" name="Answer 2 شُكۡرٌ" descr="شُكۡ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9" name="Answer 3 جَمَلٌ" descr="جَمَ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ذَّ" descr="ذ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ذَّ</a:t>
            </a:r>
          </a:p>
        </p:txBody>
      </p:sp>
      <p:sp>
        <p:nvSpPr>
          <p:cNvPr id="8" name="Answer 2 ذُّ" descr="ذ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ذُّ</a:t>
            </a:r>
          </a:p>
        </p:txBody>
      </p:sp>
      <p:sp>
        <p:nvSpPr>
          <p:cNvPr id="9" name="Answer 3 ذُ" descr="ذ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ذُّ" descr="ذ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ذُّ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رُ" descr="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8" name="Answer 2 رَّ" descr="رّ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رَّ</a:t>
            </a:r>
          </a:p>
        </p:txBody>
      </p:sp>
      <p:sp>
        <p:nvSpPr>
          <p:cNvPr id="9" name="Answer 3 رُّ" descr="ر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رُّ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رُّ" descr="ر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رُّ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إِنَ" descr="إِن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إِنَ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إِنُّ" descr="إِنُّ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إِنُّ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إِنَّ" descr="إِنَّ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إِنَّ" descr="إِن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عَلَّمَ" descr="عَلَّم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عَلَّمَ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شُكۡرٌ" descr="شُكۡر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ذِكۡرٌ" descr="ذِكۡر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زَ" descr="ز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زَّ" descr="زّ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زَّ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زِّ" descr="زِّ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زِّ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زَّ" descr="ز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سَ" descr="س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سَّ" descr="سّ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سَّ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سِّ" descr="سِّ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سِّ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سَّ" descr="س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سَشَّ" descr="سَشّ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سَشَّ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سَشۡ" descr="سَش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سَشۡ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سَشَ" descr="سَش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سَشَ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سَشۡ + شَ" descr="سَشۡ + ش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سَشۡ + شَ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إِنَ" descr="إِن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إِنَ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إِنُّ" descr="إِنُّ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إِنُّ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إِنَّ" descr="إِنَّ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إِنَّ" descr="إِن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عَلَّمَ" descr="عَلَّم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عَلَّمَ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شُكۡرٌ" descr="شُكۡر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ذِكۡرٌ" descr="ذِكۡر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زَ" descr="ز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زَّ" descr="زّ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زَّ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زِّ" descr="زِّ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زِّ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زَّ" descr="ز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زَّ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سَ" descr="س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سَّ" descr="سّ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سَّ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سِّ" descr="سِّ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سِّ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سَّ" descr="س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سَّ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سَشَّ" descr="سَشّ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سَشَّ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سَشۡ" descr="سَش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سَشۡ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سَشَ" descr="سَش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سَشَ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سَشۡ + شَ" descr="سَشۡ + ش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سَشۡ + شَ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مَطۡبَخٌ" descr="مَطۡبَخ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sp>
        <p:nvSpPr>
          <p:cNvPr id="11" name="Answer 2 شَدَّ" descr="شَدَ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2" name="Answer 3 حَجَرٌ" descr="حَجَ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شَّ" descr="ش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شَّ</a:t>
            </a:r>
          </a:p>
        </p:txBody>
      </p:sp>
      <p:sp>
        <p:nvSpPr>
          <p:cNvPr id="10" name="Answer 2 شَ" descr="ش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Answer 3 شِّ" descr="ش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شِّ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َّ" descr="ش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شَّ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صَّ" descr="ص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صَّ</a:t>
            </a:r>
          </a:p>
        </p:txBody>
      </p:sp>
      <p:sp>
        <p:nvSpPr>
          <p:cNvPr id="9" name="Answer 2 صُّ" descr="ص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صُّ</a:t>
            </a:r>
          </a:p>
        </p:txBody>
      </p:sp>
      <p:sp>
        <p:nvSpPr>
          <p:cNvPr id="10" name="Answer 3 صُ" descr="ص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صُّ" descr="ص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صُّ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صَضِّ" descr="صَض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صَضِّ</a:t>
            </a:r>
          </a:p>
        </p:txBody>
      </p:sp>
      <p:sp>
        <p:nvSpPr>
          <p:cNvPr id="8" name="Answer 2 صَضۡ" descr="صَض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صَضۡ</a:t>
            </a:r>
          </a:p>
        </p:txBody>
      </p:sp>
      <p:sp>
        <p:nvSpPr>
          <p:cNvPr id="9" name="Answer 3 صَضِ" descr="صَض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صَضِ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صَضۡ + ضِ" descr="صَضۡ + ض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صَضۡ + ضِ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كَلَّا" descr="كَلَّ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كَلَّا</a:t>
            </a:r>
          </a:p>
        </p:txBody>
      </p:sp>
      <p:sp>
        <p:nvSpPr>
          <p:cNvPr id="7" name="Answer 2 كَلَا" descr="كَل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كَلَا</a:t>
            </a:r>
          </a:p>
        </p:txBody>
      </p:sp>
      <p:sp>
        <p:nvSpPr>
          <p:cNvPr id="8" name="Answer 3 كُلَّا" descr="كُلَّ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كُلَّا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كَلَّا" descr="كَلَّ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كَلَّا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وَلَدٌ" descr="وَلَد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6" name="Answer 2 يَكۡتُبُ" descr="يَكۡتُب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7" name="Answer 3 دَرَّسَ" descr="دَرَّس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دَرَّسَ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It's a whale!" descr="It's a whale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It's a whale!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مَطۡبَخٌ" descr="مَطۡبَخ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sp>
        <p:nvSpPr>
          <p:cNvPr id="11" name="Answer 2 شَدَّ" descr="شَدَ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2" name="Answer 3 حَجَرٌ" descr="حَجَ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شَّ" descr="ش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شَّ</a:t>
            </a:r>
          </a:p>
        </p:txBody>
      </p:sp>
      <p:sp>
        <p:nvSpPr>
          <p:cNvPr id="10" name="Answer 2 شَ" descr="ش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Answer 3 شِّ" descr="ش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شِّ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َّ" descr="ش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شَّ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صَّ" descr="ص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صَّ</a:t>
            </a:r>
          </a:p>
        </p:txBody>
      </p:sp>
      <p:sp>
        <p:nvSpPr>
          <p:cNvPr id="9" name="Answer 2 صُّ" descr="ص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صُّ</a:t>
            </a:r>
          </a:p>
        </p:txBody>
      </p:sp>
      <p:sp>
        <p:nvSpPr>
          <p:cNvPr id="10" name="Answer 3 صُ" descr="ص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صُّ" descr="ص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صُّ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صَضِّ" descr="صَض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صَضِّ</a:t>
            </a:r>
          </a:p>
        </p:txBody>
      </p:sp>
      <p:sp>
        <p:nvSpPr>
          <p:cNvPr id="8" name="Answer 2 صَضۡ" descr="صَض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صَضۡ</a:t>
            </a:r>
          </a:p>
        </p:txBody>
      </p:sp>
      <p:sp>
        <p:nvSpPr>
          <p:cNvPr id="9" name="Answer 3 صَضِ" descr="صَض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صَضِ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صَضۡ + ضِ" descr="صَضۡ + ض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صَضۡ + ضِ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كَلَّا" descr="كَلَّ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كَلَّا</a:t>
            </a:r>
          </a:p>
        </p:txBody>
      </p:sp>
      <p:sp>
        <p:nvSpPr>
          <p:cNvPr id="7" name="Answer 2 كَلَا" descr="كَل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كَلَا</a:t>
            </a:r>
          </a:p>
        </p:txBody>
      </p:sp>
      <p:sp>
        <p:nvSpPr>
          <p:cNvPr id="8" name="Answer 3 كُلَّا" descr="كُلَّ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كُلَّا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كَلَّا" descr="كَلَّ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كَلَّا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وَلَدٌ" descr="وَلَد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6" name="Answer 2 يَكۡتُبُ" descr="يَكۡتُب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7" name="Answer 3 دَرَّسَ" descr="دَرَّس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دَرَّسَ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ضِّ" descr="ضِّ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ضِّ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ضَّ" descr="ضَّ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ضَّ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ضِ" descr="ضِ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ضِّ" descr="ض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ضِّ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طُ" descr="طُ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طَّ" descr="طَّ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طَّ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طُّ" descr="طُّ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طُّ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ُّ" descr="ط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طُّ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لَظۡ" descr="لَظۡ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لَظۡ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لَظَّ" descr="لَظَّ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لَظَّ</a:t>
            </a:r>
          </a:p>
        </p:txBody>
      </p:sp>
      <p:pic>
        <p:nvPicPr>
          <p:cNvPr id="11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لَظَ" descr="لَظَ">
            <a:hlinkClick action="ppaction://hlinksldjump" r:id="rId6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لَظَ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لَظۡ + ظَ" descr="لَظۡ + ظ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لَظۡ + ظَ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قَطَعَ" descr="قَطَعَ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قَطَعَ</a:t>
            </a:r>
          </a:p>
        </p:txBody>
      </p:sp>
      <p:pic>
        <p:nvPicPr>
          <p:cNvPr id="10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قُطَّعَ" descr="قُطَّعَ">
            <a:hlinkClick action="ppaction://hlinksldjump" r:id="rId6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قُطَّعَ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قَطَّعَ" descr="قَطَّعَ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قَطَّعَ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قَطَّعَ" descr="قَطَّع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قَطَّعَ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يَشۡرَبُ" descr="يَشۡرَبُ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يَشۡرَبُ</a:t>
            </a:r>
          </a:p>
        </p:txBody>
      </p:sp>
      <p:pic>
        <p:nvPicPr>
          <p:cNvPr id="11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مَطۡبَخٌ" descr="مَطۡبَخٌ">
            <a:hlinkClick action="ppaction://hlinksldjump" r:id="rId6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رُمَّانٌ" descr="رُمَّانٌ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رُمَّانٌ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ضِّ" descr="ضِّ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ضِّ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ضَّ" descr="ضَّ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ضَّ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ضِ" descr="ضِ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ِّ" descr="ض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ضِّ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طُ" descr="طُ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طَّ" descr="طَّ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طَّ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طُّ" descr="طُّ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طُّ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طُّ" descr="ط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طُّ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لَظۡ" descr="لَظۡ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لَظۡ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لَظَّ" descr="لَظَّ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لَظَّ</a:t>
            </a:r>
          </a:p>
        </p:txBody>
      </p:sp>
      <p:pic>
        <p:nvPicPr>
          <p:cNvPr id="11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لَظَ" descr="لَظَ">
            <a:hlinkClick action="ppaction://hlinksldjump" r:id="rId6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لَظَ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لَظۡ + ظَ" descr="لَظۡ + ظ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لَظۡ + ظَ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قَطَعَ" descr="قَطَعَ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قَطَعَ</a:t>
            </a:r>
          </a:p>
        </p:txBody>
      </p:sp>
      <p:pic>
        <p:nvPicPr>
          <p:cNvPr id="10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قُطَّعَ" descr="قُطَّعَ">
            <a:hlinkClick action="ppaction://hlinksldjump" r:id="rId6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قُطَّعَ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قَطَّعَ" descr="قَطَّعَ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قَطَّعَ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قَطَّعَ" descr="قَطَّع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قَطَّعَ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يَشۡرَبُ" descr="يَشۡرَبُ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يَشۡرَبُ</a:t>
            </a:r>
          </a:p>
        </p:txBody>
      </p:sp>
      <p:pic>
        <p:nvPicPr>
          <p:cNvPr id="11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مَطۡبَخٌ" descr="مَطۡبَخٌ">
            <a:hlinkClick action="ppaction://hlinksldjump" r:id="rId6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رُمَّانٌ" descr="رُمَّانٌ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رُمَّانٌ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عُ" descr="ع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9" name="Answer 2 عَّ" descr="عّ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عَّ</a:t>
            </a:r>
          </a:p>
        </p:txBody>
      </p:sp>
      <p:sp>
        <p:nvSpPr>
          <p:cNvPr id="10" name="Answer 3 عُّ" descr="عُّ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عُّ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عُّ" descr="ع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ُغَّ" descr="مُغ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مُغَّ</a:t>
            </a:r>
          </a:p>
        </p:txBody>
      </p:sp>
      <p:sp>
        <p:nvSpPr>
          <p:cNvPr id="9" name="Answer 2 مُغۡ" descr="مُغ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مُغۡ</a:t>
            </a:r>
          </a:p>
        </p:txBody>
      </p:sp>
      <p:sp>
        <p:nvSpPr>
          <p:cNvPr id="10" name="Answer 3 مُغَ" descr="مُغ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مُغَ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مُغۡ + غَ" descr="مُغۡ + غ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مُغۡ + غَ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هِرَةٌ" descr="هِرَة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هِرَةٌ</a:t>
            </a:r>
          </a:p>
        </p:txBody>
      </p:sp>
      <p:sp>
        <p:nvSpPr>
          <p:cNvPr id="9" name="Answer 2 هِرَّةٌ" descr="هِرَّة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هِرَّةٌ</a:t>
            </a:r>
          </a:p>
        </p:txBody>
      </p:sp>
      <p:sp>
        <p:nvSpPr>
          <p:cNvPr id="10" name="Answer 3 هِرُّةٌ" descr="هِرُّة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هِرُّةٌ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هِرَّةٌ" descr="هِر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هِرَّةٌ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جَلَسَ" descr="جَلَس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9" name="Answer 2 مُدَرِّسٌ" descr="مُدَرِّس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مُدَرِّسٌ</a:t>
            </a:r>
          </a:p>
        </p:txBody>
      </p:sp>
      <p:sp>
        <p:nvSpPr>
          <p:cNvPr id="10" name="Answer 3 وَلَدٌ" descr="وَلَد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كِ" descr="ك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9" name="Answer 2 كِّ" descr="كّ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كِّ</a:t>
            </a:r>
          </a:p>
        </p:txBody>
      </p:sp>
      <p:sp>
        <p:nvSpPr>
          <p:cNvPr id="10" name="Answer 3 كَّ" descr="كَّ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كَّ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كِّ" descr="ك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كِّ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عُ" descr="ع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9" name="Answer 2 عَّ" descr="عّ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عَّ</a:t>
            </a:r>
          </a:p>
        </p:txBody>
      </p:sp>
      <p:sp>
        <p:nvSpPr>
          <p:cNvPr id="10" name="Answer 3 عُّ" descr="عُّ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عُّ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عُّ" descr="ع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ُغَّ" descr="مُغ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مُغَّ</a:t>
            </a:r>
          </a:p>
        </p:txBody>
      </p:sp>
      <p:sp>
        <p:nvSpPr>
          <p:cNvPr id="9" name="Answer 2 مُغۡ" descr="مُغ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مُغۡ</a:t>
            </a:r>
          </a:p>
        </p:txBody>
      </p:sp>
      <p:sp>
        <p:nvSpPr>
          <p:cNvPr id="10" name="Answer 3 مُغَ" descr="مُغ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مُغَ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مُغۡ + غَ" descr="مُغۡ + غ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مُغۡ + غَ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هِرَةٌ" descr="هِرَة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هِرَةٌ</a:t>
            </a:r>
          </a:p>
        </p:txBody>
      </p:sp>
      <p:sp>
        <p:nvSpPr>
          <p:cNvPr id="9" name="Answer 2 هِرَّةٌ" descr="هِرَّة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هِرَّةٌ</a:t>
            </a:r>
          </a:p>
        </p:txBody>
      </p:sp>
      <p:sp>
        <p:nvSpPr>
          <p:cNvPr id="10" name="Answer 3 هِرُّةٌ" descr="هِرُّة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هِرُّةٌ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هِرَّةٌ" descr="هِر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هِرَّةٌ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جَلَسَ" descr="جَلَس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9" name="Answer 2 مُدَرِّسٌ" descr="مُدَرِّس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مُدَرِّسٌ</a:t>
            </a:r>
          </a:p>
        </p:txBody>
      </p:sp>
      <p:sp>
        <p:nvSpPr>
          <p:cNvPr id="10" name="Answer 3 وَلَدٌ" descr="وَلَد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كِ" descr="ك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9" name="Answer 2 كِّ" descr="كّ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كِّ</a:t>
            </a:r>
          </a:p>
        </p:txBody>
      </p:sp>
      <p:sp>
        <p:nvSpPr>
          <p:cNvPr id="10" name="Answer 3 كَّ" descr="كَّ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كَّ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كِّ" descr="ك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كِّ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ضُقِّ" descr="ضُق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ضُقِّ</a:t>
            </a:r>
          </a:p>
        </p:txBody>
      </p:sp>
      <p:sp>
        <p:nvSpPr>
          <p:cNvPr id="10" name="Answer 2 ضُقۡ" descr="ضُق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ضُقۡ</a:t>
            </a:r>
          </a:p>
        </p:txBody>
      </p:sp>
      <p:sp>
        <p:nvSpPr>
          <p:cNvPr id="11" name="Answer 3 ضُقِ" descr="ضُق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ضُقِ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ضُقۡ + قِ" descr="ضُقۡ + ق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ضُقۡ + قِ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إِنُّ" descr="إِنُ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إِنُّ</a:t>
            </a:r>
          </a:p>
        </p:txBody>
      </p:sp>
      <p:sp>
        <p:nvSpPr>
          <p:cNvPr id="10" name="Answer 2 إِنَّ" descr="إِنَ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1" name="Answer 3 إِنَ" descr="إِن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إِنَّ" descr="إِن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عِلۡمٌ" descr="عِلۡم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sp>
        <p:nvSpPr>
          <p:cNvPr id="10" name="Answer 2 قَلَمٌ" descr="قَلَم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قَلَمٌ</a:t>
            </a:r>
          </a:p>
        </p:txBody>
      </p:sp>
      <p:sp>
        <p:nvSpPr>
          <p:cNvPr id="11" name="Answer 3 كَسَّرَ" descr="كَسَّر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كَسَّرَ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مَ" descr="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Answer 2 مَّ" descr="م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مَّ</a:t>
            </a:r>
          </a:p>
        </p:txBody>
      </p:sp>
      <p:sp>
        <p:nvSpPr>
          <p:cNvPr id="11" name="Answer 3 مِّ" descr="مّ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مِّ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َّ" descr="م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مَّ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هِّ" descr="ه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هِّ</a:t>
            </a:r>
          </a:p>
        </p:txBody>
      </p:sp>
      <p:sp>
        <p:nvSpPr>
          <p:cNvPr id="10" name="Answer 2 هَّ" descr="ه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هَّ</a:t>
            </a:r>
          </a:p>
        </p:txBody>
      </p:sp>
      <p:sp>
        <p:nvSpPr>
          <p:cNvPr id="11" name="Answer 3 هَ" descr="ه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هَّ" descr="ه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هَّ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ضُقِّ" descr="ضُق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ضُقِّ</a:t>
            </a:r>
          </a:p>
        </p:txBody>
      </p:sp>
      <p:sp>
        <p:nvSpPr>
          <p:cNvPr id="10" name="Answer 2 ضُقۡ" descr="ضُق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ضُقۡ</a:t>
            </a:r>
          </a:p>
        </p:txBody>
      </p:sp>
      <p:sp>
        <p:nvSpPr>
          <p:cNvPr id="11" name="Answer 3 ضُقِ" descr="ضُق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ضُقِ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ضُقۡ + قِ" descr="ضُقۡ + ق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ضُقۡ + قِ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إِنُّ" descr="إِنُ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إِنُّ</a:t>
            </a:r>
          </a:p>
        </p:txBody>
      </p:sp>
      <p:sp>
        <p:nvSpPr>
          <p:cNvPr id="10" name="Answer 2 إِنَّ" descr="إِنَ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1" name="Answer 3 إِنَ" descr="إِن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إِنَّ" descr="إِن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عِلۡمٌ" descr="عِلۡم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sp>
        <p:nvSpPr>
          <p:cNvPr id="10" name="Answer 2 قَلَمٌ" descr="قَلَم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قَلَمٌ</a:t>
            </a:r>
          </a:p>
        </p:txBody>
      </p:sp>
      <p:sp>
        <p:nvSpPr>
          <p:cNvPr id="11" name="Answer 3 كَسَّرَ" descr="كَسَّر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كَسَّرَ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مَ" descr="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Answer 2 مَّ" descr="م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مَّ</a:t>
            </a:r>
          </a:p>
        </p:txBody>
      </p:sp>
      <p:sp>
        <p:nvSpPr>
          <p:cNvPr id="11" name="Answer 3 مِّ" descr="مّ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مِّ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َّ" descr="م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مَّ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هِّ" descr="ه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هِّ</a:t>
            </a:r>
          </a:p>
        </p:txBody>
      </p:sp>
      <p:sp>
        <p:nvSpPr>
          <p:cNvPr id="10" name="Answer 2 هَّ" descr="ه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هَّ</a:t>
            </a:r>
          </a:p>
        </p:txBody>
      </p:sp>
      <p:sp>
        <p:nvSpPr>
          <p:cNvPr id="11" name="Answer 3 هَ" descr="ه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هَّ" descr="ه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هَّ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سَلَّمَ" descr="سَلَّ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0" name="Answer 2 سَلَمَ" descr="سَلَ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سَلَمَ</a:t>
            </a:r>
          </a:p>
        </p:txBody>
      </p:sp>
      <p:sp>
        <p:nvSpPr>
          <p:cNvPr id="11" name="Answer 3 سُلَّمَ" descr="سُلَّم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سُلَّمَ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َلَّمَ" descr="سَلَّ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كَمۡ" descr="كَ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كَمۡ</a:t>
            </a:r>
          </a:p>
        </p:txBody>
      </p:sp>
      <p:sp>
        <p:nvSpPr>
          <p:cNvPr id="10" name="Answer 2 قَطَّعَ" descr="قَطَّع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قَطَّعَ</a:t>
            </a:r>
          </a:p>
        </p:txBody>
      </p:sp>
      <p:sp>
        <p:nvSpPr>
          <p:cNvPr id="11" name="Answer 3 وَلَدٌ" descr="وَلَد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وَّ" descr="و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وَّ</a:t>
            </a:r>
          </a:p>
        </p:txBody>
      </p:sp>
      <p:sp>
        <p:nvSpPr>
          <p:cNvPr id="10" name="Answer 2 وُ" descr="و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1" name="Answer 3 وُّ" descr="و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وُّ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وُّ" descr="و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وُّ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بِ" descr="ب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0" name="Answer 2 بِّ" descr="ب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بِّ</a:t>
            </a:r>
          </a:p>
        </p:txBody>
      </p:sp>
      <p:sp>
        <p:nvSpPr>
          <p:cNvPr id="11" name="Answer 3 بَّ" descr="بّ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بَّ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ِّ" descr="ب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بِّ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يِتَّ" descr="يِت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يِتَّ</a:t>
            </a:r>
          </a:p>
        </p:txBody>
      </p:sp>
      <p:sp>
        <p:nvSpPr>
          <p:cNvPr id="10" name="Answer 2 يِتَ" descr="يِت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يِتَ</a:t>
            </a:r>
          </a:p>
        </p:txBody>
      </p:sp>
      <p:sp>
        <p:nvSpPr>
          <p:cNvPr id="11" name="Answer 3 يِتۡ" descr="يِت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يِتۡ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يِتۡ + تَ" descr="يِتۡ + ت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يِتۡ + تَ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سَلَّمَ" descr="سَلَّ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0" name="Answer 2 سَلَمَ" descr="سَلَ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سَلَمَ</a:t>
            </a:r>
          </a:p>
        </p:txBody>
      </p:sp>
      <p:sp>
        <p:nvSpPr>
          <p:cNvPr id="11" name="Answer 3 سُلَّمَ" descr="سُلَّم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سُلَّمَ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َلَّمَ" descr="سَلَّ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كَمۡ" descr="كَ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كَمۡ</a:t>
            </a:r>
          </a:p>
        </p:txBody>
      </p:sp>
      <p:sp>
        <p:nvSpPr>
          <p:cNvPr id="10" name="Answer 2 قَطَّعَ" descr="قَطَّع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قَطَّعَ</a:t>
            </a:r>
          </a:p>
        </p:txBody>
      </p:sp>
      <p:sp>
        <p:nvSpPr>
          <p:cNvPr id="11" name="Answer 3 وَلَدٌ" descr="وَلَد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وَّ" descr="و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وَّ</a:t>
            </a:r>
          </a:p>
        </p:txBody>
      </p:sp>
      <p:sp>
        <p:nvSpPr>
          <p:cNvPr id="10" name="Answer 2 وُ" descr="و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1" name="Answer 3 وُّ" descr="و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وُّ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وُّ" descr="و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وُّ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بِ" descr="ب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0" name="Answer 2 بِّ" descr="ب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بِّ</a:t>
            </a:r>
          </a:p>
        </p:txBody>
      </p:sp>
      <p:sp>
        <p:nvSpPr>
          <p:cNvPr id="11" name="Answer 3 بَّ" descr="بّ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بَّ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ِّ" descr="ب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بِّ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يِتَّ" descr="يِت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يِتَّ</a:t>
            </a:r>
          </a:p>
        </p:txBody>
      </p:sp>
      <p:sp>
        <p:nvSpPr>
          <p:cNvPr id="10" name="Answer 2 يِتَ" descr="يِت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يِتَ</a:t>
            </a:r>
          </a:p>
        </p:txBody>
      </p:sp>
      <p:sp>
        <p:nvSpPr>
          <p:cNvPr id="11" name="Answer 3 يِتۡ" descr="يِت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يِتۡ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يِتۡ + تَ" descr="يِتۡ + ت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يِتۡ + تَ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قَطَّعَ" descr="قَطَّع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قَطَّعَ</a:t>
            </a:r>
          </a:p>
        </p:txBody>
      </p:sp>
      <p:sp>
        <p:nvSpPr>
          <p:cNvPr id="7" name="Answer 2 بَلَدٌ" descr="بَلَد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8" name="Answer 3 جَلَسَ" descr="جَلَس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تَّ" descr="ت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تَّ</a:t>
            </a:r>
          </a:p>
        </p:txBody>
      </p:sp>
      <p:sp>
        <p:nvSpPr>
          <p:cNvPr id="8" name="Answer 2 تَ" descr="ت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9" name="Answer 3 تِّ" descr="ت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تِّ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تَّ" descr="ت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ثَّ" descr="ث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ثَّ</a:t>
            </a:r>
          </a:p>
        </p:txBody>
      </p:sp>
      <p:sp>
        <p:nvSpPr>
          <p:cNvPr id="8" name="Answer 2 ثُّ" descr="ث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ثُّ</a:t>
            </a:r>
          </a:p>
        </p:txBody>
      </p:sp>
      <p:sp>
        <p:nvSpPr>
          <p:cNvPr id="9" name="Answer 3 ثُ" descr="ث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ثُّ" descr="ث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ثُّ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حُنُّ" descr="حُن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حُنُّ</a:t>
            </a:r>
          </a:p>
        </p:txBody>
      </p:sp>
      <p:sp>
        <p:nvSpPr>
          <p:cNvPr id="8" name="Answer 2 حُنُ" descr="حُن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حُنُ</a:t>
            </a:r>
          </a:p>
        </p:txBody>
      </p:sp>
      <p:sp>
        <p:nvSpPr>
          <p:cNvPr id="9" name="Answer 3 حُنۡ" descr="حُن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حُنۡ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حُنۡ + نُ" descr="حُنۡ + 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حُنۡ + نُ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جَدٌ" descr="جَد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جَدٌ</a:t>
            </a:r>
          </a:p>
        </p:txBody>
      </p:sp>
      <p:sp>
        <p:nvSpPr>
          <p:cNvPr id="8" name="Answer 2 جُدٌّ" descr="جُدٌّ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جُدٌّ</a:t>
            </a:r>
          </a:p>
        </p:txBody>
      </p:sp>
      <p:sp>
        <p:nvSpPr>
          <p:cNvPr id="9" name="Answer 3 جَدٌّ" descr="جَدٌ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جَدٌّ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جَدٌّ" descr="جَدٌ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جَدٌّ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قَطَّعَ" descr="قَطَّع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قَطَّعَ</a:t>
            </a:r>
          </a:p>
        </p:txBody>
      </p:sp>
      <p:sp>
        <p:nvSpPr>
          <p:cNvPr id="7" name="Answer 2 بَلَدٌ" descr="بَلَد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8" name="Answer 3 جَلَسَ" descr="جَلَس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تَّ" descr="ت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تَّ</a:t>
            </a:r>
          </a:p>
        </p:txBody>
      </p:sp>
      <p:sp>
        <p:nvSpPr>
          <p:cNvPr id="8" name="Answer 2 تَ" descr="ت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9" name="Answer 3 تِّ" descr="ت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تِّ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تَّ" descr="ت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تَّ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ثَّ" descr="ث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ثَّ</a:t>
            </a:r>
          </a:p>
        </p:txBody>
      </p:sp>
      <p:sp>
        <p:nvSpPr>
          <p:cNvPr id="8" name="Answer 2 ثُّ" descr="ث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ثُّ</a:t>
            </a:r>
          </a:p>
        </p:txBody>
      </p:sp>
      <p:sp>
        <p:nvSpPr>
          <p:cNvPr id="9" name="Answer 3 ثُ" descr="ث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ثُّ" descr="ث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ثُّ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حُنُّ" descr="حُن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حُنُّ</a:t>
            </a:r>
          </a:p>
        </p:txBody>
      </p:sp>
      <p:sp>
        <p:nvSpPr>
          <p:cNvPr id="8" name="Answer 2 حُنُ" descr="حُن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حُنُ</a:t>
            </a:r>
          </a:p>
        </p:txBody>
      </p:sp>
      <p:sp>
        <p:nvSpPr>
          <p:cNvPr id="9" name="Answer 3 حُنۡ" descr="حُن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حُنۡ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حُنۡ + نُ" descr="حُنۡ + 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حُنۡ + نُ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جَدٌ" descr="جَد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جَدٌ</a:t>
            </a:r>
          </a:p>
        </p:txBody>
      </p:sp>
      <p:sp>
        <p:nvSpPr>
          <p:cNvPr id="8" name="Answer 2 جُدٌّ" descr="جُدٌّ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جُدٌّ</a:t>
            </a:r>
          </a:p>
        </p:txBody>
      </p:sp>
      <p:sp>
        <p:nvSpPr>
          <p:cNvPr id="9" name="Answer 3 جَدٌّ" descr="جَدٌ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جَدٌّ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جَدٌّ" descr="جَدٌ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جَدٌّ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ug of War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8A6CF0"/>
                </a:solidFill>
                <a:latin typeface="Arial"/>
                <a:cs typeface="Arial"/>
              </a:rPr>
              <a:t>How to play: Tug of War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 the wor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Read the word, then tap your team.</a:t>
            </a:r>
          </a:p>
        </p:txBody>
      </p:sp>
      <p:sp>
        <p:nvSpPr>
          <p:cNvPr id="7" name="Line 3" descr="3.  Pull the flag 3 steps to win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Pull the flag 3 steps to win!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062" y="2095500"/>
            <a:ext cx="1666875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تُفَّاحٌ" descr="تُفَّاح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مُحَمَّدٌ" descr="مُحَمَّد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شَدَّ" descr="شَد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Blue team wins!" descr="Blue team wins!"/>
          <p:cNvSpPr/>
          <p:nvPr/>
        </p:nvSpPr>
        <p:spPr>
          <a:xfrm>
            <a:off x="3556000" y="1397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مُحَمَّدٌ" descr="مُحَمَّد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شَدَّ" descr="شَد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سَلَّمَ" descr="سَلَّمَ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بَطَّةٌ" descr="بَط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شَدَّ" descr="شَد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سَلَّمَ" descr="سَلَّمَ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بَطَّةٌ" descr="بَط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قِطَّةٌ" descr="قِط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َبَّ" descr="رَب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رَبَّ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Red team wins!" descr="Red team wins!"/>
          <p:cNvSpPr/>
          <p:nvPr/>
        </p:nvSpPr>
        <p:spPr>
          <a:xfrm>
            <a:off x="3556000" y="1397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بَطَّةٌ" descr="بَط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قِطَّةٌ" descr="قِط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َبَّ" descr="رَب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رَبَّ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جَنَّةٌ" descr="جَن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جَنَّةٌ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5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سُكَّرٌ" descr="سُكَّر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سُكَّرٌ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7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َبَّ" descr="رَب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رَبَّ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جَنَّةٌ" descr="جَن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جَنَّةٌ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سُكَّرٌ" descr="سُكَّر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سُكَّرٌ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5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سُكَّرٌ" descr="سُكَّر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سُكَّرٌ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7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نِ" descr="ن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نَّ" descr="نّ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نَّ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نِّ" descr="نِّ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نِّ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نِّ" descr="ن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نِّ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يُّ" descr="يّ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يُّ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يَّ" descr="يّ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يَّ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يُ" descr="يُ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يُّ" descr="ي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يُّ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حُجُّ" descr="حُجّ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حُجُّ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حُجۡ" descr="حُج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حُجۡ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حُجُ" descr="حُجُ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حُجُ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حُجۡ + جُ" descr="حُجۡ + ج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حُجۡ + جُ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عَلَّمَ" descr="عَلَّم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عَلَّمَ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عَلَمَ" descr="عَلَم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عَلَمَ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عُلَّمَ" descr="عُلَّم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عُلَّمَ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عَلَّمَ" descr="عَلَّ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عَلَّمَ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مِنۡ" descr="مِنۡ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مِنۡ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حَجَّ" descr="حَجَّ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حَجَّ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مَطۡبَخٌ" descr="مَطۡبَخٌ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نِ" descr="ن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نَّ" descr="نّ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نَّ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نِّ" descr="نِّ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نِّ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نِّ" descr="ن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نِّ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يُّ" descr="يّ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يُّ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يَّ" descr="يّ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يَّ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يُ" descr="يُ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يُّ" descr="ي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يُّ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حُجُّ" descr="حُجّ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حُجُّ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حُجۡ" descr="حُج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حُجۡ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حُجُ" descr="حُجُ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حُجُ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حُجۡ + جُ" descr="حُجۡ + ج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حُجۡ + جُ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عَلَّمَ" descr="عَلَّم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عَلَّمَ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عَلَمَ" descr="عَلَم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عَلَمَ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عُلَّمَ" descr="عُلَّم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عُلَّمَ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عَلَّمَ" descr="عَلَّ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عَلَّمَ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مِنۡ" descr="مِنۡ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مِنۡ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حَجَّ" descr="حَجَّ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حَجَّ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مَطۡبَخٌ" descr="مَطۡبَخٌ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حَّ" descr="ح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11" name="Answer 2 حَ" descr="ح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Answer 3 حِّ" descr="ح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َّ" descr="ح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هَخَ" descr="هَخ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هَخَ</a:t>
            </a:r>
          </a:p>
        </p:txBody>
      </p:sp>
      <p:sp>
        <p:nvSpPr>
          <p:cNvPr id="10" name="Answer 2 هَخۡ" descr="هَخۡ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هَخۡ</a:t>
            </a:r>
          </a:p>
        </p:txBody>
      </p:sp>
      <p:sp>
        <p:nvSpPr>
          <p:cNvPr id="11" name="Answer 3 هَخَّ" descr="هَخ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هَخَّ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هَخۡ + خَ" descr="هَخۡ + خ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هَخۡ + خَ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مَدَّ" descr="مَد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مَدَّ</a:t>
            </a:r>
          </a:p>
        </p:txBody>
      </p:sp>
      <p:sp>
        <p:nvSpPr>
          <p:cNvPr id="9" name="Answer 2 مَدَ" descr="مَد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مَدَ</a:t>
            </a:r>
          </a:p>
        </p:txBody>
      </p:sp>
      <p:sp>
        <p:nvSpPr>
          <p:cNvPr id="10" name="Answer 3 مُدَّ" descr="مُدَ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مُدَّ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مَدَّ" descr="مَد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مَدَّ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جَلَسَ" descr="جَلَ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8" name="Answer 2 نَهۡرٌ" descr="نَهۡر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9" name="Answer 3 سُكَّرٌ" descr="سُكَّ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سُكَّرٌ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رَ" descr="ر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7" name="Answer 2 رِّ" descr="رّ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رِّ</a:t>
            </a:r>
          </a:p>
        </p:txBody>
      </p:sp>
      <p:sp>
        <p:nvSpPr>
          <p:cNvPr id="8" name="Answer 3 رَّ" descr="ر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رَّ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رَّ" descr="ر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رَّ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زَّ" descr="ز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زَّ</a:t>
            </a:r>
          </a:p>
        </p:txBody>
      </p:sp>
      <p:sp>
        <p:nvSpPr>
          <p:cNvPr id="6" name="Answer 2 زِ" descr="ز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7" name="Answer 3 زِّ" descr="ز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زِّ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0" name="Find زِّ" descr="ز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زِّ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A hot-air balloon!" descr="A hot-air balloon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 hot-air balloon!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حَّ" descr="ح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11" name="Answer 2 حَ" descr="ح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Answer 3 حِّ" descr="ح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حَّ" descr="ح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هَخَ" descr="هَخ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هَخَ</a:t>
            </a:r>
          </a:p>
        </p:txBody>
      </p:sp>
      <p:sp>
        <p:nvSpPr>
          <p:cNvPr id="10" name="Answer 2 هَخۡ" descr="هَخۡ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هَخۡ</a:t>
            </a:r>
          </a:p>
        </p:txBody>
      </p:sp>
      <p:sp>
        <p:nvSpPr>
          <p:cNvPr id="11" name="Answer 3 هَخَّ" descr="هَخ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هَخَّ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هَخۡ + خَ" descr="هَخۡ + خ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هَخۡ + خَ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مَدَّ" descr="مَد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مَدَّ</a:t>
            </a:r>
          </a:p>
        </p:txBody>
      </p:sp>
      <p:sp>
        <p:nvSpPr>
          <p:cNvPr id="9" name="Answer 2 مَدَ" descr="مَد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مَدَ</a:t>
            </a:r>
          </a:p>
        </p:txBody>
      </p:sp>
      <p:sp>
        <p:nvSpPr>
          <p:cNvPr id="10" name="Answer 3 مُدَّ" descr="مُدَ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مُدَّ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َدَّ" descr="مَد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مَدَّ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جَلَسَ" descr="جَلَ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8" name="Answer 2 نَهۡرٌ" descr="نَهۡر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9" name="Answer 3 سُكَّرٌ" descr="سُكَّ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سُكَّرٌ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رَ" descr="ر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7" name="Answer 2 رِّ" descr="رّ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رِّ</a:t>
            </a:r>
          </a:p>
        </p:txBody>
      </p:sp>
      <p:sp>
        <p:nvSpPr>
          <p:cNvPr id="8" name="Answer 3 رَّ" descr="ر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رَّ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رَّ" descr="ر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زَّ" descr="ز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زَّ</a:t>
            </a:r>
          </a:p>
        </p:txBody>
      </p:sp>
      <p:sp>
        <p:nvSpPr>
          <p:cNvPr id="6" name="Answer 2 زِ" descr="ز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7" name="Answer 3 زِّ" descr="ز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زِّ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زِّ" descr="ز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زِّ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صَذِ" descr="صَذِ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صَذِ</a:t>
            </a:r>
          </a:p>
        </p:txBody>
      </p:sp>
      <p:pic>
        <p:nvPicPr>
          <p:cNvPr id="7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صَذۡ" descr="صَذۡ">
            <a:hlinkClick action="ppaction://hlinksldjump" r:id="rId6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صَذۡ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صَذِّ" descr="صَذِّ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صَذِّ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صَذۡ + ذِ" descr="صَذۡ + ذ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صَذۡ + ذِ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دَرَسَ" descr="دَرَس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دَرَسَ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دُرَّسَ" descr="دُرَّسَ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دُرَّسَ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دَرَّسَ" descr="دَرَّسَ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دَرَّسَ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دَرَّسَ" descr="دَرَّس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دَرَّسَ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سَمَكٌ" descr="سَمَكٌ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pic>
        <p:nvPicPr>
          <p:cNvPr id="9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عِنَبٌ" descr="عِنَبٌ">
            <a:hlinkClick action="ppaction://hlinksldjump" r:id="rId6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أُمٌّ" descr="أُمٌّ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سَّ" descr="سَّ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سَّ</a:t>
            </a:r>
          </a:p>
        </p:txBody>
      </p:sp>
      <p:pic>
        <p:nvPicPr>
          <p:cNvPr id="10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سِ" descr="سِ">
            <a:hlinkClick action="ppaction://hlinksldjump" r:id="rId6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سِّ" descr="سِّ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سِّ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سِّ" descr="س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سِّ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شُّ" descr="شُّ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شُّ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شُ" descr="شُ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شَّ" descr="شَّ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شَّ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شُّ" descr="ش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شُّ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صَذِ" descr="صَذِ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صَذِ</a:t>
            </a:r>
          </a:p>
        </p:txBody>
      </p:sp>
      <p:pic>
        <p:nvPicPr>
          <p:cNvPr id="7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صَذۡ" descr="صَذۡ">
            <a:hlinkClick action="ppaction://hlinksldjump" r:id="rId6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صَذۡ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صَذِّ" descr="صَذِّ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صَذِّ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صَذۡ + ذِ" descr="صَذۡ + ذ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صَذۡ + ذِ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دَرَسَ" descr="دَرَس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دَرَسَ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دُرَّسَ" descr="دُرَّسَ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دُرَّسَ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دَرَّسَ" descr="دَرَّسَ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دَرَّسَ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دَرَّسَ" descr="دَرَّس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دَرَّسَ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سَمَكٌ" descr="سَمَكٌ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pic>
        <p:nvPicPr>
          <p:cNvPr id="9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عِنَبٌ" descr="عِنَبٌ">
            <a:hlinkClick action="ppaction://hlinksldjump" r:id="rId6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أُمٌّ" descr="أُمٌّ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سَّ" descr="سَّ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سَّ</a:t>
            </a:r>
          </a:p>
        </p:txBody>
      </p:sp>
      <p:pic>
        <p:nvPicPr>
          <p:cNvPr id="10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سِ" descr="سِ">
            <a:hlinkClick action="ppaction://hlinksldjump" r:id="rId6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سِّ" descr="سِّ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سِّ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سِّ" descr="س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سِّ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شُّ" descr="شُّ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شُّ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شُ" descr="شُ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شَّ" descr="شَّ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شَّ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شُّ" descr="ش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شُّ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حُجَّ" descr="حُجَّ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حُجَّ</a:t>
            </a:r>
          </a:p>
        </p:txBody>
      </p:sp>
      <p:sp>
        <p:nvSpPr>
          <p:cNvPr id="9" name="Answer 2 حَجَ" descr="حَج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حَجَ</a:t>
            </a:r>
          </a:p>
        </p:txBody>
      </p:sp>
      <p:sp>
        <p:nvSpPr>
          <p:cNvPr id="10" name="Answer 3 حَجَّ" descr="حَجَّ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حَجَّ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َجَّ" descr="حَج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حَجَّ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قَدۡ" descr="قَد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قَدۡ</a:t>
            </a:r>
          </a:p>
        </p:txBody>
      </p:sp>
      <p:sp>
        <p:nvSpPr>
          <p:cNvPr id="9" name="Answer 2 بَلۡ" descr="بَلۡ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0" name="Answer 3 عَدَّ" descr="عَدَّ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عَدَّ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صُ" descr="ص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9" name="Answer 2 صُّ" descr="صُّ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صُّ</a:t>
            </a:r>
          </a:p>
        </p:txBody>
      </p:sp>
      <p:sp>
        <p:nvSpPr>
          <p:cNvPr id="10" name="Answer 3 صَّ" descr="صَّ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صَّ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صُّ" descr="ص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صُّ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ضَّ" descr="ض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ضَّ</a:t>
            </a:r>
          </a:p>
        </p:txBody>
      </p:sp>
      <p:sp>
        <p:nvSpPr>
          <p:cNvPr id="9" name="Answer 2 ضِّ" descr="ضّ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ضِّ</a:t>
            </a:r>
          </a:p>
        </p:txBody>
      </p:sp>
      <p:sp>
        <p:nvSpPr>
          <p:cNvPr id="10" name="Answer 3 ضِ" descr="ضِ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ضِّ" descr="ض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ضِّ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فُطۡ" descr="فُط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فُطۡ</a:t>
            </a:r>
          </a:p>
        </p:txBody>
      </p:sp>
      <p:sp>
        <p:nvSpPr>
          <p:cNvPr id="9" name="Answer 2 فُطِ" descr="فُطِ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فُطِ</a:t>
            </a:r>
          </a:p>
        </p:txBody>
      </p:sp>
      <p:sp>
        <p:nvSpPr>
          <p:cNvPr id="10" name="Answer 3 فُطِّ" descr="فُطّ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فُطِّ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فُطۡ + طِ" descr="فُطۡ + ط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فُطۡ + طِ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حُجَّ" descr="حُجَّ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حُجَّ</a:t>
            </a:r>
          </a:p>
        </p:txBody>
      </p:sp>
      <p:sp>
        <p:nvSpPr>
          <p:cNvPr id="9" name="Answer 2 حَجَ" descr="حَج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حَجَ</a:t>
            </a:r>
          </a:p>
        </p:txBody>
      </p:sp>
      <p:sp>
        <p:nvSpPr>
          <p:cNvPr id="10" name="Answer 3 حَجَّ" descr="حَجَّ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حَجَّ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حَجَّ" descr="حَج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حَجَّ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قَدۡ" descr="قَد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قَدۡ</a:t>
            </a:r>
          </a:p>
        </p:txBody>
      </p:sp>
      <p:sp>
        <p:nvSpPr>
          <p:cNvPr id="9" name="Answer 2 بَلۡ" descr="بَلۡ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0" name="Answer 3 عَدَّ" descr="عَدَّ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عَدَّ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صُ" descr="ص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9" name="Answer 2 صُّ" descr="صُّ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صُّ</a:t>
            </a:r>
          </a:p>
        </p:txBody>
      </p:sp>
      <p:sp>
        <p:nvSpPr>
          <p:cNvPr id="10" name="Answer 3 صَّ" descr="صَّ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صَّ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صُّ" descr="ص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صُّ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ضَّ" descr="ض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ضَّ</a:t>
            </a:r>
          </a:p>
        </p:txBody>
      </p:sp>
      <p:sp>
        <p:nvSpPr>
          <p:cNvPr id="9" name="Answer 2 ضِّ" descr="ضّ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ضِّ</a:t>
            </a:r>
          </a:p>
        </p:txBody>
      </p:sp>
      <p:sp>
        <p:nvSpPr>
          <p:cNvPr id="10" name="Answer 3 ضِ" descr="ضِ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ضِّ" descr="ض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ضِّ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فُطۡ" descr="فُط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فُطۡ</a:t>
            </a:r>
          </a:p>
        </p:txBody>
      </p:sp>
      <p:sp>
        <p:nvSpPr>
          <p:cNvPr id="9" name="Answer 2 فُطِ" descr="فُطِ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فُطِ</a:t>
            </a:r>
          </a:p>
        </p:txBody>
      </p:sp>
      <p:sp>
        <p:nvSpPr>
          <p:cNvPr id="10" name="Answer 3 فُطِّ" descr="فُطّ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فُطِّ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فُطۡ + طِ" descr="فُطۡ + ط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فُطۡ + طِ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نَهۡرٌ" descr="نَه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10" name="Answer 2 هِرَّةٌ" descr="هِر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هِرَّةٌ</a:t>
            </a:r>
          </a:p>
        </p:txBody>
      </p:sp>
      <p:sp>
        <p:nvSpPr>
          <p:cNvPr id="11" name="Answer 3 عِلۡمٌ" descr="عِلۡم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طِّ" descr="ط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طِّ</a:t>
            </a:r>
          </a:p>
        </p:txBody>
      </p:sp>
      <p:sp>
        <p:nvSpPr>
          <p:cNvPr id="10" name="Answer 2 طَّ" descr="ط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طَّ</a:t>
            </a:r>
          </a:p>
        </p:txBody>
      </p:sp>
      <p:sp>
        <p:nvSpPr>
          <p:cNvPr id="11" name="Answer 3 طِ" descr="ط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ِّ" descr="ط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طِّ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ظِ" descr="ظ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0" name="Answer 2 ظَّ" descr="ظّ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ظَّ</a:t>
            </a:r>
          </a:p>
        </p:txBody>
      </p:sp>
      <p:sp>
        <p:nvSpPr>
          <p:cNvPr id="11" name="Answer 3 ظِّ" descr="ظ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ظِّ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ظِّ" descr="ظ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ظِّ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ظِعُّ" descr="ظِع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ظِعُّ</a:t>
            </a:r>
          </a:p>
        </p:txBody>
      </p:sp>
      <p:sp>
        <p:nvSpPr>
          <p:cNvPr id="10" name="Answer 2 ظِعُ" descr="ظِع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ظِعُ</a:t>
            </a:r>
          </a:p>
        </p:txBody>
      </p:sp>
      <p:sp>
        <p:nvSpPr>
          <p:cNvPr id="11" name="Answer 3 ظِعۡ" descr="ظِع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ظِعۡ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ظِعۡ + عُ" descr="ظِعۡ + ع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ظِعۡ + عُ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هِرَّةٌ" descr="هِر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هِرَّةٌ</a:t>
            </a:r>
          </a:p>
        </p:txBody>
      </p:sp>
      <p:sp>
        <p:nvSpPr>
          <p:cNvPr id="10" name="Answer 2 هِرَةٌ" descr="هِرَ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هِرَةٌ</a:t>
            </a:r>
          </a:p>
        </p:txBody>
      </p:sp>
      <p:sp>
        <p:nvSpPr>
          <p:cNvPr id="11" name="Answer 3 هِرُّةٌ" descr="هِرُ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هِرُّةٌ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هِرَّةٌ" descr="هِر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هِرَّةٌ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نَهۡرٌ" descr="نَه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10" name="Answer 2 هِرَّةٌ" descr="هِر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هِرَّةٌ</a:t>
            </a:r>
          </a:p>
        </p:txBody>
      </p:sp>
      <p:sp>
        <p:nvSpPr>
          <p:cNvPr id="11" name="Answer 3 عِلۡمٌ" descr="عِلۡم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طِّ" descr="ط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طِّ</a:t>
            </a:r>
          </a:p>
        </p:txBody>
      </p:sp>
      <p:sp>
        <p:nvSpPr>
          <p:cNvPr id="10" name="Answer 2 طَّ" descr="ط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طَّ</a:t>
            </a:r>
          </a:p>
        </p:txBody>
      </p:sp>
      <p:sp>
        <p:nvSpPr>
          <p:cNvPr id="11" name="Answer 3 طِ" descr="ط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طِّ" descr="ط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طِّ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ظِ" descr="ظ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0" name="Answer 2 ظَّ" descr="ظّ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ظَّ</a:t>
            </a:r>
          </a:p>
        </p:txBody>
      </p:sp>
      <p:sp>
        <p:nvSpPr>
          <p:cNvPr id="11" name="Answer 3 ظِّ" descr="ظ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ظِّ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ظِّ" descr="ظ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ظِّ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ظِعُّ" descr="ظِع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ظِعُّ</a:t>
            </a:r>
          </a:p>
        </p:txBody>
      </p:sp>
      <p:sp>
        <p:nvSpPr>
          <p:cNvPr id="10" name="Answer 2 ظِعُ" descr="ظِع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ظِعُ</a:t>
            </a:r>
          </a:p>
        </p:txBody>
      </p:sp>
      <p:sp>
        <p:nvSpPr>
          <p:cNvPr id="11" name="Answer 3 ظِعۡ" descr="ظِع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ظِعۡ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ظِعۡ + عُ" descr="ظِعۡ + ع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ظِعۡ + عُ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هِرَّةٌ" descr="هِر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هِرَّةٌ</a:t>
            </a:r>
          </a:p>
        </p:txBody>
      </p:sp>
      <p:sp>
        <p:nvSpPr>
          <p:cNvPr id="10" name="Answer 2 هِرَةٌ" descr="هِرَ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هِرَةٌ</a:t>
            </a:r>
          </a:p>
        </p:txBody>
      </p:sp>
      <p:sp>
        <p:nvSpPr>
          <p:cNvPr id="11" name="Answer 3 هِرُّةٌ" descr="هِرُ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هِرُّةٌ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هِرَّةٌ" descr="هِر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هِرَّةٌ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عُ" descr="ع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0" name="Answer 2 عُّ" descr="ع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1" name="Answer 3 عَّ" descr="عّ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عُّ" descr="ع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غِ" descr="غ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0" name="Answer 2 غِّ" descr="غ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غِّ</a:t>
            </a:r>
          </a:p>
        </p:txBody>
      </p:sp>
      <p:sp>
        <p:nvSpPr>
          <p:cNvPr id="11" name="Answer 3 غَّ" descr="غّ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غِّ" descr="غ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جَفُ" descr="جَف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جَفُ</a:t>
            </a:r>
          </a:p>
        </p:txBody>
      </p:sp>
      <p:sp>
        <p:nvSpPr>
          <p:cNvPr id="10" name="Answer 2 جَفۡ" descr="جَفۡ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جَفۡ</a:t>
            </a:r>
          </a:p>
        </p:txBody>
      </p:sp>
      <p:sp>
        <p:nvSpPr>
          <p:cNvPr id="11" name="Answer 3 جَفُّ" descr="جَف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جَفُّ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جَفۡ + فُ" descr="جَفۡ + ف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جَفۡ + فُ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حَقٌّ" descr="حَقٌ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حَقٌّ</a:t>
            </a:r>
          </a:p>
        </p:txBody>
      </p:sp>
      <p:sp>
        <p:nvSpPr>
          <p:cNvPr id="10" name="Answer 2 حَقٌ" descr="حَق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حَقٌ</a:t>
            </a:r>
          </a:p>
        </p:txBody>
      </p:sp>
      <p:sp>
        <p:nvSpPr>
          <p:cNvPr id="11" name="Answer 3 حُقٌّ" descr="حُقٌ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حُقٌّ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حَقٌّ" descr="حَقٌ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حَقٌّ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ثُمَّ" descr="ثُم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0" name="Answer 2 مَسۡجِدٌ" descr="مَسۡجِد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مَسۡجِدٌ</a:t>
            </a:r>
          </a:p>
        </p:txBody>
      </p:sp>
      <p:sp>
        <p:nvSpPr>
          <p:cNvPr id="11" name="Answer 3 جَمَلٌ" descr="جَمَ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عُ" descr="ع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0" name="Answer 2 عُّ" descr="ع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1" name="Answer 3 عَّ" descr="عّ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عُّ" descr="ع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غِ" descr="غ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0" name="Answer 2 غِّ" descr="غ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غِّ</a:t>
            </a:r>
          </a:p>
        </p:txBody>
      </p:sp>
      <p:sp>
        <p:nvSpPr>
          <p:cNvPr id="11" name="Answer 3 غَّ" descr="غّ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غِّ" descr="غ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جَفُ" descr="جَف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جَفُ</a:t>
            </a:r>
          </a:p>
        </p:txBody>
      </p:sp>
      <p:sp>
        <p:nvSpPr>
          <p:cNvPr id="10" name="Answer 2 جَفۡ" descr="جَفۡ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جَفۡ</a:t>
            </a:r>
          </a:p>
        </p:txBody>
      </p:sp>
      <p:sp>
        <p:nvSpPr>
          <p:cNvPr id="11" name="Answer 3 جَفُّ" descr="جَف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جَفُّ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جَفۡ + فُ" descr="جَفۡ + ف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جَفۡ + فُ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حَقٌّ" descr="حَقٌ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حَقٌّ</a:t>
            </a:r>
          </a:p>
        </p:txBody>
      </p:sp>
      <p:sp>
        <p:nvSpPr>
          <p:cNvPr id="10" name="Answer 2 حَقٌ" descr="حَق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حَقٌ</a:t>
            </a:r>
          </a:p>
        </p:txBody>
      </p:sp>
      <p:sp>
        <p:nvSpPr>
          <p:cNvPr id="11" name="Answer 3 حُقٌّ" descr="حُقٌ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حُقٌّ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َقٌّ" descr="حَقٌ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حَقٌّ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ثُمَّ" descr="ثُم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0" name="Answer 2 مَسۡجِدٌ" descr="مَسۡجِد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مَسۡجِدٌ</a:t>
            </a:r>
          </a:p>
        </p:txBody>
      </p:sp>
      <p:sp>
        <p:nvSpPr>
          <p:cNvPr id="11" name="Answer 3 جَمَلٌ" descr="جَمَ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قِّ" descr="ق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قِّ</a:t>
            </a:r>
          </a:p>
        </p:txBody>
      </p:sp>
      <p:sp>
        <p:nvSpPr>
          <p:cNvPr id="7" name="Answer 2 قِ" descr="ق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8" name="Answer 3 قَّ" descr="ق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قَّ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قِّ" descr="ق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قِّ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هِكۡ" descr="هِك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هِكۡ</a:t>
            </a:r>
          </a:p>
        </p:txBody>
      </p:sp>
      <p:sp>
        <p:nvSpPr>
          <p:cNvPr id="8" name="Answer 2 هِكُّ" descr="هِك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هِكُّ</a:t>
            </a:r>
          </a:p>
        </p:txBody>
      </p:sp>
      <p:sp>
        <p:nvSpPr>
          <p:cNvPr id="9" name="Answer 3 هِكُ" descr="هِك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هِكُ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هِكۡ + كُ" descr="هِكۡ + ك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هِكۡ + كُ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قِطُّةٌ" descr="قِطُ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قِطُّةٌ</a:t>
            </a:r>
          </a:p>
        </p:txBody>
      </p:sp>
      <p:sp>
        <p:nvSpPr>
          <p:cNvPr id="8" name="Answer 2 قِطَّةٌ" descr="قِط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9" name="Answer 3 قِطَةٌ" descr="قِطَة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قِطَةٌ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قِطَّةٌ" descr="قِط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قِطَّةٌ" descr="قِط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8" name="Answer 2 رَجُلٌ" descr="رَجُل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9" name="Answer 3 بِنۡتٌ" descr="بِنۡ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هِ" descr="ه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8" name="Answer 2 هِّ" descr="ه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هِّ</a:t>
            </a:r>
          </a:p>
        </p:txBody>
      </p:sp>
      <p:sp>
        <p:nvSpPr>
          <p:cNvPr id="9" name="Answer 3 هَّ" descr="هّ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هَّ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هِّ" descr="ه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هِّ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قِّ" descr="ق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قِّ</a:t>
            </a:r>
          </a:p>
        </p:txBody>
      </p:sp>
      <p:sp>
        <p:nvSpPr>
          <p:cNvPr id="7" name="Answer 2 قِ" descr="ق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8" name="Answer 3 قَّ" descr="ق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قَّ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قِّ" descr="ق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قِّ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هِكۡ" descr="هِك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هِكۡ</a:t>
            </a:r>
          </a:p>
        </p:txBody>
      </p:sp>
      <p:sp>
        <p:nvSpPr>
          <p:cNvPr id="8" name="Answer 2 هِكُّ" descr="هِك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هِكُّ</a:t>
            </a:r>
          </a:p>
        </p:txBody>
      </p:sp>
      <p:sp>
        <p:nvSpPr>
          <p:cNvPr id="9" name="Answer 3 هِكُ" descr="هِك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هِكُ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هِكۡ + كُ" descr="هِكۡ + ك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هِكۡ + كُ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قِطُّةٌ" descr="قِطُ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قِطُّةٌ</a:t>
            </a:r>
          </a:p>
        </p:txBody>
      </p:sp>
      <p:sp>
        <p:nvSpPr>
          <p:cNvPr id="8" name="Answer 2 قِطَّةٌ" descr="قِط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9" name="Answer 3 قِطَةٌ" descr="قِطَة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قِطَةٌ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قِطَّةٌ" descr="قِط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قِطَّةٌ" descr="قِط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8" name="Answer 2 رَجُلٌ" descr="رَجُل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9" name="Answer 3 بِنۡتٌ" descr="بِنۡ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هِ" descr="ه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8" name="Answer 2 هِّ" descr="ه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هِّ</a:t>
            </a:r>
          </a:p>
        </p:txBody>
      </p:sp>
      <p:sp>
        <p:nvSpPr>
          <p:cNvPr id="9" name="Answer 3 هَّ" descr="هّ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هَّ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هِّ" descr="ه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هِّ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ثُمۡ" descr="ثُمۡ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ثُمۡ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ثُمَ" descr="ثُم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ثُمَّ" descr="ثُمّ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ثُمَّ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ثُمۡ + مَ" descr="ثُمۡ + 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ثُمۡ + مَ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ثُمُّ" descr="ثُمُّ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ثُمُّ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ثُمَ" descr="ثُم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ثُمَّ" descr="ثُمَّ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ثُمَّ" descr="ثُم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حَقٌّ" descr="حَقٌّ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حَقٌّ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بِنۡتٌ" descr="بِنۡت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يَفۡهَمُ" descr="يَفۡهَمُ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يَفۡهَمُ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بَّ" descr="بّ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بَّ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بِّ" descr="بِّ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بِّ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بَ" descr="ب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بَّ" descr="ب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تُّ" descr="تّ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تُّ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تَّ" descr="تّ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تَّ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تُ" descr="تُ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تُّ" descr="ت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تُّ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ثُمۡ" descr="ثُمۡ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ثُمۡ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ثُمَ" descr="ثُم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ثُمَّ" descr="ثُمّ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ثُمَّ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ثُمۡ + مَ" descr="ثُمۡ + 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ثُمۡ + مَ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ثُمُّ" descr="ثُمُّ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ثُمُّ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ثُمَ" descr="ثُم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ثُمَّ" descr="ثُمَّ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ثُمَّ" descr="ثُم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حَقٌّ" descr="حَقٌّ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حَقٌّ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بِنۡتٌ" descr="بِنۡت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يَفۡهَمُ" descr="يَفۡهَمُ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يَفۡهَمُ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بَّ" descr="بّ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بَّ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بِّ" descr="بِّ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بِّ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بَ" descr="ب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َّ" descr="ب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بَّ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تُّ" descr="تّ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تُّ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تَّ" descr="تّ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تَّ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تُ" descr="تُ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تُّ" descr="ت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تُّ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قِطُّةٌ" descr="قِطُ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قِطُّةٌ</a:t>
            </a:r>
          </a:p>
        </p:txBody>
      </p:sp>
      <p:sp>
        <p:nvSpPr>
          <p:cNvPr id="11" name="Answer 2 قِطَةٌ" descr="قِطَ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قِطَةٌ</a:t>
            </a:r>
          </a:p>
        </p:txBody>
      </p:sp>
      <p:sp>
        <p:nvSpPr>
          <p:cNvPr id="12" name="Answer 3 قِطَّةٌ" descr="قِط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ِطَّةٌ" descr="قِط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ثُمَّ" descr="ثُم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0" name="Answer 2 ذَهَبَ" descr="ذَهَب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1" name="Answer 3 سَهۡلٌ" descr="سَهۡ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سَهۡلٌ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ثُّ" descr="ث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ثُّ</a:t>
            </a:r>
          </a:p>
        </p:txBody>
      </p:sp>
      <p:sp>
        <p:nvSpPr>
          <p:cNvPr id="9" name="Answer 2 ثَّ" descr="ث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ثَّ</a:t>
            </a:r>
          </a:p>
        </p:txBody>
      </p:sp>
      <p:sp>
        <p:nvSpPr>
          <p:cNvPr id="10" name="Answer 3 ثُ" descr="ث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ثُّ" descr="ث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ثُّ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نَّ" descr="ن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نَّ</a:t>
            </a:r>
          </a:p>
        </p:txBody>
      </p:sp>
      <p:sp>
        <p:nvSpPr>
          <p:cNvPr id="8" name="Answer 2 نِ" descr="ن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9" name="Answer 3 نِّ" descr="ن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نِّ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نِّ" descr="ن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نِّ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رُيۡ" descr="رُي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رُيۡ</a:t>
            </a:r>
          </a:p>
        </p:txBody>
      </p:sp>
      <p:sp>
        <p:nvSpPr>
          <p:cNvPr id="7" name="Answer 2 رُيُّ" descr="رُي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رُيُّ</a:t>
            </a:r>
          </a:p>
        </p:txBody>
      </p:sp>
      <p:sp>
        <p:nvSpPr>
          <p:cNvPr id="8" name="Answer 3 رُيُ" descr="رُي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رُيُ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1" name="Find رُيۡ + يُ" descr="رُيۡ + ي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رُيۡ + يُ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كَسَرَ" descr="كَسَر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كَسَرَ</a:t>
            </a:r>
          </a:p>
        </p:txBody>
      </p:sp>
      <p:sp>
        <p:nvSpPr>
          <p:cNvPr id="6" name="Answer 2 كَسَّرَ" descr="كَسَّر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كَسَّرَ</a:t>
            </a:r>
          </a:p>
        </p:txBody>
      </p:sp>
      <p:sp>
        <p:nvSpPr>
          <p:cNvPr id="7" name="Answer 3 كُسَّرَ" descr="كُسَّر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كُسَّرَ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0" name="Find كَسَّرَ" descr="كَسَّر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كَسَّرَ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It's a lion!" descr="It's a lion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It's a lion!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قِطُّةٌ" descr="قِطُ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قِطُّةٌ</a:t>
            </a:r>
          </a:p>
        </p:txBody>
      </p:sp>
      <p:sp>
        <p:nvSpPr>
          <p:cNvPr id="11" name="Answer 2 قِطَةٌ" descr="قِطَ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قِطَةٌ</a:t>
            </a:r>
          </a:p>
        </p:txBody>
      </p:sp>
      <p:sp>
        <p:nvSpPr>
          <p:cNvPr id="12" name="Answer 3 قِطَّةٌ" descr="قِط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قِطَّةٌ" descr="قِط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ثُمَّ" descr="ثُم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0" name="Answer 2 ذَهَبَ" descr="ذَهَب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1" name="Answer 3 سَهۡلٌ" descr="سَهۡ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سَهۡلٌ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ثُّ" descr="ث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ثُّ</a:t>
            </a:r>
          </a:p>
        </p:txBody>
      </p:sp>
      <p:sp>
        <p:nvSpPr>
          <p:cNvPr id="9" name="Answer 2 ثَّ" descr="ث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ثَّ</a:t>
            </a:r>
          </a:p>
        </p:txBody>
      </p:sp>
      <p:sp>
        <p:nvSpPr>
          <p:cNvPr id="10" name="Answer 3 ثُ" descr="ث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ثُّ" descr="ث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ثُّ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نَّ" descr="ن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نَّ</a:t>
            </a:r>
          </a:p>
        </p:txBody>
      </p:sp>
      <p:sp>
        <p:nvSpPr>
          <p:cNvPr id="8" name="Answer 2 نِ" descr="ن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9" name="Answer 3 نِّ" descr="ن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نِّ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نِّ" descr="ن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نِّ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رُيۡ" descr="رُي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رُيۡ</a:t>
            </a:r>
          </a:p>
        </p:txBody>
      </p:sp>
      <p:sp>
        <p:nvSpPr>
          <p:cNvPr id="7" name="Answer 2 رُيُّ" descr="رُي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رُيُّ</a:t>
            </a:r>
          </a:p>
        </p:txBody>
      </p:sp>
      <p:sp>
        <p:nvSpPr>
          <p:cNvPr id="8" name="Answer 3 رُيُ" descr="رُي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رُيُ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رُيۡ + يُ" descr="رُيۡ + ي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رُيۡ + يُ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كَسَرَ" descr="كَسَر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كَسَرَ</a:t>
            </a:r>
          </a:p>
        </p:txBody>
      </p:sp>
      <p:sp>
        <p:nvSpPr>
          <p:cNvPr id="6" name="Answer 2 كَسَّرَ" descr="كَسَّر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كَسَّرَ</a:t>
            </a:r>
          </a:p>
        </p:txBody>
      </p:sp>
      <p:sp>
        <p:nvSpPr>
          <p:cNvPr id="7" name="Answer 3 كُسَّرَ" descr="كُسَّر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كُسَّرَ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كَسَّرَ" descr="كَسَّر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كَسَّرَ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بَلۡ" descr="بَلۡ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كَلَّا" descr="كَلَّا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كَلَّا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صَبۡرٌ" descr="صَبۡرٌ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صَبۡرٌ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يَّ" descr="يّ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يَّ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يَ" descr="يَ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يِّ" descr="يِّ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يِّ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َّ" descr="ي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يَّ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جُّ" descr="جُّ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جُّ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جَّ" descr="جَّ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جَّ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جُ" descr="جُ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جُّ" descr="ج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جُّ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قَحۡ" descr="قَحۡ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قَحۡ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قَحُّ" descr="قَحُّ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قَحُّ</a:t>
            </a:r>
          </a:p>
        </p:txBody>
      </p:sp>
      <p:pic>
        <p:nvPicPr>
          <p:cNvPr id="12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قَحُ" descr="قَحُ">
            <a:hlinkClick action="ppaction://hlinksldjump" r:id="rId6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قَحُ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قَحۡ + حُ" descr="قَحۡ + ح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قَحۡ + حُ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شُدَّ" descr="شُدَّ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شُدَّ</a:t>
            </a:r>
          </a:p>
        </p:txBody>
      </p:sp>
      <p:pic>
        <p:nvPicPr>
          <p:cNvPr id="11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شَدَ" descr="شَدَ">
            <a:hlinkClick action="ppaction://hlinksldjump" r:id="rId6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شَدَ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شَدَّ" descr="شَدَّ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شَدَّ" descr="شَد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بَلۡ" descr="بَلۡ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كَلَّا" descr="كَلَّا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كَلَّا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صَبۡرٌ" descr="صَبۡرٌ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صَبۡرٌ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يَّ" descr="يّ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يَّ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يَ" descr="يَ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يِّ" descr="يِّ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يِّ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يَّ" descr="ي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يَّ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جُّ" descr="جُّ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جُّ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جَّ" descr="جَّ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جَّ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جُ" descr="جُ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جُّ" descr="ج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جُّ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قَحۡ" descr="قَحۡ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قَحۡ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قَحُّ" descr="قَحُّ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قَحُّ</a:t>
            </a:r>
          </a:p>
        </p:txBody>
      </p:sp>
      <p:pic>
        <p:nvPicPr>
          <p:cNvPr id="12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قَحُ" descr="قَحُ">
            <a:hlinkClick action="ppaction://hlinksldjump" r:id="rId6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قَحُ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7" name="Find قَحۡ + حُ" descr="قَحۡ + ح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قَحۡ + حُ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شُدَّ" descr="شُدَّ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شُدَّ</a:t>
            </a:r>
          </a:p>
        </p:txBody>
      </p:sp>
      <p:pic>
        <p:nvPicPr>
          <p:cNvPr id="11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شَدَ" descr="شَدَ">
            <a:hlinkClick action="ppaction://hlinksldjump" r:id="rId6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شَدَ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شَدَّ" descr="شَدَّ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شَدَّ" descr="شَد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حُ" descr="ح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9" name="Answer 2 حُّ" descr="حُّ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حُّ</a:t>
            </a:r>
          </a:p>
        </p:txBody>
      </p:sp>
      <p:sp>
        <p:nvSpPr>
          <p:cNvPr id="10" name="Answer 3 حَّ" descr="حَّ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حَّ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ُّ" descr="ح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حُّ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خَّ" descr="خ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خَّ</a:t>
            </a:r>
          </a:p>
        </p:txBody>
      </p:sp>
      <p:sp>
        <p:nvSpPr>
          <p:cNvPr id="9" name="Answer 2 خِّ" descr="خّ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خِّ</a:t>
            </a:r>
          </a:p>
        </p:txBody>
      </p:sp>
      <p:sp>
        <p:nvSpPr>
          <p:cNvPr id="10" name="Answer 3 خَ" descr="خ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خَّ" descr="خ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خَّ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وَدَّ" descr="وَد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وَدَّ</a:t>
            </a:r>
          </a:p>
        </p:txBody>
      </p:sp>
      <p:sp>
        <p:nvSpPr>
          <p:cNvPr id="9" name="Answer 2 وَدَ" descr="وَد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وَدَ</a:t>
            </a:r>
          </a:p>
        </p:txBody>
      </p:sp>
      <p:sp>
        <p:nvSpPr>
          <p:cNvPr id="10" name="Answer 3 وَدۡ" descr="وَدۡ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وَدۡ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وَدۡ + دَ" descr="وَدۡ + د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وَدۡ + دَ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ُدَرِسٌ" descr="مُدَرِس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مُدَرِسٌ</a:t>
            </a:r>
          </a:p>
        </p:txBody>
      </p:sp>
      <p:sp>
        <p:nvSpPr>
          <p:cNvPr id="9" name="Answer 2 مُدَرِّسٌ" descr="مُدَرِّس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مُدَرِّسٌ</a:t>
            </a:r>
          </a:p>
        </p:txBody>
      </p:sp>
      <p:sp>
        <p:nvSpPr>
          <p:cNvPr id="10" name="Answer 3 مُدُرِّسٌ" descr="مُدُرِّس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مُدُرِّسٌ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مُدَرِّسٌ" descr="مُدَرِّس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مُدَرِّسٌ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بَقَرٌ" descr="بَقَر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9" name="Answer 2 سَمَكٌ" descr="سَمَكٌ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sp>
        <p:nvSpPr>
          <p:cNvPr id="10" name="Answer 3 سَلَّمَ" descr="سَلَّم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حُ" descr="ح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9" name="Answer 2 حُّ" descr="حُّ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حُّ</a:t>
            </a:r>
          </a:p>
        </p:txBody>
      </p:sp>
      <p:sp>
        <p:nvSpPr>
          <p:cNvPr id="10" name="Answer 3 حَّ" descr="حَّ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حَّ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حُّ" descr="ح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حُّ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خَّ" descr="خ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خَّ</a:t>
            </a:r>
          </a:p>
        </p:txBody>
      </p:sp>
      <p:sp>
        <p:nvSpPr>
          <p:cNvPr id="9" name="Answer 2 خِّ" descr="خّ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خِّ</a:t>
            </a:r>
          </a:p>
        </p:txBody>
      </p:sp>
      <p:sp>
        <p:nvSpPr>
          <p:cNvPr id="10" name="Answer 3 خَ" descr="خ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خَّ" descr="خ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خَّ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وَدَّ" descr="وَد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وَدَّ</a:t>
            </a:r>
          </a:p>
        </p:txBody>
      </p:sp>
      <p:sp>
        <p:nvSpPr>
          <p:cNvPr id="9" name="Answer 2 وَدَ" descr="وَد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وَدَ</a:t>
            </a:r>
          </a:p>
        </p:txBody>
      </p:sp>
      <p:sp>
        <p:nvSpPr>
          <p:cNvPr id="10" name="Answer 3 وَدۡ" descr="وَدۡ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وَدۡ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وَدۡ + دَ" descr="وَدۡ + د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وَدۡ + دَ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ُدَرِسٌ" descr="مُدَرِس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مُدَرِسٌ</a:t>
            </a:r>
          </a:p>
        </p:txBody>
      </p:sp>
      <p:sp>
        <p:nvSpPr>
          <p:cNvPr id="9" name="Answer 2 مُدَرِّسٌ" descr="مُدَرِّس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مُدَرِّسٌ</a:t>
            </a:r>
          </a:p>
        </p:txBody>
      </p:sp>
      <p:sp>
        <p:nvSpPr>
          <p:cNvPr id="10" name="Answer 3 مُدُرِّسٌ" descr="مُدُرِّس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مُدُرِّسٌ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مُدَرِّسٌ" descr="مُدَرِّس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مُدَرِّسٌ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بَقَرٌ" descr="بَقَر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9" name="Answer 2 سَمَكٌ" descr="سَمَكٌ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sp>
        <p:nvSpPr>
          <p:cNvPr id="10" name="Answer 3 سَلَّمَ" descr="سَلَّم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ذَّ" descr="ذ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ذَّ</a:t>
            </a:r>
          </a:p>
        </p:txBody>
      </p:sp>
      <p:sp>
        <p:nvSpPr>
          <p:cNvPr id="10" name="Answer 2 ذِّ" descr="ذ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ذِّ</a:t>
            </a:r>
          </a:p>
        </p:txBody>
      </p:sp>
      <p:sp>
        <p:nvSpPr>
          <p:cNvPr id="11" name="Answer 3 ذَ" descr="ذ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ذَّ" descr="ذ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ذَّ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حُرۡ" descr="حُر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حُرۡ</a:t>
            </a:r>
          </a:p>
        </p:txBody>
      </p:sp>
      <p:sp>
        <p:nvSpPr>
          <p:cNvPr id="10" name="Answer 2 حُرِّ" descr="حُر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حُرِّ</a:t>
            </a:r>
          </a:p>
        </p:txBody>
      </p:sp>
      <p:sp>
        <p:nvSpPr>
          <p:cNvPr id="11" name="Answer 3 حُرِ" descr="حُر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حُرِ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حُرۡ + رِ" descr="حُرۡ + ر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حُرۡ + رِ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أَمٌّ" descr="أَمٌ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أَمٌّ</a:t>
            </a:r>
          </a:p>
        </p:txBody>
      </p:sp>
      <p:sp>
        <p:nvSpPr>
          <p:cNvPr id="10" name="Answer 2 أُمٌّ" descr="أُمٌ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sp>
        <p:nvSpPr>
          <p:cNvPr id="11" name="Answer 3 أُمٌ" descr="أُم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أُمٌ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أُمٌّ" descr="أُمٌ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أُمٌّ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رَجُلٌ" descr="رَجُل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10" name="Answer 2 سُكَّرٌ" descr="سُكَّ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سُكَّرٌ</a:t>
            </a:r>
          </a:p>
        </p:txBody>
      </p:sp>
      <p:sp>
        <p:nvSpPr>
          <p:cNvPr id="11" name="Answer 3 بِنۡتٌ" descr="بِنۡت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شُّ" descr="ش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شُّ</a:t>
            </a:r>
          </a:p>
        </p:txBody>
      </p:sp>
      <p:sp>
        <p:nvSpPr>
          <p:cNvPr id="10" name="Answer 2 شُ" descr="ش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1" name="Answer 3 شَّ" descr="ش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شَّ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ُّ" descr="ش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شُّ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ذَّ" descr="ذ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ذَّ</a:t>
            </a:r>
          </a:p>
        </p:txBody>
      </p:sp>
      <p:sp>
        <p:nvSpPr>
          <p:cNvPr id="10" name="Answer 2 ذِّ" descr="ذ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ذِّ</a:t>
            </a:r>
          </a:p>
        </p:txBody>
      </p:sp>
      <p:sp>
        <p:nvSpPr>
          <p:cNvPr id="11" name="Answer 3 ذَ" descr="ذ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ذَّ" descr="ذ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ذَّ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حُرۡ" descr="حُر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حُرۡ</a:t>
            </a:r>
          </a:p>
        </p:txBody>
      </p:sp>
      <p:sp>
        <p:nvSpPr>
          <p:cNvPr id="10" name="Answer 2 حُرِّ" descr="حُر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حُرِّ</a:t>
            </a:r>
          </a:p>
        </p:txBody>
      </p:sp>
      <p:sp>
        <p:nvSpPr>
          <p:cNvPr id="11" name="Answer 3 حُرِ" descr="حُر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حُرِ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حُرۡ + رِ" descr="حُرۡ + ر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حُرۡ + رِ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أَمٌّ" descr="أَمٌ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أَمٌّ</a:t>
            </a:r>
          </a:p>
        </p:txBody>
      </p:sp>
      <p:sp>
        <p:nvSpPr>
          <p:cNvPr id="10" name="Answer 2 أُمٌّ" descr="أُمٌ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sp>
        <p:nvSpPr>
          <p:cNvPr id="11" name="Answer 3 أُمٌ" descr="أُم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أُمٌ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أُمٌّ" descr="أُمٌ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أُمٌّ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رَجُلٌ" descr="رَجُل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10" name="Answer 2 سُكَّرٌ" descr="سُكَّ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سُكَّرٌ</a:t>
            </a:r>
          </a:p>
        </p:txBody>
      </p:sp>
      <p:sp>
        <p:nvSpPr>
          <p:cNvPr id="11" name="Answer 3 بِنۡتٌ" descr="بِنۡت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شُّ" descr="ش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شُّ</a:t>
            </a:r>
          </a:p>
        </p:txBody>
      </p:sp>
      <p:sp>
        <p:nvSpPr>
          <p:cNvPr id="10" name="Answer 2 شُ" descr="ش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1" name="Answer 3 شَّ" descr="ش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شَّ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ُّ" descr="ش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شُّ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ذَسُّ" descr="ذَس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ذَسُّ</a:t>
            </a:r>
          </a:p>
        </p:txBody>
      </p:sp>
      <p:sp>
        <p:nvSpPr>
          <p:cNvPr id="10" name="Answer 2 ذَسُ" descr="ذَس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ذَسُ</a:t>
            </a:r>
          </a:p>
        </p:txBody>
      </p:sp>
      <p:sp>
        <p:nvSpPr>
          <p:cNvPr id="11" name="Answer 3 ذَسۡ" descr="ذَس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ذَسۡ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ذَسۡ + سُ" descr="ذَسۡ + 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ذَسۡ + سُ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مُحَمَّدٌ" descr="مُحَمَّد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0" name="Answer 2 مُحَمَدٌ" descr="مُحَمَد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مُحَمَدٌ</a:t>
            </a:r>
          </a:p>
        </p:txBody>
      </p:sp>
      <p:sp>
        <p:nvSpPr>
          <p:cNvPr id="11" name="Answer 3 مُحُمَّدٌ" descr="مُحُمَّد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مُحُمَّدٌ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ُحَمَّدٌ" descr="مُحَمَّ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بِنۡتٌ" descr="بِنۡت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sp>
        <p:nvSpPr>
          <p:cNvPr id="10" name="Answer 2 قِطَّةٌ" descr="قِط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11" name="Answer 3 كَتَبَ" descr="كَتَ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ضِ" descr="ض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0" name="Answer 2 ضَّ" descr="ضّ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ضَّ</a:t>
            </a:r>
          </a:p>
        </p:txBody>
      </p:sp>
      <p:sp>
        <p:nvSpPr>
          <p:cNvPr id="11" name="Answer 3 ضِّ" descr="ض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ضِّ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ِّ" descr="ض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ضِّ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طَ" descr="ط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0" name="Answer 2 طِّ" descr="طّ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طِّ</a:t>
            </a:r>
          </a:p>
        </p:txBody>
      </p:sp>
      <p:sp>
        <p:nvSpPr>
          <p:cNvPr id="11" name="Answer 3 طَّ" descr="ط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طَّ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َّ" descr="ط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طَّ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ذَسُّ" descr="ذَس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ذَسُّ</a:t>
            </a:r>
          </a:p>
        </p:txBody>
      </p:sp>
      <p:sp>
        <p:nvSpPr>
          <p:cNvPr id="10" name="Answer 2 ذَسُ" descr="ذَس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ذَسُ</a:t>
            </a:r>
          </a:p>
        </p:txBody>
      </p:sp>
      <p:sp>
        <p:nvSpPr>
          <p:cNvPr id="11" name="Answer 3 ذَسۡ" descr="ذَس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ذَسۡ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ذَسۡ + سُ" descr="ذَسۡ + 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ذَسۡ + سُ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مُحَمَّدٌ" descr="مُحَمَّد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0" name="Answer 2 مُحَمَدٌ" descr="مُحَمَد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مُحَمَدٌ</a:t>
            </a:r>
          </a:p>
        </p:txBody>
      </p:sp>
      <p:sp>
        <p:nvSpPr>
          <p:cNvPr id="11" name="Answer 3 مُحُمَّدٌ" descr="مُحُمَّد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مُحُمَّدٌ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ُحَمَّدٌ" descr="مُحَمَّ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بِنۡتٌ" descr="بِنۡت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sp>
        <p:nvSpPr>
          <p:cNvPr id="10" name="Answer 2 قِطَّةٌ" descr="قِط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قِطَّةٌ</a:t>
            </a:r>
          </a:p>
        </p:txBody>
      </p:sp>
      <p:sp>
        <p:nvSpPr>
          <p:cNvPr id="11" name="Answer 3 كَتَبَ" descr="كَتَ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ضِ" descr="ض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0" name="Answer 2 ضَّ" descr="ضّ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ضَّ</a:t>
            </a:r>
          </a:p>
        </p:txBody>
      </p:sp>
      <p:sp>
        <p:nvSpPr>
          <p:cNvPr id="11" name="Answer 3 ضِّ" descr="ض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ضِّ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ضِّ" descr="ض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ضِّ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طَ" descr="ط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0" name="Answer 2 طِّ" descr="طّ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طِّ</a:t>
            </a:r>
          </a:p>
        </p:txBody>
      </p:sp>
      <p:sp>
        <p:nvSpPr>
          <p:cNvPr id="11" name="Answer 3 طَّ" descr="ط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طَّ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طَّ" descr="ط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طَّ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كَلَّا" descr="كَلَّ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كَلَّا</a:t>
            </a:r>
          </a:p>
        </p:txBody>
      </p:sp>
      <p:sp>
        <p:nvSpPr>
          <p:cNvPr id="7" name="Answer 2 كُلَّا" descr="كُلَّ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كُلَّا</a:t>
            </a:r>
          </a:p>
        </p:txBody>
      </p:sp>
      <p:sp>
        <p:nvSpPr>
          <p:cNvPr id="8" name="Answer 3 كَلَا" descr="كَل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كَلَا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كَلَّا" descr="كَلَّ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كَلَّا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عَدَّ" descr="عَد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عَدَّ</a:t>
            </a:r>
          </a:p>
        </p:txBody>
      </p:sp>
      <p:sp>
        <p:nvSpPr>
          <p:cNvPr id="8" name="Answer 2 سَمَكٌ" descr="سَمَك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sp>
        <p:nvSpPr>
          <p:cNvPr id="9" name="Answer 3 بَلۡ" descr="بَل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ظِ" descr="ظ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8" name="Answer 2 ظَّ" descr="ظّ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ظَّ</a:t>
            </a:r>
          </a:p>
        </p:txBody>
      </p:sp>
      <p:sp>
        <p:nvSpPr>
          <p:cNvPr id="9" name="Answer 3 ظِّ" descr="ظ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ظِّ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ظِّ" descr="ظ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ظِّ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عَّ" descr="ع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عَّ</a:t>
            </a:r>
          </a:p>
        </p:txBody>
      </p:sp>
      <p:sp>
        <p:nvSpPr>
          <p:cNvPr id="8" name="Answer 2 عُ" descr="ع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9" name="Answer 3 عُّ" descr="ع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عُّ" descr="ع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حُغۡ" descr="حُغ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حُغۡ</a:t>
            </a:r>
          </a:p>
        </p:txBody>
      </p:sp>
      <p:sp>
        <p:nvSpPr>
          <p:cNvPr id="8" name="Answer 2 حُغُ" descr="حُغ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حُغُ</a:t>
            </a:r>
          </a:p>
        </p:txBody>
      </p:sp>
      <p:sp>
        <p:nvSpPr>
          <p:cNvPr id="9" name="Answer 3 حُغُّ" descr="حُغ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حُغُّ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حُغۡ + غُ" descr="حُغۡ + غ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حُغۡ + غُ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كَلَّا" descr="كَلَّ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كَلَّا</a:t>
            </a:r>
          </a:p>
        </p:txBody>
      </p:sp>
      <p:sp>
        <p:nvSpPr>
          <p:cNvPr id="7" name="Answer 2 كُلَّا" descr="كُلَّ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كُلَّا</a:t>
            </a:r>
          </a:p>
        </p:txBody>
      </p:sp>
      <p:sp>
        <p:nvSpPr>
          <p:cNvPr id="8" name="Answer 3 كَلَا" descr="كَل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كَلَا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كَلَّا" descr="كَلَّ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كَلَّا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عَدَّ" descr="عَد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عَدَّ</a:t>
            </a:r>
          </a:p>
        </p:txBody>
      </p:sp>
      <p:sp>
        <p:nvSpPr>
          <p:cNvPr id="8" name="Answer 2 سَمَكٌ" descr="سَمَك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sp>
        <p:nvSpPr>
          <p:cNvPr id="9" name="Answer 3 بَلۡ" descr="بَل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ظِ" descr="ظ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8" name="Answer 2 ظَّ" descr="ظّ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ظَّ</a:t>
            </a:r>
          </a:p>
        </p:txBody>
      </p:sp>
      <p:sp>
        <p:nvSpPr>
          <p:cNvPr id="9" name="Answer 3 ظِّ" descr="ظ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ظِّ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ظِّ" descr="ظ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ظِّ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عَّ" descr="ع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عَّ</a:t>
            </a:r>
          </a:p>
        </p:txBody>
      </p:sp>
      <p:sp>
        <p:nvSpPr>
          <p:cNvPr id="8" name="Answer 2 عُ" descr="ع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9" name="Answer 3 عُّ" descr="ع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عُّ" descr="ع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حُغۡ" descr="حُغ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حُغۡ</a:t>
            </a:r>
          </a:p>
        </p:txBody>
      </p:sp>
      <p:sp>
        <p:nvSpPr>
          <p:cNvPr id="8" name="Answer 2 حُغُ" descr="حُغ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حُغُ</a:t>
            </a:r>
          </a:p>
        </p:txBody>
      </p:sp>
      <p:sp>
        <p:nvSpPr>
          <p:cNvPr id="9" name="Answer 3 حُغُّ" descr="حُغ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حُغُّ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حُغۡ + غُ" descr="حُغۡ + غ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حُغۡ + غُ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جَدٌّ" descr="جَدٌّ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جَدٌّ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نَهۡرٌ" descr="نَهۡر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قَدۡ" descr="قَدۡ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قَدۡ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غَ" descr="غ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غِّ" descr="غِّ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غِّ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غَّ" descr="غّ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غَّ" descr="غ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فَ" descr="ف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فِّ" descr="فِّ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فِّ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فَّ" descr="فّ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فَّ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فَّ" descr="ف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صَقُ" descr="صَق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صَقُ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صَقُّ" descr="صَقّ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صَقُّ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صَقۡ" descr="صَقۡ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صَقۡ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صَقۡ + قُ" descr="صَقۡ + ق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صَقۡ + قُ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ثُمُّ" descr="ثُمُّ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ثُمُّ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ثُمَّ" descr="ثُمَّ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ثُمَ" descr="ثُمَ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ثُمَّ" descr="ثُم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جَدٌّ" descr="جَدٌّ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جَدٌّ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نَهۡرٌ" descr="نَهۡر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قَدۡ" descr="قَدۡ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قَدۡ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غَ" descr="غ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غِّ" descr="غِّ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غِّ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غَّ" descr="غّ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غَّ" descr="غ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فَ" descr="ف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فِّ" descr="فِّ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فِّ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فَّ" descr="فّ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فَّ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فَّ" descr="ف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فَّ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صَقُ" descr="صَق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صَقُ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صَقُّ" descr="صَقّ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صَقُّ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صَقۡ" descr="صَقۡ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صَقۡ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صَقۡ + قُ" descr="صَقۡ + ق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صَقۡ + قُ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ثُمُّ" descr="ثُمُّ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ثُمُّ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ثُمَّ" descr="ثُمَّ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ثُمَ" descr="ثُمَ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ثُمَّ" descr="ثُم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قِّ" descr="ق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قِّ</a:t>
            </a:r>
          </a:p>
        </p:txBody>
      </p:sp>
      <p:sp>
        <p:nvSpPr>
          <p:cNvPr id="11" name="Answer 2 قَّ" descr="ق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قَّ</a:t>
            </a:r>
          </a:p>
        </p:txBody>
      </p:sp>
      <p:sp>
        <p:nvSpPr>
          <p:cNvPr id="12" name="Answer 3 قِ" descr="ق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ِّ" descr="ق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قِّ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كَّ" descr="ك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كَّ</a:t>
            </a:r>
          </a:p>
        </p:txBody>
      </p:sp>
      <p:sp>
        <p:nvSpPr>
          <p:cNvPr id="10" name="Answer 2 كُ" descr="ك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1" name="Answer 3 كُّ" descr="ك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كُّ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كُّ" descr="ك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كُّ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بِلِّ" descr="بِل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بِلِّ</a:t>
            </a:r>
          </a:p>
        </p:txBody>
      </p:sp>
      <p:sp>
        <p:nvSpPr>
          <p:cNvPr id="9" name="Answer 2 بِلۡ" descr="بِل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بِلۡ</a:t>
            </a:r>
          </a:p>
        </p:txBody>
      </p:sp>
      <p:sp>
        <p:nvSpPr>
          <p:cNvPr id="10" name="Answer 3 بِلِ" descr="بِل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بِلِ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بِلۡ + لِ" descr="بِلۡ + ل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بِلۡ + لِ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إِنُّ" descr="إِنُ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إِنُّ</a:t>
            </a:r>
          </a:p>
        </p:txBody>
      </p:sp>
      <p:sp>
        <p:nvSpPr>
          <p:cNvPr id="8" name="Answer 2 إِنَّ" descr="إِنَ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9" name="Answer 3 إِنَ" descr="إِن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إِنَّ" descr="إِن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رَدَّ" descr="رَد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رَدَّ</a:t>
            </a:r>
          </a:p>
        </p:txBody>
      </p:sp>
      <p:sp>
        <p:nvSpPr>
          <p:cNvPr id="7" name="Answer 2 قَدۡ" descr="قَد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قَدۡ</a:t>
            </a:r>
          </a:p>
        </p:txBody>
      </p:sp>
      <p:sp>
        <p:nvSpPr>
          <p:cNvPr id="8" name="Answer 3 جَمَلٌ" descr="جَمَ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وُ" descr="و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Answer 2 وُّ" descr="و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وُّ</a:t>
            </a:r>
          </a:p>
        </p:txBody>
      </p:sp>
      <p:sp>
        <p:nvSpPr>
          <p:cNvPr id="7" name="Answer 3 وَّ" descr="وّ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وَّ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0" name="Find وُّ" descr="و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وُّ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It's a whale!" descr="It's a whale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It's a whale!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قِّ" descr="ق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قِّ</a:t>
            </a:r>
          </a:p>
        </p:txBody>
      </p:sp>
      <p:sp>
        <p:nvSpPr>
          <p:cNvPr id="11" name="Answer 2 قَّ" descr="ق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قَّ</a:t>
            </a:r>
          </a:p>
        </p:txBody>
      </p:sp>
      <p:sp>
        <p:nvSpPr>
          <p:cNvPr id="12" name="Answer 3 قِ" descr="ق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قِّ" descr="ق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قِّ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كَّ" descr="ك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كَّ</a:t>
            </a:r>
          </a:p>
        </p:txBody>
      </p:sp>
      <p:sp>
        <p:nvSpPr>
          <p:cNvPr id="10" name="Answer 2 كُ" descr="ك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1" name="Answer 3 كُّ" descr="كّ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كُّ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كُّ" descr="ك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كُّ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بِلِّ" descr="بِلّ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بِلِّ</a:t>
            </a:r>
          </a:p>
        </p:txBody>
      </p:sp>
      <p:sp>
        <p:nvSpPr>
          <p:cNvPr id="9" name="Answer 2 بِلۡ" descr="بِل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بِلۡ</a:t>
            </a:r>
          </a:p>
        </p:txBody>
      </p:sp>
      <p:sp>
        <p:nvSpPr>
          <p:cNvPr id="10" name="Answer 3 بِلِ" descr="بِل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بِلِ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بِلۡ + لِ" descr="بِلۡ + ل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بِلۡ + لِ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إِنُّ" descr="إِنُ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إِنُّ</a:t>
            </a:r>
          </a:p>
        </p:txBody>
      </p:sp>
      <p:sp>
        <p:nvSpPr>
          <p:cNvPr id="8" name="Answer 2 إِنَّ" descr="إِنَ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9" name="Answer 3 إِنَ" descr="إِن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إِنَّ" descr="إِن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رَدَّ" descr="رَد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رَدَّ</a:t>
            </a:r>
          </a:p>
        </p:txBody>
      </p:sp>
      <p:sp>
        <p:nvSpPr>
          <p:cNvPr id="7" name="Answer 2 قَدۡ" descr="قَد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قَدۡ</a:t>
            </a:r>
          </a:p>
        </p:txBody>
      </p:sp>
      <p:sp>
        <p:nvSpPr>
          <p:cNvPr id="8" name="Answer 3 جَمَلٌ" descr="جَمَ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وُ" descr="و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Answer 2 وُّ" descr="وّ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وُّ</a:t>
            </a:r>
          </a:p>
        </p:txBody>
      </p:sp>
      <p:sp>
        <p:nvSpPr>
          <p:cNvPr id="7" name="Answer 3 وَّ" descr="وّ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وَّ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وُّ" descr="و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وُّ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مُ" descr="مُ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7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مَّ" descr="مَّ">
            <a:hlinkClick action="ppaction://hlinksldjump" r:id="rId6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مَّ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مُّ" descr="مُّ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مُّ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مُّ" descr="م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مُّ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ضُهۡ" descr="ضُهۡ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ضُهۡ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ضُهُّ" descr="ضُهُّ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ضُهُّ</a:t>
            </a:r>
          </a:p>
        </p:txBody>
      </p:sp>
      <p:pic>
        <p:nvPicPr>
          <p:cNvPr id="10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ضُهُ" descr="ضُهُ">
            <a:hlinkClick action="ppaction://hlinksldjump" r:id="rId6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ضُهُ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ضُهۡ + هُ" descr="ضُهۡ + ه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ضُهۡ + هُ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تُفَاحٌ" descr="تُفَاحٌ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تُفَاحٌ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تُفَّاحٌ" descr="تُفَّاحٌ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تُفَّاحٌ</a:t>
            </a:r>
          </a:p>
        </p:txBody>
      </p:sp>
      <p:pic>
        <p:nvPicPr>
          <p:cNvPr id="11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تُفُّاحٌ" descr="تُفُّاحٌ">
            <a:hlinkClick action="ppaction://hlinksldjump" r:id="rId6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تُفُّاحٌ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ُفَّاحٌ" descr="تُفَّاح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كَسَّرَ" descr="كَسَّرَ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كَسَّرَ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يَشۡرَبُ" descr="يَشۡرَبُ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يَشۡرَبُ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كَتَبَ" descr="كَتَبَ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تُّ" descr="تُّ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تُّ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تَّ" descr="تَّ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تَّ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تُ" descr="تُ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تُّ" descr="ت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تُّ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مُ" descr="مُ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7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مَّ" descr="مَّ">
            <a:hlinkClick action="ppaction://hlinksldjump" r:id="rId6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مَّ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مُّ" descr="مُّ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مُّ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ُّ" descr="م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مُّ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ضُهۡ" descr="ضُهۡ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ضُهۡ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ضُهُّ" descr="ضُهُّ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ضُهُّ</a:t>
            </a:r>
          </a:p>
        </p:txBody>
      </p:sp>
      <p:pic>
        <p:nvPicPr>
          <p:cNvPr id="10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ضُهُ" descr="ضُهُ">
            <a:hlinkClick action="ppaction://hlinksldjump" r:id="rId6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ضُهُ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ضُهۡ + هُ" descr="ضُهۡ + ه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ضُهۡ + هُ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تُفَاحٌ" descr="تُفَاحٌ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تُفَاحٌ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تُفَّاحٌ" descr="تُفَّاحٌ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تُفَّاحٌ</a:t>
            </a:r>
          </a:p>
        </p:txBody>
      </p:sp>
      <p:pic>
        <p:nvPicPr>
          <p:cNvPr id="11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تُفُّاحٌ" descr="تُفُّاحٌ">
            <a:hlinkClick action="ppaction://hlinksldjump" r:id="rId6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تُفُّاحٌ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تُفَّاحٌ" descr="تُفَّاح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كَسَّرَ" descr="كَسَّرَ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كَسَّرَ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يَشۡرَبُ" descr="يَشۡرَبُ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يَشۡرَبُ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كَتَبَ" descr="كَتَبَ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a shaddah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E2640"/>
                </a:solidFill>
                <a:latin typeface="Arial"/>
                <a:cs typeface="Arial"/>
              </a:rPr>
              <a:t>Which word has a shaddah?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تُّ" descr="تُّ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تُّ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تَّ" descr="تَّ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تَّ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تُ" descr="تُ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تُّ" descr="ت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تُّ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عَدَّ" descr="عَد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عَدَّ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أُمٌّ" descr="أُمٌ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مُعَلِّمٌ" descr="مُعَلِّم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مُعَلِّمٌ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Blue team wins!" descr="Blue team wins!"/>
          <p:cNvSpPr/>
          <p:nvPr/>
        </p:nvSpPr>
        <p:spPr>
          <a:xfrm>
            <a:off x="3556000" y="1397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أُمٌّ" descr="أُمٌ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مُعَلِّمٌ" descr="مُعَلِّم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مُعَلِّمٌ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إِنَّ" descr="إِن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ُمَّانٌ" descr="رُمَّان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رُمَّانٌ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مُعَلِّمٌ" descr="مُعَلِّم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مُعَلِّمٌ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إِنَّ" descr="إِن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ُمَّانٌ" descr="رُمَّان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رُمَّانٌ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بَطَّةٌ" descr="بَط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هِرَّةٌ" descr="هِر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هِرَّةٌ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Red team wins!" descr="Red team wins!"/>
          <p:cNvSpPr/>
          <p:nvPr/>
        </p:nvSpPr>
        <p:spPr>
          <a:xfrm>
            <a:off x="3556000" y="1397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ُمَّانٌ" descr="رُمَّان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رُمَّانٌ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بَطَّةٌ" descr="بَط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هِرَّةٌ" descr="هِر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هِرَّةٌ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حَقٌّ" descr="حَقٌ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حَقٌّ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5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َبَّ" descr="رَب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رَبَّ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7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هِرَّةٌ" descr="هِر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هِرَّةٌ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حَقٌّ" descr="حَقٌ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حَقٌّ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َبَّ" descr="رَب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رَبَّ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5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َبَّ" descr="رَب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رَبَّ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7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