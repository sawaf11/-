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eep.wav" ContentType="audio/wav"/>
  <Override PartName="/ppt/media/snd_boing.wav" ContentType="audio/wav"/>
  <Override PartName="/ppt/media/snd_bonk.wav" ContentType="audio/wav"/>
  <Override PartName="/ppt/media/snd_cheer.wav" ContentType="audio/wav"/>
  <Override PartName="/ppt/media/snd_creak.wav" ContentType="audio/wav"/>
  <Override PartName="/ppt/media/snd_ding.wav" ContentType="audio/wav"/>
  <Override PartName="/ppt/media/snd_kick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5.xml"/><Relationship Id="rId7" Type="http://schemas.openxmlformats.org/officeDocument/2006/relationships/slide" Target="slide10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6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7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8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4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5.xml"/><Relationship Id="rId7" Type="http://schemas.openxmlformats.org/officeDocument/2006/relationships/slide" Target="slide10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6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7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8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2.xml"/><Relationship Id="rId6" Type="http://schemas.openxmlformats.org/officeDocument/2006/relationships/slide" Target="slide17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4.xml"/><Relationship Id="rId6" Type="http://schemas.openxmlformats.org/officeDocument/2006/relationships/slide" Target="slide19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5.xml"/><Relationship Id="rId6" Type="http://schemas.openxmlformats.org/officeDocument/2006/relationships/slide" Target="slide20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26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2.xml"/><Relationship Id="rId6" Type="http://schemas.openxmlformats.org/officeDocument/2006/relationships/slide" Target="slide17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4.xml"/><Relationship Id="rId6" Type="http://schemas.openxmlformats.org/officeDocument/2006/relationships/slide" Target="slide19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5.xml"/><Relationship Id="rId6" Type="http://schemas.openxmlformats.org/officeDocument/2006/relationships/slide" Target="slide20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3.xml"/><Relationship Id="rId5" Type="http://schemas.openxmlformats.org/officeDocument/2006/relationships/slide" Target="slide28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1.xml"/><Relationship Id="rId5" Type="http://schemas.openxmlformats.org/officeDocument/2006/relationships/slide" Target="slide36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2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3.xml"/><Relationship Id="rId5" Type="http://schemas.openxmlformats.org/officeDocument/2006/relationships/slide" Target="slide28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5.xml"/><Relationship Id="rId5" Type="http://schemas.openxmlformats.org/officeDocument/2006/relationships/slide" Target="slide30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1.xml"/><Relationship Id="rId5" Type="http://schemas.openxmlformats.org/officeDocument/2006/relationships/slide" Target="slide36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2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42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48.xml"/><Relationship Id="rId5" Type="http://schemas.openxmlformats.org/officeDocument/2006/relationships/slide" Target="slide43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44.xml"/><Relationship Id="rId5" Type="http://schemas.openxmlformats.org/officeDocument/2006/relationships/slide" Target="slide49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5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42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48.xml"/><Relationship Id="rId5" Type="http://schemas.openxmlformats.org/officeDocument/2006/relationships/slide" Target="slide43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44.xml"/><Relationship Id="rId5" Type="http://schemas.openxmlformats.org/officeDocument/2006/relationships/slide" Target="slide49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3.xml"/><Relationship Id="rId5" Type="http://schemas.openxmlformats.org/officeDocument/2006/relationships/slide" Target="slide58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3.xml"/><Relationship Id="rId5" Type="http://schemas.openxmlformats.org/officeDocument/2006/relationships/slide" Target="slide58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8.xml"/><Relationship Id="rId5" Type="http://schemas.openxmlformats.org/officeDocument/2006/relationships/slide" Target="slide73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8.xml"/><Relationship Id="rId5" Type="http://schemas.openxmlformats.org/officeDocument/2006/relationships/slide" Target="slide73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jp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6.xml"/><Relationship Id="rId5" Type="http://schemas.openxmlformats.org/officeDocument/2006/relationships/slide" Target="slide82.xml"/><Relationship Id="rId6" Type="http://schemas.openxmlformats.org/officeDocument/2006/relationships/slide" Target="slide8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3.xml"/><Relationship Id="rId5" Type="http://schemas.openxmlformats.org/officeDocument/2006/relationships/slide" Target="slide77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4.xml"/><Relationship Id="rId5" Type="http://schemas.openxmlformats.org/officeDocument/2006/relationships/slide" Target="slide78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5.xml"/><Relationship Id="rId5" Type="http://schemas.openxmlformats.org/officeDocument/2006/relationships/slide" Target="slide79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6.xml"/><Relationship Id="rId5" Type="http://schemas.openxmlformats.org/officeDocument/2006/relationships/slide" Target="slide80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1.xml"/><Relationship Id="rId5" Type="http://schemas.openxmlformats.org/officeDocument/2006/relationships/slide" Target="slide87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76.xml"/><Relationship Id="rId5" Type="http://schemas.openxmlformats.org/officeDocument/2006/relationships/slide" Target="slide82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3.xml"/><Relationship Id="rId5" Type="http://schemas.openxmlformats.org/officeDocument/2006/relationships/slide" Target="slide77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4.xml"/><Relationship Id="rId5" Type="http://schemas.openxmlformats.org/officeDocument/2006/relationships/slide" Target="slide78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5.xml"/><Relationship Id="rId5" Type="http://schemas.openxmlformats.org/officeDocument/2006/relationships/slide" Target="slide79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6.xml"/><Relationship Id="rId5" Type="http://schemas.openxmlformats.org/officeDocument/2006/relationships/slide" Target="slide80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1.xml"/><Relationship Id="rId5" Type="http://schemas.openxmlformats.org/officeDocument/2006/relationships/slide" Target="slide87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4.xml"/><Relationship Id="rId7" Type="http://schemas.openxmlformats.org/officeDocument/2006/relationships/slide" Target="slide89.xml"/><Relationship Id="rId8" Type="http://schemas.openxmlformats.org/officeDocument/2006/relationships/slide" Target="slide9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5.xml"/><Relationship Id="rId7" Type="http://schemas.openxmlformats.org/officeDocument/2006/relationships/slide" Target="slide90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7.xml"/><Relationship Id="rId7" Type="http://schemas.openxmlformats.org/officeDocument/2006/relationships/slide" Target="slide92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3.xml"/><Relationship Id="rId7" Type="http://schemas.openxmlformats.org/officeDocument/2006/relationships/slide" Target="slide98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9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4.xml"/><Relationship Id="rId7" Type="http://schemas.openxmlformats.org/officeDocument/2006/relationships/slide" Target="slide89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5.xml"/><Relationship Id="rId7" Type="http://schemas.openxmlformats.org/officeDocument/2006/relationships/slide" Target="slide90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7.xml"/><Relationship Id="rId7" Type="http://schemas.openxmlformats.org/officeDocument/2006/relationships/slide" Target="slide92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3.xml"/><Relationship Id="rId7" Type="http://schemas.openxmlformats.org/officeDocument/2006/relationships/slide" Target="slide98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7.xml"/><Relationship Id="rId6" Type="http://schemas.openxmlformats.org/officeDocument/2006/relationships/slide" Target="slide102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8.xml"/><Relationship Id="rId6" Type="http://schemas.openxmlformats.org/officeDocument/2006/relationships/slide" Target="slide103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9.xml"/><Relationship Id="rId6" Type="http://schemas.openxmlformats.org/officeDocument/2006/relationships/slide" Target="slide104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110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7.xml"/><Relationship Id="rId6" Type="http://schemas.openxmlformats.org/officeDocument/2006/relationships/slide" Target="slide102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8.xml"/><Relationship Id="rId6" Type="http://schemas.openxmlformats.org/officeDocument/2006/relationships/slide" Target="slide103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9.xml"/><Relationship Id="rId6" Type="http://schemas.openxmlformats.org/officeDocument/2006/relationships/slide" Target="slide104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2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13.xml"/><Relationship Id="rId5" Type="http://schemas.openxmlformats.org/officeDocument/2006/relationships/slide" Target="slide118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14.xml"/><Relationship Id="rId5" Type="http://schemas.openxmlformats.org/officeDocument/2006/relationships/slide" Target="slide119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20.xml"/><Relationship Id="rId5" Type="http://schemas.openxmlformats.org/officeDocument/2006/relationships/slide" Target="slide115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121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13.xml"/><Relationship Id="rId5" Type="http://schemas.openxmlformats.org/officeDocument/2006/relationships/slide" Target="slide118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14.xml"/><Relationship Id="rId5" Type="http://schemas.openxmlformats.org/officeDocument/2006/relationships/slide" Target="slide119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20.xml"/><Relationship Id="rId5" Type="http://schemas.openxmlformats.org/officeDocument/2006/relationships/slide" Target="slide115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124.xml"/><Relationship Id="rId5" Type="http://schemas.openxmlformats.org/officeDocument/2006/relationships/slide" Target="slide129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125.xml"/><Relationship Id="rId5" Type="http://schemas.openxmlformats.org/officeDocument/2006/relationships/slide" Target="slide130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131.xml"/><Relationship Id="rId5" Type="http://schemas.openxmlformats.org/officeDocument/2006/relationships/slide" Target="slide126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32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124.xml"/><Relationship Id="rId5" Type="http://schemas.openxmlformats.org/officeDocument/2006/relationships/slide" Target="slide129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125.xml"/><Relationship Id="rId5" Type="http://schemas.openxmlformats.org/officeDocument/2006/relationships/slide" Target="slide130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131.xml"/><Relationship Id="rId5" Type="http://schemas.openxmlformats.org/officeDocument/2006/relationships/slide" Target="slide126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2.xml"/><Relationship Id="rId5" Type="http://schemas.openxmlformats.org/officeDocument/2006/relationships/slide" Target="slide137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143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2.xml"/><Relationship Id="rId5" Type="http://schemas.openxmlformats.org/officeDocument/2006/relationships/slide" Target="slide137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3.xml"/><Relationship Id="rId5" Type="http://schemas.openxmlformats.org/officeDocument/2006/relationships/slide" Target="slide148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15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3.xml"/><Relationship Id="rId5" Type="http://schemas.openxmlformats.org/officeDocument/2006/relationships/slide" Target="slide148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5.xml"/><Relationship Id="rId5" Type="http://schemas.openxmlformats.org/officeDocument/2006/relationships/slide" Target="slide161.xml"/><Relationship Id="rId6" Type="http://schemas.openxmlformats.org/officeDocument/2006/relationships/slide" Target="slide16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6.xml"/><Relationship Id="rId5" Type="http://schemas.openxmlformats.org/officeDocument/2006/relationships/slide" Target="slide162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3.xml"/><Relationship Id="rId5" Type="http://schemas.openxmlformats.org/officeDocument/2006/relationships/slide" Target="slide157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4.xml"/><Relationship Id="rId5" Type="http://schemas.openxmlformats.org/officeDocument/2006/relationships/slide" Target="slide158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5.xml"/><Relationship Id="rId5" Type="http://schemas.openxmlformats.org/officeDocument/2006/relationships/slide" Target="slide159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6.xml"/><Relationship Id="rId5" Type="http://schemas.openxmlformats.org/officeDocument/2006/relationships/slide" Target="slide160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7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5.xml"/><Relationship Id="rId5" Type="http://schemas.openxmlformats.org/officeDocument/2006/relationships/slide" Target="slide161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6.xml"/><Relationship Id="rId5" Type="http://schemas.openxmlformats.org/officeDocument/2006/relationships/slide" Target="slide162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3.xml"/><Relationship Id="rId5" Type="http://schemas.openxmlformats.org/officeDocument/2006/relationships/slide" Target="slide157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4.xml"/><Relationship Id="rId5" Type="http://schemas.openxmlformats.org/officeDocument/2006/relationships/slide" Target="slide158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5.xml"/><Relationship Id="rId5" Type="http://schemas.openxmlformats.org/officeDocument/2006/relationships/slide" Target="slide159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6.xml"/><Relationship Id="rId5" Type="http://schemas.openxmlformats.org/officeDocument/2006/relationships/slide" Target="slide160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73.xml"/><Relationship Id="rId7" Type="http://schemas.openxmlformats.org/officeDocument/2006/relationships/slide" Target="slide168.xml"/><Relationship Id="rId8" Type="http://schemas.openxmlformats.org/officeDocument/2006/relationships/slide" Target="slide17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0.xml"/><Relationship Id="rId7" Type="http://schemas.openxmlformats.org/officeDocument/2006/relationships/slide" Target="slide175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7.xml"/><Relationship Id="rId7" Type="http://schemas.openxmlformats.org/officeDocument/2006/relationships/slide" Target="slide172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8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73.xml"/><Relationship Id="rId7" Type="http://schemas.openxmlformats.org/officeDocument/2006/relationships/slide" Target="slide168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0.xml"/><Relationship Id="rId7" Type="http://schemas.openxmlformats.org/officeDocument/2006/relationships/slide" Target="slide175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7.xml"/><Relationship Id="rId7" Type="http://schemas.openxmlformats.org/officeDocument/2006/relationships/slide" Target="slide172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4.xml"/><Relationship Id="rId6" Type="http://schemas.openxmlformats.org/officeDocument/2006/relationships/slide" Target="slide179.xml"/><Relationship Id="rId7" Type="http://schemas.openxmlformats.org/officeDocument/2006/relationships/slide" Target="slide18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5.xml"/><Relationship Id="rId6" Type="http://schemas.openxmlformats.org/officeDocument/2006/relationships/slide" Target="slide180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6.xml"/><Relationship Id="rId6" Type="http://schemas.openxmlformats.org/officeDocument/2006/relationships/slide" Target="slide181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7.xml"/><Relationship Id="rId6" Type="http://schemas.openxmlformats.org/officeDocument/2006/relationships/slide" Target="slide182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8.xml"/><Relationship Id="rId6" Type="http://schemas.openxmlformats.org/officeDocument/2006/relationships/slide" Target="slide183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189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4.xml"/><Relationship Id="rId6" Type="http://schemas.openxmlformats.org/officeDocument/2006/relationships/slide" Target="slide179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5.xml"/><Relationship Id="rId6" Type="http://schemas.openxmlformats.org/officeDocument/2006/relationships/slide" Target="slide180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6.xml"/><Relationship Id="rId6" Type="http://schemas.openxmlformats.org/officeDocument/2006/relationships/slide" Target="slide181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7.xml"/><Relationship Id="rId6" Type="http://schemas.openxmlformats.org/officeDocument/2006/relationships/slide" Target="slide182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8.xml"/><Relationship Id="rId6" Type="http://schemas.openxmlformats.org/officeDocument/2006/relationships/slide" Target="slide183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95.xml"/><Relationship Id="rId5" Type="http://schemas.openxmlformats.org/officeDocument/2006/relationships/slide" Target="slide190.xml"/><Relationship Id="rId6" Type="http://schemas.openxmlformats.org/officeDocument/2006/relationships/slide" Target="slide200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91.xml"/><Relationship Id="rId5" Type="http://schemas.openxmlformats.org/officeDocument/2006/relationships/slide" Target="slide196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97.xml"/><Relationship Id="rId5" Type="http://schemas.openxmlformats.org/officeDocument/2006/relationships/slide" Target="slide192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93.xml"/><Relationship Id="rId5" Type="http://schemas.openxmlformats.org/officeDocument/2006/relationships/slide" Target="slide198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94.xml"/><Relationship Id="rId5" Type="http://schemas.openxmlformats.org/officeDocument/2006/relationships/slide" Target="slide199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20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95.xml"/><Relationship Id="rId5" Type="http://schemas.openxmlformats.org/officeDocument/2006/relationships/slide" Target="slide190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91.xml"/><Relationship Id="rId5" Type="http://schemas.openxmlformats.org/officeDocument/2006/relationships/slide" Target="slide196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97.xml"/><Relationship Id="rId5" Type="http://schemas.openxmlformats.org/officeDocument/2006/relationships/slide" Target="slide192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93.xml"/><Relationship Id="rId5" Type="http://schemas.openxmlformats.org/officeDocument/2006/relationships/slide" Target="slide198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94.xml"/><Relationship Id="rId5" Type="http://schemas.openxmlformats.org/officeDocument/2006/relationships/slide" Target="slide199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206.xml"/><Relationship Id="rId5" Type="http://schemas.openxmlformats.org/officeDocument/2006/relationships/slide" Target="slide201.xml"/><Relationship Id="rId6" Type="http://schemas.openxmlformats.org/officeDocument/2006/relationships/slide" Target="slide21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207.xml"/><Relationship Id="rId5" Type="http://schemas.openxmlformats.org/officeDocument/2006/relationships/slide" Target="slide202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208.xml"/><Relationship Id="rId5" Type="http://schemas.openxmlformats.org/officeDocument/2006/relationships/slide" Target="slide203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209.xml"/><Relationship Id="rId5" Type="http://schemas.openxmlformats.org/officeDocument/2006/relationships/slide" Target="slide204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210.xml"/><Relationship Id="rId5" Type="http://schemas.openxmlformats.org/officeDocument/2006/relationships/slide" Target="slide205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11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206.xml"/><Relationship Id="rId5" Type="http://schemas.openxmlformats.org/officeDocument/2006/relationships/slide" Target="slide201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207.xml"/><Relationship Id="rId5" Type="http://schemas.openxmlformats.org/officeDocument/2006/relationships/slide" Target="slide202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208.xml"/><Relationship Id="rId5" Type="http://schemas.openxmlformats.org/officeDocument/2006/relationships/slide" Target="slide203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209.xml"/><Relationship Id="rId5" Type="http://schemas.openxmlformats.org/officeDocument/2006/relationships/slide" Target="slide204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210.xml"/><Relationship Id="rId5" Type="http://schemas.openxmlformats.org/officeDocument/2006/relationships/slide" Target="slide205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7.xml"/><Relationship Id="rId5" Type="http://schemas.openxmlformats.org/officeDocument/2006/relationships/slide" Target="slide212.xml"/><Relationship Id="rId6" Type="http://schemas.openxmlformats.org/officeDocument/2006/relationships/slide" Target="slide22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8.xml"/><Relationship Id="rId5" Type="http://schemas.openxmlformats.org/officeDocument/2006/relationships/slide" Target="slide213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4.xml"/><Relationship Id="rId5" Type="http://schemas.openxmlformats.org/officeDocument/2006/relationships/slide" Target="slide219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0.xml"/><Relationship Id="rId5" Type="http://schemas.openxmlformats.org/officeDocument/2006/relationships/slide" Target="slide215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6.xml"/><Relationship Id="rId5" Type="http://schemas.openxmlformats.org/officeDocument/2006/relationships/slide" Target="slide221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22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7.xml"/><Relationship Id="rId5" Type="http://schemas.openxmlformats.org/officeDocument/2006/relationships/slide" Target="slide212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8.xml"/><Relationship Id="rId5" Type="http://schemas.openxmlformats.org/officeDocument/2006/relationships/slide" Target="slide213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4.xml"/><Relationship Id="rId5" Type="http://schemas.openxmlformats.org/officeDocument/2006/relationships/slide" Target="slide219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0.xml"/><Relationship Id="rId5" Type="http://schemas.openxmlformats.org/officeDocument/2006/relationships/slide" Target="slide215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6.xml"/><Relationship Id="rId5" Type="http://schemas.openxmlformats.org/officeDocument/2006/relationships/slide" Target="slide221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png"/><Relationship Id="rId4" Type="http://schemas.openxmlformats.org/officeDocument/2006/relationships/slide" Target="slide223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7.xml"/><Relationship Id="rId8" Type="http://schemas.openxmlformats.org/officeDocument/2006/relationships/slide" Target="slide224.xml"/><Relationship Id="rId9" Type="http://schemas.openxmlformats.org/officeDocument/2006/relationships/slide" Target="slide246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8.xml"/><Relationship Id="rId8" Type="http://schemas.openxmlformats.org/officeDocument/2006/relationships/slide" Target="slide225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9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6.xml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1.xml"/><Relationship Id="rId8" Type="http://schemas.openxmlformats.org/officeDocument/2006/relationships/slide" Target="slide228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2.xml"/><Relationship Id="rId8" Type="http://schemas.openxmlformats.org/officeDocument/2006/relationships/slide" Target="slide229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3.xml"/><Relationship Id="rId8" Type="http://schemas.openxmlformats.org/officeDocument/2006/relationships/slide" Target="slide230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4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32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7.xml"/><Relationship Id="rId8" Type="http://schemas.openxmlformats.org/officeDocument/2006/relationships/slide" Target="slide233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8.xml"/><Relationship Id="rId8" Type="http://schemas.openxmlformats.org/officeDocument/2006/relationships/slide" Target="slide234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9.xml"/><Relationship Id="rId8" Type="http://schemas.openxmlformats.org/officeDocument/2006/relationships/slide" Target="slide235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0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6.xml"/><Relationship Id="rId8" Type="http://schemas.openxmlformats.org/officeDocument/2006/relationships/audio" Target="../media/snd_cheer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38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2.xml"/><Relationship Id="rId8" Type="http://schemas.openxmlformats.org/officeDocument/2006/relationships/slide" Target="slide239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3.xml"/><Relationship Id="rId8" Type="http://schemas.openxmlformats.org/officeDocument/2006/relationships/slide" Target="slide240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4.xml"/><Relationship Id="rId8" Type="http://schemas.openxmlformats.org/officeDocument/2006/relationships/slide" Target="slide241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6.xml"/><Relationship Id="rId8" Type="http://schemas.openxmlformats.org/officeDocument/2006/relationships/slide" Target="slide246.xml"/><Relationship Id="rId9" Type="http://schemas.openxmlformats.org/officeDocument/2006/relationships/audio" Target="../media/snd_whoosh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43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5.xml"/><Relationship Id="rId8" Type="http://schemas.openxmlformats.org/officeDocument/2006/relationships/slide" Target="slide244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46.xml"/><Relationship Id="rId9" Type="http://schemas.openxmlformats.org/officeDocument/2006/relationships/audio" Target="../media/snd_whoosh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49.xml"/><Relationship Id="rId5" Type="http://schemas.openxmlformats.org/officeDocument/2006/relationships/slide" Target="slide254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5.xml"/><Relationship Id="rId5" Type="http://schemas.openxmlformats.org/officeDocument/2006/relationships/slide" Target="slide250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56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257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49.xml"/><Relationship Id="rId5" Type="http://schemas.openxmlformats.org/officeDocument/2006/relationships/slide" Target="slide254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5.xml"/><Relationship Id="rId5" Type="http://schemas.openxmlformats.org/officeDocument/2006/relationships/slide" Target="slide250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56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4.xml"/><Relationship Id="rId5" Type="http://schemas.openxmlformats.org/officeDocument/2006/relationships/slide" Target="slide258.xml"/><Relationship Id="rId6" Type="http://schemas.openxmlformats.org/officeDocument/2006/relationships/slide" Target="slide27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59.xml"/><Relationship Id="rId5" Type="http://schemas.openxmlformats.org/officeDocument/2006/relationships/slide" Target="slide265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6.xml"/><Relationship Id="rId5" Type="http://schemas.openxmlformats.org/officeDocument/2006/relationships/slide" Target="slide260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7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2.xml"/><Relationship Id="rId5" Type="http://schemas.openxmlformats.org/officeDocument/2006/relationships/slide" Target="slide268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9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7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4.xml"/><Relationship Id="rId5" Type="http://schemas.openxmlformats.org/officeDocument/2006/relationships/slide" Target="slide258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59.xml"/><Relationship Id="rId5" Type="http://schemas.openxmlformats.org/officeDocument/2006/relationships/slide" Target="slide265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6.xml"/><Relationship Id="rId5" Type="http://schemas.openxmlformats.org/officeDocument/2006/relationships/slide" Target="slide260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7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2.xml"/><Relationship Id="rId5" Type="http://schemas.openxmlformats.org/officeDocument/2006/relationships/slide" Target="slide268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9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271.xml"/><Relationship Id="rId7" Type="http://schemas.openxmlformats.org/officeDocument/2006/relationships/slide" Target="slide276.xml"/><Relationship Id="rId8" Type="http://schemas.openxmlformats.org/officeDocument/2006/relationships/slide" Target="slide28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2.xml"/><Relationship Id="rId7" Type="http://schemas.openxmlformats.org/officeDocument/2006/relationships/slide" Target="slide277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3.xml"/><Relationship Id="rId7" Type="http://schemas.openxmlformats.org/officeDocument/2006/relationships/slide" Target="slide278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4.xml"/><Relationship Id="rId7" Type="http://schemas.openxmlformats.org/officeDocument/2006/relationships/slide" Target="slide279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80.xml"/><Relationship Id="rId7" Type="http://schemas.openxmlformats.org/officeDocument/2006/relationships/slide" Target="slide275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81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271.xml"/><Relationship Id="rId7" Type="http://schemas.openxmlformats.org/officeDocument/2006/relationships/slide" Target="slide276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2.xml"/><Relationship Id="rId7" Type="http://schemas.openxmlformats.org/officeDocument/2006/relationships/slide" Target="slide277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3.xml"/><Relationship Id="rId7" Type="http://schemas.openxmlformats.org/officeDocument/2006/relationships/slide" Target="slide278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4.xml"/><Relationship Id="rId7" Type="http://schemas.openxmlformats.org/officeDocument/2006/relationships/slide" Target="slide279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80.xml"/><Relationship Id="rId7" Type="http://schemas.openxmlformats.org/officeDocument/2006/relationships/slide" Target="slide275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7.xml"/><Relationship Id="rId6" Type="http://schemas.openxmlformats.org/officeDocument/2006/relationships/slide" Target="slide282.xml"/><Relationship Id="rId7" Type="http://schemas.openxmlformats.org/officeDocument/2006/relationships/slide" Target="slide29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8.xml"/><Relationship Id="rId6" Type="http://schemas.openxmlformats.org/officeDocument/2006/relationships/slide" Target="slide283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9.xml"/><Relationship Id="rId6" Type="http://schemas.openxmlformats.org/officeDocument/2006/relationships/slide" Target="slide284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90.xml"/><Relationship Id="rId6" Type="http://schemas.openxmlformats.org/officeDocument/2006/relationships/slide" Target="slide285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91.xml"/><Relationship Id="rId6" Type="http://schemas.openxmlformats.org/officeDocument/2006/relationships/slide" Target="slide286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29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7.xml"/><Relationship Id="rId6" Type="http://schemas.openxmlformats.org/officeDocument/2006/relationships/slide" Target="slide282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8.xml"/><Relationship Id="rId6" Type="http://schemas.openxmlformats.org/officeDocument/2006/relationships/slide" Target="slide283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9.xml"/><Relationship Id="rId6" Type="http://schemas.openxmlformats.org/officeDocument/2006/relationships/slide" Target="slide284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90.xml"/><Relationship Id="rId6" Type="http://schemas.openxmlformats.org/officeDocument/2006/relationships/slide" Target="slide285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91.xml"/><Relationship Id="rId6" Type="http://schemas.openxmlformats.org/officeDocument/2006/relationships/slide" Target="slide286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93.xml"/><Relationship Id="rId5" Type="http://schemas.openxmlformats.org/officeDocument/2006/relationships/slide" Target="slide298.xml"/><Relationship Id="rId6" Type="http://schemas.openxmlformats.org/officeDocument/2006/relationships/slide" Target="slide303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294.xml"/><Relationship Id="rId5" Type="http://schemas.openxmlformats.org/officeDocument/2006/relationships/slide" Target="slide299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01.xml"/><Relationship Id="rId5" Type="http://schemas.openxmlformats.org/officeDocument/2006/relationships/slide" Target="slide296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02.xml"/><Relationship Id="rId5" Type="http://schemas.openxmlformats.org/officeDocument/2006/relationships/slide" Target="slide297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03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93.xml"/><Relationship Id="rId5" Type="http://schemas.openxmlformats.org/officeDocument/2006/relationships/slide" Target="slide298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294.xml"/><Relationship Id="rId5" Type="http://schemas.openxmlformats.org/officeDocument/2006/relationships/slide" Target="slide299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01.xml"/><Relationship Id="rId5" Type="http://schemas.openxmlformats.org/officeDocument/2006/relationships/slide" Target="slide296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02.xml"/><Relationship Id="rId5" Type="http://schemas.openxmlformats.org/officeDocument/2006/relationships/slide" Target="slide297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09.xml"/><Relationship Id="rId5" Type="http://schemas.openxmlformats.org/officeDocument/2006/relationships/slide" Target="slide304.xml"/><Relationship Id="rId6" Type="http://schemas.openxmlformats.org/officeDocument/2006/relationships/slide" Target="slide314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10.xml"/><Relationship Id="rId5" Type="http://schemas.openxmlformats.org/officeDocument/2006/relationships/slide" Target="slide305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11.xml"/><Relationship Id="rId5" Type="http://schemas.openxmlformats.org/officeDocument/2006/relationships/slide" Target="slide306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07.xml"/><Relationship Id="rId5" Type="http://schemas.openxmlformats.org/officeDocument/2006/relationships/slide" Target="slide312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13.xml"/><Relationship Id="rId5" Type="http://schemas.openxmlformats.org/officeDocument/2006/relationships/slide" Target="slide308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1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09.xml"/><Relationship Id="rId5" Type="http://schemas.openxmlformats.org/officeDocument/2006/relationships/slide" Target="slide304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10.xml"/><Relationship Id="rId5" Type="http://schemas.openxmlformats.org/officeDocument/2006/relationships/slide" Target="slide305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11.xml"/><Relationship Id="rId5" Type="http://schemas.openxmlformats.org/officeDocument/2006/relationships/slide" Target="slide306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07.xml"/><Relationship Id="rId5" Type="http://schemas.openxmlformats.org/officeDocument/2006/relationships/slide" Target="slide312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13.xml"/><Relationship Id="rId5" Type="http://schemas.openxmlformats.org/officeDocument/2006/relationships/slide" Target="slide308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0.xml"/><Relationship Id="rId5" Type="http://schemas.openxmlformats.org/officeDocument/2006/relationships/slide" Target="slide315.xml"/><Relationship Id="rId6" Type="http://schemas.openxmlformats.org/officeDocument/2006/relationships/slide" Target="slide325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6.xml"/><Relationship Id="rId5" Type="http://schemas.openxmlformats.org/officeDocument/2006/relationships/slide" Target="slide321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7.xml"/><Relationship Id="rId5" Type="http://schemas.openxmlformats.org/officeDocument/2006/relationships/slide" Target="slide322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3.xml"/><Relationship Id="rId5" Type="http://schemas.openxmlformats.org/officeDocument/2006/relationships/slide" Target="slide318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4.xml"/><Relationship Id="rId5" Type="http://schemas.openxmlformats.org/officeDocument/2006/relationships/slide" Target="slide319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325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0.xml"/><Relationship Id="rId5" Type="http://schemas.openxmlformats.org/officeDocument/2006/relationships/slide" Target="slide315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6.xml"/><Relationship Id="rId5" Type="http://schemas.openxmlformats.org/officeDocument/2006/relationships/slide" Target="slide321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17.xml"/><Relationship Id="rId5" Type="http://schemas.openxmlformats.org/officeDocument/2006/relationships/slide" Target="slide322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3.xml"/><Relationship Id="rId5" Type="http://schemas.openxmlformats.org/officeDocument/2006/relationships/slide" Target="slide318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4.xml"/><Relationship Id="rId5" Type="http://schemas.openxmlformats.org/officeDocument/2006/relationships/slide" Target="slide319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6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4.xml"/><Relationship Id="rId5" Type="http://schemas.openxmlformats.org/officeDocument/2006/relationships/slide" Target="slide329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5.xml"/><Relationship Id="rId5" Type="http://schemas.openxmlformats.org/officeDocument/2006/relationships/slide" Target="slide330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336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4.xml"/><Relationship Id="rId5" Type="http://schemas.openxmlformats.org/officeDocument/2006/relationships/slide" Target="slide329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5.xml"/><Relationship Id="rId5" Type="http://schemas.openxmlformats.org/officeDocument/2006/relationships/slide" Target="slide330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7.xml"/><Relationship Id="rId5" Type="http://schemas.openxmlformats.org/officeDocument/2006/relationships/slide" Target="slide343.xml"/><Relationship Id="rId6" Type="http://schemas.openxmlformats.org/officeDocument/2006/relationships/slide" Target="slide349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4.xml"/><Relationship Id="rId5" Type="http://schemas.openxmlformats.org/officeDocument/2006/relationships/slide" Target="slide338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9.xml"/><Relationship Id="rId5" Type="http://schemas.openxmlformats.org/officeDocument/2006/relationships/slide" Target="slide345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6.xml"/><Relationship Id="rId5" Type="http://schemas.openxmlformats.org/officeDocument/2006/relationships/slide" Target="slide340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7.xml"/><Relationship Id="rId5" Type="http://schemas.openxmlformats.org/officeDocument/2006/relationships/slide" Target="slide341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2.xml"/><Relationship Id="rId5" Type="http://schemas.openxmlformats.org/officeDocument/2006/relationships/slide" Target="slide348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9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7.xml"/><Relationship Id="rId5" Type="http://schemas.openxmlformats.org/officeDocument/2006/relationships/slide" Target="slide343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4.xml"/><Relationship Id="rId5" Type="http://schemas.openxmlformats.org/officeDocument/2006/relationships/slide" Target="slide338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9.xml"/><Relationship Id="rId5" Type="http://schemas.openxmlformats.org/officeDocument/2006/relationships/slide" Target="slide345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6.xml"/><Relationship Id="rId5" Type="http://schemas.openxmlformats.org/officeDocument/2006/relationships/slide" Target="slide340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7.xml"/><Relationship Id="rId5" Type="http://schemas.openxmlformats.org/officeDocument/2006/relationships/slide" Target="slide341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2.xml"/><Relationship Id="rId5" Type="http://schemas.openxmlformats.org/officeDocument/2006/relationships/slide" Target="slide348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55.xml"/><Relationship Id="rId7" Type="http://schemas.openxmlformats.org/officeDocument/2006/relationships/slide" Target="slide350.xml"/><Relationship Id="rId8" Type="http://schemas.openxmlformats.org/officeDocument/2006/relationships/slide" Target="slide360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6.xml"/><Relationship Id="rId7" Type="http://schemas.openxmlformats.org/officeDocument/2006/relationships/slide" Target="slide351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7.xml"/><Relationship Id="rId7" Type="http://schemas.openxmlformats.org/officeDocument/2006/relationships/slide" Target="slide352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8.xml"/><Relationship Id="rId7" Type="http://schemas.openxmlformats.org/officeDocument/2006/relationships/slide" Target="slide353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9.xml"/><Relationship Id="rId7" Type="http://schemas.openxmlformats.org/officeDocument/2006/relationships/slide" Target="slide354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60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55.xml"/><Relationship Id="rId7" Type="http://schemas.openxmlformats.org/officeDocument/2006/relationships/slide" Target="slide350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6.xml"/><Relationship Id="rId7" Type="http://schemas.openxmlformats.org/officeDocument/2006/relationships/slide" Target="slide351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7.xml"/><Relationship Id="rId7" Type="http://schemas.openxmlformats.org/officeDocument/2006/relationships/slide" Target="slide352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8.xml"/><Relationship Id="rId7" Type="http://schemas.openxmlformats.org/officeDocument/2006/relationships/slide" Target="slide353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9.xml"/><Relationship Id="rId7" Type="http://schemas.openxmlformats.org/officeDocument/2006/relationships/slide" Target="slide354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1.xml"/><Relationship Id="rId6" Type="http://schemas.openxmlformats.org/officeDocument/2006/relationships/slide" Target="slide366.xml"/><Relationship Id="rId7" Type="http://schemas.openxmlformats.org/officeDocument/2006/relationships/slide" Target="slide371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7.xml"/><Relationship Id="rId6" Type="http://schemas.openxmlformats.org/officeDocument/2006/relationships/slide" Target="slide362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8.xml"/><Relationship Id="rId6" Type="http://schemas.openxmlformats.org/officeDocument/2006/relationships/slide" Target="slide363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9.xml"/><Relationship Id="rId6" Type="http://schemas.openxmlformats.org/officeDocument/2006/relationships/slide" Target="slide364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70.xml"/><Relationship Id="rId6" Type="http://schemas.openxmlformats.org/officeDocument/2006/relationships/slide" Target="slide365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371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1.xml"/><Relationship Id="rId6" Type="http://schemas.openxmlformats.org/officeDocument/2006/relationships/slide" Target="slide366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7.xml"/><Relationship Id="rId6" Type="http://schemas.openxmlformats.org/officeDocument/2006/relationships/slide" Target="slide362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8.xml"/><Relationship Id="rId6" Type="http://schemas.openxmlformats.org/officeDocument/2006/relationships/slide" Target="slide363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9.xml"/><Relationship Id="rId6" Type="http://schemas.openxmlformats.org/officeDocument/2006/relationships/slide" Target="slide364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70.xml"/><Relationship Id="rId6" Type="http://schemas.openxmlformats.org/officeDocument/2006/relationships/slide" Target="slide365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77.xml"/><Relationship Id="rId5" Type="http://schemas.openxmlformats.org/officeDocument/2006/relationships/slide" Target="slide372.xml"/><Relationship Id="rId6" Type="http://schemas.openxmlformats.org/officeDocument/2006/relationships/slide" Target="slide382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73.xml"/><Relationship Id="rId5" Type="http://schemas.openxmlformats.org/officeDocument/2006/relationships/slide" Target="slide378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79.xml"/><Relationship Id="rId5" Type="http://schemas.openxmlformats.org/officeDocument/2006/relationships/slide" Target="slide374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80.xml"/><Relationship Id="rId5" Type="http://schemas.openxmlformats.org/officeDocument/2006/relationships/slide" Target="slide375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81.xml"/><Relationship Id="rId5" Type="http://schemas.openxmlformats.org/officeDocument/2006/relationships/slide" Target="slide376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82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77.xml"/><Relationship Id="rId5" Type="http://schemas.openxmlformats.org/officeDocument/2006/relationships/slide" Target="slide372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73.xml"/><Relationship Id="rId5" Type="http://schemas.openxmlformats.org/officeDocument/2006/relationships/slide" Target="slide378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79.xml"/><Relationship Id="rId5" Type="http://schemas.openxmlformats.org/officeDocument/2006/relationships/slide" Target="slide374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80.xml"/><Relationship Id="rId5" Type="http://schemas.openxmlformats.org/officeDocument/2006/relationships/slide" Target="slide375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81.xml"/><Relationship Id="rId5" Type="http://schemas.openxmlformats.org/officeDocument/2006/relationships/slide" Target="slide376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83.xml"/><Relationship Id="rId5" Type="http://schemas.openxmlformats.org/officeDocument/2006/relationships/slide" Target="slide388.xml"/><Relationship Id="rId6" Type="http://schemas.openxmlformats.org/officeDocument/2006/relationships/slide" Target="slide393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89.xml"/><Relationship Id="rId5" Type="http://schemas.openxmlformats.org/officeDocument/2006/relationships/slide" Target="slide384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85.xml"/><Relationship Id="rId5" Type="http://schemas.openxmlformats.org/officeDocument/2006/relationships/slide" Target="slide390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91.xml"/><Relationship Id="rId5" Type="http://schemas.openxmlformats.org/officeDocument/2006/relationships/slide" Target="slide386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87.xml"/><Relationship Id="rId5" Type="http://schemas.openxmlformats.org/officeDocument/2006/relationships/slide" Target="slide392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93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83.xml"/><Relationship Id="rId5" Type="http://schemas.openxmlformats.org/officeDocument/2006/relationships/slide" Target="slide388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89.xml"/><Relationship Id="rId5" Type="http://schemas.openxmlformats.org/officeDocument/2006/relationships/slide" Target="slide384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85.xml"/><Relationship Id="rId5" Type="http://schemas.openxmlformats.org/officeDocument/2006/relationships/slide" Target="slide390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91.xml"/><Relationship Id="rId5" Type="http://schemas.openxmlformats.org/officeDocument/2006/relationships/slide" Target="slide386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87.xml"/><Relationship Id="rId5" Type="http://schemas.openxmlformats.org/officeDocument/2006/relationships/slide" Target="slide392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4.xml"/><Relationship Id="rId5" Type="http://schemas.openxmlformats.org/officeDocument/2006/relationships/slide" Target="slide399.xml"/><Relationship Id="rId6" Type="http://schemas.openxmlformats.org/officeDocument/2006/relationships/slide" Target="slide404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5.xml"/><Relationship Id="rId5" Type="http://schemas.openxmlformats.org/officeDocument/2006/relationships/slide" Target="slide400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6.xml"/><Relationship Id="rId5" Type="http://schemas.openxmlformats.org/officeDocument/2006/relationships/slide" Target="slide401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2.xml"/><Relationship Id="rId5" Type="http://schemas.openxmlformats.org/officeDocument/2006/relationships/slide" Target="slide397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3.xml"/><Relationship Id="rId5" Type="http://schemas.openxmlformats.org/officeDocument/2006/relationships/slide" Target="slide398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404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4.xml"/><Relationship Id="rId5" Type="http://schemas.openxmlformats.org/officeDocument/2006/relationships/slide" Target="slide399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5.xml"/><Relationship Id="rId5" Type="http://schemas.openxmlformats.org/officeDocument/2006/relationships/slide" Target="slide400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6.xml"/><Relationship Id="rId5" Type="http://schemas.openxmlformats.org/officeDocument/2006/relationships/slide" Target="slide401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2.xml"/><Relationship Id="rId5" Type="http://schemas.openxmlformats.org/officeDocument/2006/relationships/slide" Target="slide397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3.xml"/><Relationship Id="rId5" Type="http://schemas.openxmlformats.org/officeDocument/2006/relationships/slide" Target="slide398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0.xml"/><Relationship Id="rId5" Type="http://schemas.openxmlformats.org/officeDocument/2006/relationships/slide" Target="slide405.xml"/><Relationship Id="rId6" Type="http://schemas.openxmlformats.org/officeDocument/2006/relationships/slide" Target="slide415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1.xml"/><Relationship Id="rId5" Type="http://schemas.openxmlformats.org/officeDocument/2006/relationships/slide" Target="slide406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2.xml"/><Relationship Id="rId5" Type="http://schemas.openxmlformats.org/officeDocument/2006/relationships/slide" Target="slide407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3.xml"/><Relationship Id="rId5" Type="http://schemas.openxmlformats.org/officeDocument/2006/relationships/slide" Target="slide408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4.xml"/><Relationship Id="rId5" Type="http://schemas.openxmlformats.org/officeDocument/2006/relationships/slide" Target="slide409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415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0.xml"/><Relationship Id="rId5" Type="http://schemas.openxmlformats.org/officeDocument/2006/relationships/slide" Target="slide405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1.xml"/><Relationship Id="rId5" Type="http://schemas.openxmlformats.org/officeDocument/2006/relationships/slide" Target="slide406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2.xml"/><Relationship Id="rId5" Type="http://schemas.openxmlformats.org/officeDocument/2006/relationships/slide" Target="slide407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3.xml"/><Relationship Id="rId5" Type="http://schemas.openxmlformats.org/officeDocument/2006/relationships/slide" Target="slide408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4.xml"/><Relationship Id="rId5" Type="http://schemas.openxmlformats.org/officeDocument/2006/relationships/slide" Target="slide409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2.xml"/><Relationship Id="rId5" Type="http://schemas.openxmlformats.org/officeDocument/2006/relationships/slide" Target="slide416.xml"/><Relationship Id="rId6" Type="http://schemas.openxmlformats.org/officeDocument/2006/relationships/slide" Target="slide428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3.xml"/><Relationship Id="rId5" Type="http://schemas.openxmlformats.org/officeDocument/2006/relationships/slide" Target="slide417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8.xml"/><Relationship Id="rId5" Type="http://schemas.openxmlformats.org/officeDocument/2006/relationships/slide" Target="slide424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5.xml"/><Relationship Id="rId5" Type="http://schemas.openxmlformats.org/officeDocument/2006/relationships/slide" Target="slide419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6.xml"/><Relationship Id="rId5" Type="http://schemas.openxmlformats.org/officeDocument/2006/relationships/slide" Target="slide420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1.xml"/><Relationship Id="rId5" Type="http://schemas.openxmlformats.org/officeDocument/2006/relationships/slide" Target="slide427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2.xml"/><Relationship Id="rId5" Type="http://schemas.openxmlformats.org/officeDocument/2006/relationships/slide" Target="slide416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3.xml"/><Relationship Id="rId5" Type="http://schemas.openxmlformats.org/officeDocument/2006/relationships/slide" Target="slide417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8.xml"/><Relationship Id="rId5" Type="http://schemas.openxmlformats.org/officeDocument/2006/relationships/slide" Target="slide424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5.xml"/><Relationship Id="rId5" Type="http://schemas.openxmlformats.org/officeDocument/2006/relationships/slide" Target="slide419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6.xml"/><Relationship Id="rId5" Type="http://schemas.openxmlformats.org/officeDocument/2006/relationships/slide" Target="slide420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1.xml"/><Relationship Id="rId5" Type="http://schemas.openxmlformats.org/officeDocument/2006/relationships/slide" Target="slide427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29.xml"/><Relationship Id="rId7" Type="http://schemas.openxmlformats.org/officeDocument/2006/relationships/slide" Target="slide434.xml"/><Relationship Id="rId8" Type="http://schemas.openxmlformats.org/officeDocument/2006/relationships/slide" Target="slide439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5.xml"/><Relationship Id="rId7" Type="http://schemas.openxmlformats.org/officeDocument/2006/relationships/slide" Target="slide430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6.xml"/><Relationship Id="rId7" Type="http://schemas.openxmlformats.org/officeDocument/2006/relationships/slide" Target="slide431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7.xml"/><Relationship Id="rId7" Type="http://schemas.openxmlformats.org/officeDocument/2006/relationships/slide" Target="slide432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3.xml"/><Relationship Id="rId7" Type="http://schemas.openxmlformats.org/officeDocument/2006/relationships/slide" Target="slide438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9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29.xml"/><Relationship Id="rId7" Type="http://schemas.openxmlformats.org/officeDocument/2006/relationships/slide" Target="slide434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5.xml"/><Relationship Id="rId7" Type="http://schemas.openxmlformats.org/officeDocument/2006/relationships/slide" Target="slide430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6.xml"/><Relationship Id="rId7" Type="http://schemas.openxmlformats.org/officeDocument/2006/relationships/slide" Target="slide431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7.xml"/><Relationship Id="rId7" Type="http://schemas.openxmlformats.org/officeDocument/2006/relationships/slide" Target="slide432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3.xml"/><Relationship Id="rId7" Type="http://schemas.openxmlformats.org/officeDocument/2006/relationships/slide" Target="slide438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3.xml"/><Relationship Id="rId8" Type="http://schemas.openxmlformats.org/officeDocument/2006/relationships/slide" Target="slide440.xml"/><Relationship Id="rId9" Type="http://schemas.openxmlformats.org/officeDocument/2006/relationships/slide" Target="slide462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4.xml"/><Relationship Id="rId8" Type="http://schemas.openxmlformats.org/officeDocument/2006/relationships/slide" Target="slide441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5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2.xml"/><Relationship Id="rId8" Type="http://schemas.openxmlformats.org/officeDocument/2006/relationships/audio" Target="../media/snd_cheer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7.xml"/><Relationship Id="rId8" Type="http://schemas.openxmlformats.org/officeDocument/2006/relationships/slide" Target="slide444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8.xml"/><Relationship Id="rId8" Type="http://schemas.openxmlformats.org/officeDocument/2006/relationships/slide" Target="slide445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9.xml"/><Relationship Id="rId8" Type="http://schemas.openxmlformats.org/officeDocument/2006/relationships/slide" Target="slide446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0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48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3.xml"/><Relationship Id="rId8" Type="http://schemas.openxmlformats.org/officeDocument/2006/relationships/slide" Target="slide449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4.xml"/><Relationship Id="rId8" Type="http://schemas.openxmlformats.org/officeDocument/2006/relationships/slide" Target="slide450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5.xml"/><Relationship Id="rId8" Type="http://schemas.openxmlformats.org/officeDocument/2006/relationships/slide" Target="slide451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6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2.xml"/><Relationship Id="rId8" Type="http://schemas.openxmlformats.org/officeDocument/2006/relationships/audio" Target="../media/snd_cheer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54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8.xml"/><Relationship Id="rId8" Type="http://schemas.openxmlformats.org/officeDocument/2006/relationships/slide" Target="slide455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9.xml"/><Relationship Id="rId8" Type="http://schemas.openxmlformats.org/officeDocument/2006/relationships/slide" Target="slide456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0.xml"/><Relationship Id="rId8" Type="http://schemas.openxmlformats.org/officeDocument/2006/relationships/slide" Target="slide457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2.xml"/><Relationship Id="rId8" Type="http://schemas.openxmlformats.org/officeDocument/2006/relationships/slide" Target="slide462.xml"/><Relationship Id="rId9" Type="http://schemas.openxmlformats.org/officeDocument/2006/relationships/audio" Target="../media/snd_whoosh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59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1.xml"/><Relationship Id="rId8" Type="http://schemas.openxmlformats.org/officeDocument/2006/relationships/slide" Target="slide460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62.xml"/><Relationship Id="rId9" Type="http://schemas.openxmlformats.org/officeDocument/2006/relationships/audio" Target="../media/snd_whoosh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38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Review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000" b="1" lang="en-US">
                <a:solidFill>
                  <a:srgbClr val="8A6CF0"/>
                </a:solidFill>
                <a:latin typeface="Arial"/>
                <a:cs typeface="Arial"/>
              </a:rPr>
              <a:t>Review Games</a:t>
            </a:r>
          </a:p>
        </p:txBody>
      </p:sp>
      <p:sp>
        <p:nvSpPr>
          <p:cNvPr id="5" name="Sample" descr="بَ  بٌ  بَا  أَبۡ  بَّ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  بٌ  بَا  أَبۡ  بَّ</a:t>
            </a:r>
          </a:p>
        </p:txBody>
      </p:sp>
      <p:sp>
        <p:nvSpPr>
          <p:cNvPr id="6" name="Subtitle" descr="Everything so far: harakat, tanween, madd, sukun, shaddah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Everything so far: harakat, tanween, madd, sukun, shaddah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rog H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Frog Hop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lily pa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lily pad.</a:t>
            </a:r>
          </a:p>
        </p:txBody>
      </p:sp>
      <p:sp>
        <p:nvSpPr>
          <p:cNvPr id="7" name="Line 3" descr="3.  Help the frog reach the islan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Help the frog reach the island!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39950"/>
            <a:ext cx="2095500" cy="18161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" descr="ب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بُ" descr="بُ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بِ" descr="بِ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ِ" descr="ب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تٍ" descr="تٍ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تٌ" descr="تٌ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تًا" descr="تًا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ثَا" descr="ثَا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ثِي" descr="ثِي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ثُو" descr="ثُو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َا" descr="ث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قَنۡ" descr="قَن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قَنۡ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قَنِ" descr="قَنِ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قَنِ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قَنَ" descr="قَن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قَنَ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َنۡ" descr="ق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قَنۡ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يَّ" descr="يّ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يَ" descr="ي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يِّ" descr="يِّ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يَّ" descr="ي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" descr="ب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بُ" descr="بُ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بِ" descr="بِ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ِ" descr="ب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تٍ" descr="تٍ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تٌ" descr="تٌ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تًا" descr="تًا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ثَا" descr="ثَا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ثِي" descr="ثِي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ثُو" descr="ثُو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ثَا" descr="ث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قَنۡ" descr="قَن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قَنۡ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قَنِ" descr="قَنِ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قَنِ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قَنَ" descr="قَن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قَنَ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قَنۡ" descr="ق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قَنۡ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يَّ" descr="يّ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يَ" descr="ي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يِّ" descr="يِّ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يَّ" descr="ي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enalty Kick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Penalty Kick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in the goa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in the goal.</a:t>
            </a:r>
          </a:p>
        </p:txBody>
      </p:sp>
      <p:sp>
        <p:nvSpPr>
          <p:cNvPr id="7" name="Line 3" descr="3.  Score 5 goal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Score 5 goals!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ِي" descr="نِي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9" name="Answer 2 نُو" descr="نُو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0" name="Answer 3 نَا" descr="نَا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ِي" descr="ن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تَيِ" descr="تَي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تَيِ</a:t>
            </a:r>
          </a:p>
        </p:txBody>
      </p:sp>
      <p:sp>
        <p:nvSpPr>
          <p:cNvPr id="9" name="Answer 2 تَيَ" descr="تَي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تَيَ</a:t>
            </a:r>
          </a:p>
        </p:txBody>
      </p:sp>
      <p:sp>
        <p:nvSpPr>
          <p:cNvPr id="10" name="Answer 3 تَيۡ" descr="تَي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تَيۡ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تَيۡ" descr="ت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تَيۡ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ِّ" descr="جّ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9" name="Answer 2 جَ" descr="ج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nswer 3 جَّ" descr="جّ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َّ" descr="ج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تَنۡوِينٌ" descr="تَنۡوِين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9" name="Answer 2 مَدٌّ" descr="مَدٌّ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Answer 3 ضَمَّةٌ" descr="ضَم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حُ" descr="ح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الرَّجُلُ" descr="الرَّجُل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sp>
        <p:nvSpPr>
          <p:cNvPr id="9" name="Answer 2 الۡوَلَدُ" descr="الۡوَلَد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الۡوَلَدُ</a:t>
            </a:r>
          </a:p>
        </p:txBody>
      </p:sp>
      <p:sp>
        <p:nvSpPr>
          <p:cNvPr id="10" name="Answer 3 السَّمَكُ" descr="السَّمَكُ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ِي" descr="نِي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9" name="Answer 2 نُو" descr="نُو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0" name="Answer 3 نَا" descr="نَا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ِي" descr="ن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تَيِ" descr="تَي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تَيِ</a:t>
            </a:r>
          </a:p>
        </p:txBody>
      </p:sp>
      <p:sp>
        <p:nvSpPr>
          <p:cNvPr id="9" name="Answer 2 تَيَ" descr="تَي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تَيَ</a:t>
            </a:r>
          </a:p>
        </p:txBody>
      </p:sp>
      <p:sp>
        <p:nvSpPr>
          <p:cNvPr id="10" name="Answer 3 تَيۡ" descr="تَي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تَيۡ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تَيۡ" descr="ت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تَيۡ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ِّ" descr="جّ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9" name="Answer 2 جَ" descr="ج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nswer 3 جَّ" descr="جّ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َّ" descr="ج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تَنۡوِينٌ" descr="تَنۡوِين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9" name="Answer 2 مَدٌّ" descr="مَدٌّ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Answer 3 ضَمَّةٌ" descr="ضَم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حُ" descr="ح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الرَّجُلُ" descr="الرَّجُل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sp>
        <p:nvSpPr>
          <p:cNvPr id="9" name="Answer 2 الۡوَلَدُ" descr="الۡوَلَد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الۡوَلَدُ</a:t>
            </a:r>
          </a:p>
        </p:txBody>
      </p:sp>
      <p:sp>
        <p:nvSpPr>
          <p:cNvPr id="10" name="Answer 3 السَّمَكُ" descr="السَّمَكُ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ild a Robot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Build a Robot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part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part!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22" y="2095500"/>
            <a:ext cx="125015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حَّ" descr="ح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0" name="Answer 2 حِّ" descr="ح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1" name="Answer 3 حِ" descr="ح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ِّ" descr="ح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2 فَتۡحَةٌ" descr="فَتۡح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خُو" descr="خ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الزَّهۡرُ" descr="الزَّه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الزَّهۡرُ</a:t>
            </a:r>
          </a:p>
        </p:txBody>
      </p:sp>
      <p:sp>
        <p:nvSpPr>
          <p:cNvPr id="10" name="Answer 2 الصَّبۡرُ" descr="الصَّبۡ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11" name="Answer 3 الۡعِلۡمُ" descr="ا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0" name="Answer 2 إِنُّ" descr="إِنُ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sp>
        <p:nvSpPr>
          <p:cNvPr id="11" name="Answer 3 إِنَ" descr="إِن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رِ" descr="ر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حَّ" descr="ح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0" name="Answer 2 حِّ" descr="ح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1" name="Answer 3 حِ" descr="ح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ِّ" descr="ح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2 فَتۡحَةٌ" descr="فَتۡح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خُو" descr="خ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الزَّهۡرُ" descr="الزَّه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الزَّهۡرُ</a:t>
            </a:r>
          </a:p>
        </p:txBody>
      </p:sp>
      <p:sp>
        <p:nvSpPr>
          <p:cNvPr id="10" name="Answer 2 الصَّبۡرُ" descr="الصَّبۡ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11" name="Answer 3 الۡعِلۡمُ" descr="ا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0" name="Answer 2 إِنُّ" descr="إِنُ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إِنُّ</a:t>
            </a:r>
          </a:p>
        </p:txBody>
      </p:sp>
      <p:sp>
        <p:nvSpPr>
          <p:cNvPr id="11" name="Answer 3 إِنَ" descr="إِن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إِنَّ" descr="إِن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رِ" descr="ر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Ice-Cream T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Ice-Cream Tower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scoop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scoop!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062" y="2095500"/>
            <a:ext cx="90487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السَّمَكُ" descr="السَّمَك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Answer 2 الۡعِلۡمُ" descr="الۡعِلۡم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1" name="Answer 3 التِّينُ" descr="التِّين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ُعَلِمٌ" descr="مُعَلِ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مُعَلِمٌ</a:t>
            </a:r>
          </a:p>
        </p:txBody>
      </p:sp>
      <p:sp>
        <p:nvSpPr>
          <p:cNvPr id="10" name="Answer 2 مُعَلِّمٌ" descr="مُعَلِّ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1" name="Answer 3 مُعُلِّمٌ" descr="مُعُلِّ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مُعُلِّمٌ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ُعَلِّمٌ" descr="مُعَلِّ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0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كَسۡرَةٌ" descr="كَسۡر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سُ" descr="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0" name="Answer 2 سِ" descr="س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1" name="Answer 3 سَ" descr="س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ِ" descr="س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ٌ" descr="ش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0" name="Answer 2 شٍ" descr="ش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ًا" descr="ش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السَّمَكُ" descr="السَّمَك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Answer 2 الۡعِلۡمُ" descr="الۡعِلۡم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1" name="Answer 3 التِّينُ" descr="التِّين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ُعَلِمٌ" descr="مُعَلِ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مُعَلِمٌ</a:t>
            </a:r>
          </a:p>
        </p:txBody>
      </p:sp>
      <p:sp>
        <p:nvSpPr>
          <p:cNvPr id="10" name="Answer 2 مُعَلِّمٌ" descr="مُعَلِّ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1" name="Answer 3 مُعُلِّمٌ" descr="مُعُلِّم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مُعُلِّمٌ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ُعَلِّمٌ" descr="مُعَلِّ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0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كَسۡرَةٌ" descr="كَسۡر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سُ" descr="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0" name="Answer 2 سِ" descr="س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1" name="Answer 3 سَ" descr="س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ِ" descr="س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ٌ" descr="ش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0" name="Answer 2 شٍ" descr="ش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ًا" descr="ش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Rocket Launc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Rocket Launch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to add fue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to add fuel.</a:t>
            </a:r>
          </a:p>
        </p:txBody>
      </p:sp>
      <p:sp>
        <p:nvSpPr>
          <p:cNvPr id="7" name="Line 3" descr="3.  Full tank? 3, 2, 1... go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Full tank? 3, 2, 1... go!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232" y="2095500"/>
            <a:ext cx="102053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ضَمَّةٌ" descr="ضَم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7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8" name="Answer 3 فَتۡحَةٌ" descr="فَتۡح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سَّ" descr="س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َ" descr="ش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Answer 2 شُ" descr="ش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9" name="Answer 3 شِ" descr="ش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صٍ" descr="ص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8" name="Answer 2 صًا" descr="ص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9" name="Answer 3 صٌ" descr="ص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صًا" descr="ص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ضِي" descr="ض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2 ضَا" descr="ض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9" name="Answer 3 ضُو" descr="ض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َا" descr="ض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ِطَ" descr="شِ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شِطَ</a:t>
            </a:r>
          </a:p>
        </p:txBody>
      </p:sp>
      <p:sp>
        <p:nvSpPr>
          <p:cNvPr id="8" name="Answer 2 شِطِ" descr="شِط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شِطِ</a:t>
            </a:r>
          </a:p>
        </p:txBody>
      </p:sp>
      <p:sp>
        <p:nvSpPr>
          <p:cNvPr id="9" name="Answer 3 شِطۡ" descr="شِط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شِطۡ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ِطۡ" descr="شِ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شِطۡ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ضَمَّةٌ" descr="ضَم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7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8" name="Answer 3 فَتۡحَةٌ" descr="فَتۡح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سَّ" descr="س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َ" descr="ش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Answer 2 شُ" descr="ش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9" name="Answer 3 شِ" descr="ش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صٍ" descr="ص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8" name="Answer 2 صًا" descr="ص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9" name="Answer 3 صٌ" descr="ص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صًا" descr="ص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ضِي" descr="ض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2 ضَا" descr="ض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9" name="Answer 3 ضُو" descr="ض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َا" descr="ض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ِطَ" descr="شِ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شِطَ</a:t>
            </a:r>
          </a:p>
        </p:txBody>
      </p:sp>
      <p:sp>
        <p:nvSpPr>
          <p:cNvPr id="8" name="Answer 2 شِطِ" descr="شِط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شِطِ</a:t>
            </a:r>
          </a:p>
        </p:txBody>
      </p:sp>
      <p:sp>
        <p:nvSpPr>
          <p:cNvPr id="9" name="Answer 3 شِطۡ" descr="شِط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شِطۡ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ِطۡ" descr="شِ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شِطۡ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stle Doo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Castle Doors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Open the right do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Open the right door.</a:t>
            </a:r>
          </a:p>
        </p:txBody>
      </p:sp>
      <p:sp>
        <p:nvSpPr>
          <p:cNvPr id="7" name="Line 3" descr="3.  Find the treasur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Find the treasure!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2095500"/>
            <a:ext cx="12192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ًا" descr="ضً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ضٌ" descr="ض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ٍ" descr="ضٍ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طِي" descr="طِي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طُو" descr="طُو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طَا" descr="طَا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طَا" descr="ط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ِظَ" descr="فِظ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فِظَ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ِظِ" descr="فِظِ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فِظِ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ِظۡ" descr="فِظ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فِظۡ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فِظۡ" descr="فِ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فِظۡ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عَّ" descr="عّ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عُّ" descr="عّ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عُ" descr="عُ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َتۡحَةٌ" descr="فَتۡحَ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مَّةٌ" descr="ضَمَّة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ًا" descr="ضً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ضٌ" descr="ض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ٍ" descr="ضٍ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طِي" descr="طِي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طُو" descr="طُو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طَا" descr="طَا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َا" descr="ط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ِظَ" descr="فِظ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فِظَ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ِظِ" descr="فِظِ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فِظِ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ِظۡ" descr="فِظ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فِظۡ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فِظۡ" descr="فِ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فِظۡ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عَّ" descr="عّ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عُّ" descr="عّ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عُ" descr="عُ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َتۡحَةٌ" descr="فَتۡحَ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مَّةٌ" descr="ضَمَّة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Pictur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Mystery Picture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A piece of the picture ope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A piece of the picture opens!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62188"/>
            <a:ext cx="2095500" cy="1571625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سَعۡ" descr="سَع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سَعۡ</a:t>
            </a:r>
          </a:p>
        </p:txBody>
      </p:sp>
      <p:sp>
        <p:nvSpPr>
          <p:cNvPr id="11" name="Answer 2 سَعَ" descr="سَع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سَعَ</a:t>
            </a:r>
          </a:p>
        </p:txBody>
      </p:sp>
      <p:sp>
        <p:nvSpPr>
          <p:cNvPr id="12" name="Answer 3 سَعِ" descr="سَع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سَعِ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عۡ" descr="سَ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سَعۡ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غَ" descr="غ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0" name="Answer 2 غِّ" descr="غ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1" name="Answer 3 غَّ" descr="غ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9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3 كَسۡرَةٌ" descr="كَسۡر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أَفۡ" descr="أَ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أَفۡ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السَّمَكُ" descr="السَّمَك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8" name="Answer 2 الۡكِتَابُ" descr="الۡكِت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9" name="Answer 3 النَّجۡمُ" descr="النَّجۡم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شَدَ" descr="شَد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7" name="Answer 2 شُدَّ" descr="شُدَّ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sp>
        <p:nvSpPr>
          <p:cNvPr id="8" name="Answer 3 شَدَّ" descr="شَدَ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ضَمَّةٌ" descr="ضَم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6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7" name="Answer 3 شَدَّةٌ" descr="شَد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0" name="Find لُ" descr="ل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lion!" descr="It's a li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It's a lion!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سَعۡ" descr="سَع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سَعۡ</a:t>
            </a:r>
          </a:p>
        </p:txBody>
      </p:sp>
      <p:sp>
        <p:nvSpPr>
          <p:cNvPr id="11" name="Answer 2 سَعَ" descr="سَع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سَعَ</a:t>
            </a:r>
          </a:p>
        </p:txBody>
      </p:sp>
      <p:sp>
        <p:nvSpPr>
          <p:cNvPr id="12" name="Answer 3 سَعِ" descr="سَع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سَعِ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َعۡ" descr="سَ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سَعۡ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غَ" descr="غ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0" name="Answer 2 غِّ" descr="غ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1" name="Answer 3 غَّ" descr="غ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9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3 كَسۡرَةٌ" descr="كَسۡر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أَفۡ" descr="أَ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أَفۡ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السَّمَكُ" descr="السَّمَك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8" name="Answer 2 الۡكِتَابُ" descr="الۡكِت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9" name="Answer 3 النَّجۡمُ" descr="النَّجۡم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شَدَ" descr="شَد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7" name="Answer 2 شُدَّ" descr="شُدَّ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sp>
        <p:nvSpPr>
          <p:cNvPr id="8" name="Answer 3 شَدَّ" descr="شَدَ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ضَمَّةٌ" descr="ضَم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6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7" name="Answer 3 شَدَّةٌ" descr="شَد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لُ" descr="ل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فَتۡحَةٌ" descr="فَتۡحَةٌ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تَنۡوِينٌ" descr="تَنۡوِينٌ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كَسۡرَةٌ" descr="كَسۡرَةٌ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قٌ" descr="ق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الشَّمۡسُ" descr="الشَّمۡسُ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الۡفِيلُ" descr="الۡفِيلُ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الۡفِيلُ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السَّمَكُ" descr="السَّمَكُ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مُدُرِّسٌ" descr="مُدُرِّس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مُدُرِّسٌ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مُدَرِسٌ" descr="مُدَرِسٌ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مُدَرِسٌ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مُدَرِّسٌ" descr="مُدَرِّسٌ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ُدَرِّسٌ" descr="مُدَرِّ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شَدَّةٌ" descr="شَدَّة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كَسۡرَةٌ" descr="كَسۡرَةٌ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ضَمَّةٌ" descr="ضَمَّةٌ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مُ" descr="م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هِ" descr="هِ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هَ" descr="ه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هُ" descr="هُ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ِ" descr="ه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فَتۡحَةٌ" descr="فَتۡحَةٌ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تَنۡوِينٌ" descr="تَنۡوِينٌ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كَسۡرَةٌ" descr="كَسۡرَةٌ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قٌ" descr="ق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الشَّمۡسُ" descr="الشَّمۡسُ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الۡفِيلُ" descr="الۡفِيلُ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الۡفِيلُ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السَّمَكُ" descr="السَّمَكُ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مُدُرِّسٌ" descr="مُدُرِّس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مُدُرِّسٌ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مُدَرِسٌ" descr="مُدَرِسٌ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مُدَرِسٌ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مُدَرِّسٌ" descr="مُدَرِّسٌ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ُدَرِّسٌ" descr="مُدَرِّ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مُدَرِّسٌ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شَدَّةٌ" descr="شَدَّة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كَسۡرَةٌ" descr="كَسۡرَةٌ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ضَمَّةٌ" descr="ضَمَّةٌ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مُ" descr="م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هِ" descr="هِ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هَ" descr="ه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هُ" descr="هُ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هِ" descr="ه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سُلَّمَ" descr="سُلَّم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9" name="Answer 2 سَلَمَ" descr="سَلَم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0" name="Answer 3 سَلَّمَ" descr="سَلَّم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َسۡرَةٌ" descr="كَسۡرَة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9" name="Answer 2 فَتۡحَةٌ" descr="فَتۡحَ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0" name="Answer 3 شَدَّةٌ" descr="شَد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هَّ" descr="ه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وِ" descr="و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9" name="Answer 2 وَ" descr="و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Answer 3 وُ" descr="و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ُ" descr="و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بٌ" descr="ب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9" name="Answer 2 بٍ" descr="بٍ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Answer 3 بًا" descr="بًا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تِي" descr="تِي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9" name="Answer 2 تُو" descr="تُو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0" name="Answer 3 تَا" descr="تَا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تُو" descr="ت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سُلَّمَ" descr="سُلَّم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9" name="Answer 2 سَلَمَ" descr="سَلَم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0" name="Answer 3 سَلَّمَ" descr="سَلَّم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َسۡرَةٌ" descr="كَسۡرَة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9" name="Answer 2 فَتۡحَةٌ" descr="فَتۡحَ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0" name="Answer 3 شَدَّةٌ" descr="شَد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هَّ" descr="ه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وِ" descr="و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9" name="Answer 2 وَ" descr="و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Answer 3 وُ" descr="و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ُ" descr="و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بٌ" descr="ب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9" name="Answer 2 بٍ" descr="بٍ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Answer 3 بًا" descr="بًا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تِي" descr="تِي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9" name="Answer 2 تُو" descr="تُو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0" name="Answer 3 تَا" descr="تَا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تُو" descr="ت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ُ" descr="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Answer 2 بِ" descr="ب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Answer 3 بَ" descr="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" descr="ب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ٍ" descr="ت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0" name="Answer 2 تًا" descr="ت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1" name="Answer 3 تٌ" descr="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ثُو" descr="ث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Answer 2 ثَا" descr="ث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1" name="Answer 3 ثِي" descr="ث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ُو" descr="ث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زُنۡ" descr="زُ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زُنۡ</a:t>
            </a:r>
          </a:p>
        </p:txBody>
      </p:sp>
      <p:sp>
        <p:nvSpPr>
          <p:cNvPr id="10" name="Answer 2 زُنَ" descr="زُ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زُنَ</a:t>
            </a:r>
          </a:p>
        </p:txBody>
      </p:sp>
      <p:sp>
        <p:nvSpPr>
          <p:cNvPr id="11" name="Answer 3 زُنِ" descr="زُن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زُنۡ" descr="زُ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زُنۡ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يَّ" descr="ي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0" name="Answer 2 يِّ" descr="ي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1" name="Answer 3 يِ" descr="ي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ِّ" descr="ي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ُ" descr="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Answer 2 بِ" descr="ب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Answer 3 بَ" descr="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" descr="ب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ٍ" descr="ت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0" name="Answer 2 تًا" descr="ت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1" name="Answer 3 تٌ" descr="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ثُو" descr="ث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Answer 2 ثَا" descr="ث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1" name="Answer 3 ثِي" descr="ث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ُو" descr="ث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زُنۡ" descr="زُ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زُنۡ</a:t>
            </a:r>
          </a:p>
        </p:txBody>
      </p:sp>
      <p:sp>
        <p:nvSpPr>
          <p:cNvPr id="10" name="Answer 2 زُنَ" descr="زُن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زُنَ</a:t>
            </a:r>
          </a:p>
        </p:txBody>
      </p:sp>
      <p:sp>
        <p:nvSpPr>
          <p:cNvPr id="11" name="Answer 3 زُنِ" descr="زُن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زُنۡ" descr="زُ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زُنۡ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يَّ" descr="ي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0" name="Answer 2 يِّ" descr="ي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1" name="Answer 3 يِ" descr="ي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ِّ" descr="ي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نِي" descr="ن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Answer 2 نُو" descr="ن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1" name="Answer 3 نَا" descr="ن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ذَيِ" descr="ذَي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ذَيِ</a:t>
            </a:r>
          </a:p>
        </p:txBody>
      </p:sp>
      <p:sp>
        <p:nvSpPr>
          <p:cNvPr id="10" name="Answer 2 ذَيَ" descr="ذَي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ذَيَ</a:t>
            </a:r>
          </a:p>
        </p:txBody>
      </p:sp>
      <p:sp>
        <p:nvSpPr>
          <p:cNvPr id="11" name="Answer 3 ذَيۡ" descr="ذَي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ذَيۡ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َيۡ" descr="ذ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ذَيۡ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جُّ" descr="ج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جُّ</a:t>
            </a:r>
          </a:p>
        </p:txBody>
      </p:sp>
      <p:sp>
        <p:nvSpPr>
          <p:cNvPr id="10" name="Answer 2 جُ" descr="ج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Answer 3 جَّ" descr="ج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ُّ" descr="ج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2 ضَمَّةٌ" descr="ضَم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1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حِ" descr="ح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الصَّبۡرُ" descr="الصَّب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10" name="Answer 2 الۡفِيلُ" descr="الۡفِي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الۡفِيلُ</a:t>
            </a:r>
          </a:p>
        </p:txBody>
      </p:sp>
      <p:sp>
        <p:nvSpPr>
          <p:cNvPr id="11" name="Answer 3 الشَّمۡسُ" descr="الشَّمۡس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نِي" descr="ن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Answer 2 نُو" descr="ن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1" name="Answer 3 نَا" descr="نَ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ذَيِ" descr="ذَي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ذَيِ</a:t>
            </a:r>
          </a:p>
        </p:txBody>
      </p:sp>
      <p:sp>
        <p:nvSpPr>
          <p:cNvPr id="10" name="Answer 2 ذَيَ" descr="ذَي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ذَيَ</a:t>
            </a:r>
          </a:p>
        </p:txBody>
      </p:sp>
      <p:sp>
        <p:nvSpPr>
          <p:cNvPr id="11" name="Answer 3 ذَيۡ" descr="ذَي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ذَيۡ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َيۡ" descr="ذ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ذَيۡ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جُّ" descr="ج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جُّ</a:t>
            </a:r>
          </a:p>
        </p:txBody>
      </p:sp>
      <p:sp>
        <p:nvSpPr>
          <p:cNvPr id="10" name="Answer 2 جُ" descr="ج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Answer 3 جَّ" descr="ج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ُّ" descr="ج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2 ضَمَّةٌ" descr="ضَم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1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حِ" descr="ح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الصَّبۡرُ" descr="الصَّب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10" name="Answer 2 الۡفِيلُ" descr="الۡفِي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الۡفِيلُ</a:t>
            </a:r>
          </a:p>
        </p:txBody>
      </p:sp>
      <p:sp>
        <p:nvSpPr>
          <p:cNvPr id="11" name="Answer 3 الشَّمۡسُ" descr="الشَّمۡس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حَ" descr="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7" name="Answer 2 حِّ" descr="ح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8" name="Answer 3 حَّ" descr="ح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َّ" descr="ح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8" name="Answer 2 ضَمَّةٌ" descr="ضَم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9" name="Answer 3 فَتۡحَةٌ" descr="فَتۡح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الشَّمۡسُ" descr="الشَّمۡ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8" name="Answer 2 الدَّرۡسُ" descr="الدَّرۡس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الدَّرۡسُ</a:t>
            </a:r>
          </a:p>
        </p:txBody>
      </p:sp>
      <p:sp>
        <p:nvSpPr>
          <p:cNvPr id="9" name="Answer 3 الۡقَمَرُ" descr="ا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َلَمَ" descr="سَلَ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8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9" name="Answer 3 سُلَّمَ" descr="سُلَّ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فَتۡحَةٌ" descr="فَتۡح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8" name="Answer 2 ضَمَّةٌ" descr="ضَم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9" name="Answer 3 كَسۡرَةٌ" descr="كَسۡر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رُ" descr="ر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حَ" descr="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7" name="Answer 2 حِّ" descr="ح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8" name="Answer 3 حَّ" descr="ح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َّ" descr="ح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8" name="Answer 2 ضَمَّةٌ" descr="ضَم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9" name="Answer 3 فَتۡحَةٌ" descr="فَتۡح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الشَّمۡسُ" descr="الشَّمۡ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8" name="Answer 2 الدَّرۡسُ" descr="الدَّرۡس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الدَّرۡسُ</a:t>
            </a:r>
          </a:p>
        </p:txBody>
      </p:sp>
      <p:sp>
        <p:nvSpPr>
          <p:cNvPr id="9" name="Answer 3 الۡقَمَرُ" descr="ا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َلَمَ" descr="سَلَ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8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9" name="Answer 3 سُلَّمَ" descr="سُلَّ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فَتۡحَةٌ" descr="فَتۡح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8" name="Answer 2 ضَمَّةٌ" descr="ضَم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9" name="Answer 3 كَسۡرَةٌ" descr="كَسۡر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رُ" descr="ر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الرَّجُلُ" descr="الرَّجُل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الۡقَمَرُ" descr="الۡقَمَر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السَّمَكُ" descr="السَّمَكُ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ُكَّرٌ" descr="سُكَّر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ُكَرٌ" descr="سُكَر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سُكَرٌ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ُكُّرٌ" descr="سُكُّ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سُكُّرٌ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ُكَّرٌ" descr="سُكَّ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َدٌّ" descr="مَد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َتۡحَةٌ" descr="فَتۡحَ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مَّةٌ" descr="ضَمَّة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زَ" descr="ز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ِ" descr="س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َ" descr="س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ُ" descr="س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ُ" descr="س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ٌ" descr="ش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ٍ" descr="شٍ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ًا" descr="شًا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الرَّجُلُ" descr="الرَّجُل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الۡقَمَرُ" descr="الۡقَمَر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السَّمَكُ" descr="السَّمَكُ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ُكَّرٌ" descr="سُكَّر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سُكَّرٌ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ُكَرٌ" descr="سُكَر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سُكَرٌ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ُكُّرٌ" descr="سُكُّ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سُكُّرٌ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ُكَّرٌ" descr="سُكَّ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سُكَّرٌ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َدٌّ" descr="مَد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َتۡحَةٌ" descr="فَتۡحَ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مَّةٌ" descr="ضَمَّة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زَ" descr="ز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ِ" descr="س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َ" descr="س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سُ" descr="س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ُ" descr="س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ٌ" descr="ش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ٍ" descr="شٍ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ًا" descr="شًا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Answer 2 مَدٌّ" descr="مَدٌ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Answer 3 فَتۡحَةٌ" descr="فَتۡح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سِ" descr="س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شِ" descr="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Answer 2 شَ" descr="ش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ُ" descr="ش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ِ" descr="ش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صٍ" descr="ص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9" name="Answer 2 صًا" descr="ص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0" name="Answer 3 صٌ" descr="ص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ضِي" descr="ض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2 ضَا" descr="ض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9" name="Answer 3 ضُو" descr="ض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ُو" descr="ض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شُطِ" descr="شُط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شُطِ</a:t>
            </a:r>
          </a:p>
        </p:txBody>
      </p:sp>
      <p:sp>
        <p:nvSpPr>
          <p:cNvPr id="7" name="Answer 2 شُطۡ" descr="شُط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شُطۡ</a:t>
            </a:r>
          </a:p>
        </p:txBody>
      </p:sp>
      <p:sp>
        <p:nvSpPr>
          <p:cNvPr id="8" name="Answer 3 شُطَ" descr="شُط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شُطَ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شُطۡ" descr="شُ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شُطۡ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ظَ" descr="ظ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Answer 2 ظَّ" descr="ظ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7" name="Answer 3 ظِّ" descr="ظّ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ظَّ" descr="ظ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whale!" descr="It's a whale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It's a whale!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Answer 2 مَدٌّ" descr="مَدٌّ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Answer 3 فَتۡحَةٌ" descr="فَتۡح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سِ" descr="س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شِ" descr="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Answer 2 شَ" descr="ش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ُ" descr="ش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ِ" descr="ش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صٍ" descr="ص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9" name="Answer 2 صًا" descr="ص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0" name="Answer 3 صٌ" descr="ص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ضِي" descr="ض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2 ضَا" descr="ض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9" name="Answer 3 ضُو" descr="ض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ُو" descr="ض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شُطِ" descr="شُط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شُطِ</a:t>
            </a:r>
          </a:p>
        </p:txBody>
      </p:sp>
      <p:sp>
        <p:nvSpPr>
          <p:cNvPr id="7" name="Answer 2 شُطۡ" descr="شُط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شُطۡ</a:t>
            </a:r>
          </a:p>
        </p:txBody>
      </p:sp>
      <p:sp>
        <p:nvSpPr>
          <p:cNvPr id="8" name="Answer 3 شُطَ" descr="شُط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شُطَ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ُطۡ" descr="شُ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شُطۡ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ظَ" descr="ظ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Answer 2 ظَّ" descr="ظ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7" name="Answer 3 ظِّ" descr="ظّ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ظِّ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ظَّ" descr="ظ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ظَّ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ضًا" descr="ضًا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ضٍ" descr="ضٍ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ضٌ" descr="ضٌ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طِي" descr="طِي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طُو" descr="طُو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طَا" descr="طَا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َا" descr="ط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قُظۡ" descr="قُظۡ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قُظۡ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قُظَ" descr="قُظ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قُظَ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قُظِ" descr="قُظِ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قُظِ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ُظۡ" descr="قُ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قُظۡ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عُ" descr="عُ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عَّ" descr="عَّ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عُّ" descr="عُّ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َدَّةٌ" descr="شَدَّةٌ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ضَمَّةٌ" descr="ضَمَّةٌ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مَدٌّ" descr="مَدٌّ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غُ" descr="غ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ضًا" descr="ضًا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ضٍ" descr="ضٍ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ضٌ" descr="ضٌ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طِي" descr="طِي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طُو" descr="طُو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طَا" descr="طَا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َا" descr="ط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قُظۡ" descr="قُظۡ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قُظۡ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قُظَ" descr="قُظ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قُظَ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قُظِ" descr="قُظِ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قُظِ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ُظۡ" descr="قُ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قُظۡ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عُ" descr="عُ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عَّ" descr="عَّ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عُّ" descr="عُّ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ُّ" descr="ع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َدَّةٌ" descr="شَدَّةٌ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ضَمَّةٌ" descr="ضَمَّةٌ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مَدٌّ" descr="مَدٌّ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8" name="Find غُ" descr="غ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طُعِ" descr="طُع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طُعِ</a:t>
            </a:r>
          </a:p>
        </p:txBody>
      </p:sp>
      <p:sp>
        <p:nvSpPr>
          <p:cNvPr id="9" name="Answer 2 طُعَ" descr="طُع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طُعَ</a:t>
            </a:r>
          </a:p>
        </p:txBody>
      </p:sp>
      <p:sp>
        <p:nvSpPr>
          <p:cNvPr id="10" name="Answer 3 طُعۡ" descr="طُع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طُعۡ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ُعۡ" descr="طُ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طُعۡ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ُ" descr="غ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9" name="Answer 2 غُّ" descr="غّ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غُّ</a:t>
            </a:r>
          </a:p>
        </p:txBody>
      </p:sp>
      <p:sp>
        <p:nvSpPr>
          <p:cNvPr id="10" name="Answer 3 غَّ" descr="غ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غُّ" descr="غ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دٌّ" descr="مَدٌ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9" name="Answer 2 كَسۡرَةٌ" descr="كَسۡرَ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3 ضَمَّةٌ" descr="ضَم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فُ" descr="ف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الدَّرۡسُ" descr="الدَّرۡس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الدَّرۡسُ</a:t>
            </a:r>
          </a:p>
        </p:txBody>
      </p:sp>
      <p:sp>
        <p:nvSpPr>
          <p:cNvPr id="9" name="Answer 2 الۡقَمَرُ" descr="الۡقَمَر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0" name="Answer 3 التِّينُ" descr="التِّينُ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ُدَّ" descr="شُدَ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sp>
        <p:nvSpPr>
          <p:cNvPr id="9" name="Answer 2 شَدَ" descr="شَد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10" name="Answer 3 شَدَّ" descr="شَد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طُعِ" descr="طُع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طُعِ</a:t>
            </a:r>
          </a:p>
        </p:txBody>
      </p:sp>
      <p:sp>
        <p:nvSpPr>
          <p:cNvPr id="9" name="Answer 2 طُعَ" descr="طُع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طُعَ</a:t>
            </a:r>
          </a:p>
        </p:txBody>
      </p:sp>
      <p:sp>
        <p:nvSpPr>
          <p:cNvPr id="10" name="Answer 3 طُعۡ" descr="طُع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طُعۡ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طُعۡ" descr="طُ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طُعۡ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ُ" descr="غ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9" name="Answer 2 غُّ" descr="غّ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غُّ</a:t>
            </a:r>
          </a:p>
        </p:txBody>
      </p:sp>
      <p:sp>
        <p:nvSpPr>
          <p:cNvPr id="10" name="Answer 3 غَّ" descr="غّ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غُّ" descr="غ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دٌّ" descr="مَدٌ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9" name="Answer 2 كَسۡرَةٌ" descr="كَسۡرَ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3 ضَمَّةٌ" descr="ضَم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فُ" descr="ف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الدَّرۡسُ" descr="الدَّرۡس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الدَّرۡسُ</a:t>
            </a:r>
          </a:p>
        </p:txBody>
      </p:sp>
      <p:sp>
        <p:nvSpPr>
          <p:cNvPr id="9" name="Answer 2 الۡقَمَرُ" descr="الۡقَمَر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0" name="Answer 3 التِّينُ" descr="التِّينُ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ُدَّ" descr="شُدَ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شُدَّ</a:t>
            </a:r>
          </a:p>
        </p:txBody>
      </p:sp>
      <p:sp>
        <p:nvSpPr>
          <p:cNvPr id="9" name="Answer 2 شَدَ" descr="شَد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10" name="Answer 3 شَدَّ" descr="شَدَّ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دَّ" descr="شَد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شَدَّ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2 ضَمَّةٌ" descr="ضَم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1" name="Answer 3 فَتۡحَةٌ" descr="فَتۡح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الۡعِلۡمُ" descr="ا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0" name="Answer 2 الدَّرۡسُ" descr="الدَّرۡس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الدَّرۡسُ</a:t>
            </a:r>
          </a:p>
        </p:txBody>
      </p:sp>
      <p:sp>
        <p:nvSpPr>
          <p:cNvPr id="11" name="Answer 3 التِّينُ" descr="التِّين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َطَةٌ" descr="بَط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بَطَةٌ</a:t>
            </a:r>
          </a:p>
        </p:txBody>
      </p:sp>
      <p:sp>
        <p:nvSpPr>
          <p:cNvPr id="10" name="Answer 2 بُطَّةٌ" descr="بُط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بُطَّةٌ</a:t>
            </a:r>
          </a:p>
        </p:txBody>
      </p:sp>
      <p:sp>
        <p:nvSpPr>
          <p:cNvPr id="11" name="Answer 3 بَطَّةٌ" descr="بَط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طَّةٌ" descr="بَ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0" name="Answer 2 فَتۡحَةٌ" descr="فَتۡح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هِ" descr="ه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0" name="Answer 2 هُ" descr="ه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Answer 3 هَ" descr="ه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ِ" descr="ه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0" name="Answer 2 ضَمَّةٌ" descr="ضَم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1" name="Answer 3 فَتۡحَةٌ" descr="فَتۡح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الۡعِلۡمُ" descr="ا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0" name="Answer 2 الدَّرۡسُ" descr="الدَّرۡس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الدَّرۡسُ</a:t>
            </a:r>
          </a:p>
        </p:txBody>
      </p:sp>
      <p:sp>
        <p:nvSpPr>
          <p:cNvPr id="11" name="Answer 3 التِّينُ" descr="التِّين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َطَةٌ" descr="بَط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بَطَةٌ</a:t>
            </a:r>
          </a:p>
        </p:txBody>
      </p:sp>
      <p:sp>
        <p:nvSpPr>
          <p:cNvPr id="10" name="Answer 2 بُطَّةٌ" descr="بُط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بُطَّةٌ</a:t>
            </a:r>
          </a:p>
        </p:txBody>
      </p:sp>
      <p:sp>
        <p:nvSpPr>
          <p:cNvPr id="11" name="Answer 3 بَطَّةٌ" descr="بَط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طَّةٌ" descr="بَط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0" name="Answer 2 فَتۡحَةٌ" descr="فَتۡح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هِ" descr="ه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0" name="Answer 2 هُ" descr="ه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Answer 3 هَ" descr="ه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ِ" descr="ه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ُفُّاحٌ" descr="تُفُّاح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0" name="Answer 2 تُفَاحٌ" descr="تُفَاح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sp>
        <p:nvSpPr>
          <p:cNvPr id="11" name="Answer 3 تُفَّاحٌ" descr="تُفَّاح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فَتۡحَةٌ" descr="فَتۡح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0" name="Answer 2 شَدَّةٌ" descr="شَد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وُ" descr="و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0" name="Answer 2 وَ" descr="و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1" name="Answer 3 وِ" descr="و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وِ" descr="و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ٍ" descr="ب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Answer 2 بًا" descr="ب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Answer 3 بٌ" descr="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َا" descr="ت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0" name="Answer 2 تِي" descr="ت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Answer 3 تُو" descr="ت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ِي" descr="ت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ُفُّاحٌ" descr="تُفُّاح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0" name="Answer 2 تُفَاحٌ" descr="تُفَاح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sp>
        <p:nvSpPr>
          <p:cNvPr id="11" name="Answer 3 تُفَّاحٌ" descr="تُفَّاح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فَتۡحَةٌ" descr="فَتۡح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0" name="Answer 2 شَدَّةٌ" descr="شَد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وُ" descr="و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0" name="Answer 2 وَ" descr="و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1" name="Answer 3 وِ" descr="و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ِ" descr="و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بٍ" descr="ب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Answer 2 بًا" descr="ب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Answer 3 بٌ" descr="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َا" descr="ت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0" name="Answer 2 تِي" descr="ت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Answer 3 تُو" descr="تُو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ِي" descr="ت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بَ" descr="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7" name="Answer 2 بِ" descr="ب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8" name="Answer 3 بُ" descr="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بُ" descr="ب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ٍ" descr="ت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8" name="Answer 2 تًا" descr="ت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9" name="Answer 3 تٌ" descr="ت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َا" descr="ث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8" name="Answer 2 ثُو" descr="ث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9" name="Answer 3 ثِي" descr="ث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ثَا" descr="ث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ِنِ" descr="تِ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تِنِ</a:t>
            </a:r>
          </a:p>
        </p:txBody>
      </p:sp>
      <p:sp>
        <p:nvSpPr>
          <p:cNvPr id="8" name="Answer 2 تِنۡ" descr="تِ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تِنۡ</a:t>
            </a:r>
          </a:p>
        </p:txBody>
      </p:sp>
      <p:sp>
        <p:nvSpPr>
          <p:cNvPr id="9" name="Answer 3 تِنَ" descr="تِ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تِنَ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تِنۡ" descr="تِ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تِنۡ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يُّ" descr="ي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8" name="Answer 2 يُ" descr="ي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9" name="Answer 3 يَّ" descr="ي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يُّ" descr="ي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بَ" descr="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7" name="Answer 2 بِ" descr="ب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8" name="Answer 3 بُ" descr="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بُ" descr="ب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ٍ" descr="ت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8" name="Answer 2 تًا" descr="ت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9" name="Answer 3 تٌ" descr="ت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َا" descr="ث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8" name="Answer 2 ثُو" descr="ث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9" name="Answer 3 ثِي" descr="ث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َا" descr="ث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ِنِ" descr="تِ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تِنِ</a:t>
            </a:r>
          </a:p>
        </p:txBody>
      </p:sp>
      <p:sp>
        <p:nvSpPr>
          <p:cNvPr id="8" name="Answer 2 تِنۡ" descr="تِ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تِنۡ</a:t>
            </a:r>
          </a:p>
        </p:txBody>
      </p:sp>
      <p:sp>
        <p:nvSpPr>
          <p:cNvPr id="9" name="Answer 3 تِنَ" descr="تِن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تِنَ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تِنۡ" descr="تِ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تِنۡ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يُّ" descr="يّ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8" name="Answer 2 يُ" descr="ي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9" name="Answer 3 يَّ" descr="ي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ُّ" descr="يّ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g of Wa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Tug of War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Pull the flag 3 steps to win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Pull the flag 3 steps to win!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2" y="2095500"/>
            <a:ext cx="166687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ِنۡ" descr="مِن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الۡعِلۡمُ" descr="الۡعِلۡ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دَّ" descr="ر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Blue team wins!" descr="Blue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الۡعِلۡمُ" descr="الۡعِلۡ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دَّ" descr="ر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جَمَلٌ" descr="جَمَل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دَّ" descr="رَد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رَدَّ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جَمَلٌ" descr="جَمَل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كَتَبَ" descr="كَتَب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ئۡبٌ" descr="ذِئ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Red team wins!" descr="Red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كَتَبَ" descr="كَتَب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ئۡبٌ" descr="ذِئ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شُكۡرٌ" descr="شُكۡ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5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ئۡبٌ" descr="ذِئ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شُكۡرٌ" descr="شُكۡ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5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طَّةٌ" descr="بَطَّة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بَطَّةٌ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نَا" descr="نَ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نِي" descr="نِي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نُو" descr="نُو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َيِ" descr="شَي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شَيِ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يَ" descr="شَي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شَيَ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َيۡ" descr="شَي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شَيۡ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يۡ" descr="ش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شَيۡ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جِّ" descr="جّ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جِّ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جَّ" descr="ج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جِ" descr="ج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ِّ" descr="ج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سۡرَةٌ" descr="كَسۡرَة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ُكُونٌ" descr="سُكُون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َنۡوِينٌ" descr="تَنۡوِين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صَحۡ" descr="ص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صَحۡ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الۡعِلۡمُ" descr="الۡعِلۡم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النَّجۡمُ" descr="النَّجۡم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التِّينُ" descr="التِّين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نَا" descr="نَ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نِي" descr="نِي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نُو" descr="نُو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نُو" descr="ن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َيِ" descr="شَي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شَيِ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يَ" descr="شَي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شَيَ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َيۡ" descr="شَي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شَيۡ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يۡ" descr="ش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شَيۡ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جِّ" descr="جّ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جِّ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جَّ" descr="جّ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جِ" descr="ج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ِّ" descr="ج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سۡرَةٌ" descr="كَسۡرَة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ُكُونٌ" descr="سُكُون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َنۡوِينٌ" descr="تَنۡوِين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صَحۡ" descr="ص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صَحۡ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الۡعِلۡمُ" descr="الۡعِلۡم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النَّجۡمُ" descr="النَّجۡم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التِّينُ" descr="التِّينُ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حِ" descr="ح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1" name="Answer 2 حَّ" descr="ح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2" name="Answer 3 حِّ" descr="ح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ِّ" descr="ح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2 فَتۡحَةٌ" descr="فَتۡح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غَخۡ" descr="غَ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غَخۡ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الصَّبۡرُ" descr="الصَّب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9" name="Answer 2 السَّمَكُ" descr="السَّمَك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Answer 3 الۡقَمَرُ" descr="ا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سُلَّمَ" descr="سُ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8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9" name="Answer 3 سَلَمَ" descr="سَلَ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7" name="Answer 2 تَنۡوِينٌ" descr="تَنۡوِي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8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رَّ" descr="ر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زَ" descr="ز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Answer 2 زُ" descr="ز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7" name="Answer 3 زِ" descr="ز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A hot-air balloon!" descr="A hot-air ballo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hot-air balloon!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حِ" descr="ح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1" name="Answer 2 حَّ" descr="حّ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2" name="Answer 3 حِّ" descr="ح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ِّ" descr="ح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2 فَتۡحَةٌ" descr="فَتۡح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غَخۡ" descr="غَ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غَخۡ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الصَّبۡرُ" descr="الصَّب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9" name="Answer 2 السَّمَكُ" descr="السَّمَك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Answer 3 الۡقَمَرُ" descr="الۡقَمَر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سُلَّمَ" descr="سُ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8" name="Answer 2 سَلَّمَ" descr="سَ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9" name="Answer 3 سَلَمَ" descr="سَلَم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7" name="Answer 2 تَنۡوِينٌ" descr="تَنۡوِي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8" name="Answer 3 مَدٌّ" descr="مَدٌّ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رَّ" descr="ر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زَ" descr="ز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Answer 2 زُ" descr="ز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7" name="Answer 3 زِ" descr="ز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الۡكِتَابُ" descr="الۡكِتَابُ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الرَّجُلُ" descr="الرَّجُلُ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التِّينُ" descr="التِّينُ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جَنَّةٌ" descr="جَنَّةٌ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جَنَّةٌ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جَنَةٌ" descr="جَنَةٌ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جَنَةٌ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جُنَّةٌ" descr="جُنَّةٌ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جُنَّةٌ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نَّةٌ" descr="جَن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جَنَّةٌ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تَنۡوِينٌ" descr="تَنۡوِين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سُكُونٌ" descr="سُكُونٌ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ضَمَّةٌ" descr="ضَمَّةٌ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سَ" descr="س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سُ" descr="س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سِ" descr="سِ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َ" descr="س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ٌ" descr="شٌ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ٍ" descr="شٍ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ًا" descr="شًا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الۡكِتَابُ" descr="الۡكِتَابُ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الرَّجُلُ" descr="الرَّجُلُ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التِّينُ" descr="التِّينُ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جَنَّةٌ" descr="جَنَّةٌ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جَنَّةٌ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جَنَةٌ" descr="جَنَةٌ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جَنَةٌ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جُنَّةٌ" descr="جُنَّةٌ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جُنَّةٌ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َنَّةٌ" descr="جَنَّ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جَنَّةٌ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تَنۡوِينٌ" descr="تَنۡوِين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سُكُونٌ" descr="سُكُونٌ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ضَمَّةٌ" descr="ضَمَّةٌ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زٌ" descr="ز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سَ" descr="س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سُ" descr="سُ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سِ" descr="سِ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سَ" descr="س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ٌ" descr="شٌ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ٍ" descr="شٍ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ًا" descr="شًا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شًا" descr="ش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سُكُونٌ" descr="سُكُون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9" name="Answer 2 ضَمَّةٌ" descr="ضَمَّ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Answer 3 فَتۡحَةٌ" descr="فَتۡحَ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سَ" descr="س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ِ" descr="ش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Answer 2 شَ" descr="ش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Answer 3 شُ" descr="ش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ُ" descr="ش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ٌ" descr="ص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9" name="Answer 2 صٍ" descr="صٍ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0" name="Answer 3 صًا" descr="صًا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ضُو" descr="ضُو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9" name="Answer 2 ضِي" descr="ضِي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0" name="Answer 3 ضَا" descr="ضَا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ضِي" descr="ض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سُطِ" descr="سُط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سُطِ</a:t>
            </a:r>
          </a:p>
        </p:txBody>
      </p:sp>
      <p:sp>
        <p:nvSpPr>
          <p:cNvPr id="9" name="Answer 2 سُطۡ" descr="سُط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سُطۡ</a:t>
            </a:r>
          </a:p>
        </p:txBody>
      </p:sp>
      <p:sp>
        <p:nvSpPr>
          <p:cNvPr id="10" name="Answer 3 سُطَ" descr="سُط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سُطَ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ُطۡ" descr="سُ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سُطۡ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سُكُونٌ" descr="سُكُون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9" name="Answer 2 ضَمَّةٌ" descr="ضَمَّ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Answer 3 فَتۡحَةٌ" descr="فَتۡحَ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سَ" descr="س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ِ" descr="ش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9" name="Answer 2 شَ" descr="ش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Answer 3 شُ" descr="ش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ُ" descr="ش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ٌ" descr="ص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9" name="Answer 2 صٍ" descr="صٍ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0" name="Answer 3 صًا" descr="صًا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ضُو" descr="ضُو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9" name="Answer 2 ضِي" descr="ضِي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0" name="Answer 3 ضَا" descr="ضَا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ضِي" descr="ض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سُطِ" descr="سُط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سُطِ</a:t>
            </a:r>
          </a:p>
        </p:txBody>
      </p:sp>
      <p:sp>
        <p:nvSpPr>
          <p:cNvPr id="9" name="Answer 2 سُطۡ" descr="سُط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سُطۡ</a:t>
            </a:r>
          </a:p>
        </p:txBody>
      </p:sp>
      <p:sp>
        <p:nvSpPr>
          <p:cNvPr id="10" name="Answer 3 سُطَ" descr="سُط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سُطَ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ُطۡ" descr="سُ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سُطۡ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ضًا" descr="ض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0" name="Answer 2 ضٍ" descr="ض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1" name="Answer 3 ضٌ" descr="ض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ِي" descr="ط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Answer 2 طُو" descr="ط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1" name="Answer 3 طَا" descr="ط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ِي" descr="ط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غَظِ" descr="غَظ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غَظِ</a:t>
            </a:r>
          </a:p>
        </p:txBody>
      </p:sp>
      <p:sp>
        <p:nvSpPr>
          <p:cNvPr id="10" name="Answer 2 غَظَ" descr="غَظ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غَظَ</a:t>
            </a:r>
          </a:p>
        </p:txBody>
      </p:sp>
      <p:sp>
        <p:nvSpPr>
          <p:cNvPr id="11" name="Answer 3 غَظۡ" descr="غَظ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غَظۡ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َظۡ" descr="غَ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غَظۡ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" descr="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Answer 2 عَّ" descr="ع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1" name="Answer 3 عِّ" descr="عّ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َّ" descr="ع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كَسۡرَةٌ" descr="كَسۡر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ضًا" descr="ض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0" name="Answer 2 ضٍ" descr="ض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1" name="Answer 3 ضٌ" descr="ض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طِي" descr="ط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Answer 2 طُو" descr="ط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1" name="Answer 3 طَا" descr="طَ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ِي" descr="ط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غَظِ" descr="غَظ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غَظِ</a:t>
            </a:r>
          </a:p>
        </p:txBody>
      </p:sp>
      <p:sp>
        <p:nvSpPr>
          <p:cNvPr id="10" name="Answer 2 غَظَ" descr="غَظ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غَظَ</a:t>
            </a:r>
          </a:p>
        </p:txBody>
      </p:sp>
      <p:sp>
        <p:nvSpPr>
          <p:cNvPr id="11" name="Answer 3 غَظۡ" descr="غَظ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غَظۡ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َظۡ" descr="غَ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غَظۡ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" descr="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Answer 2 عَّ" descr="عّ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1" name="Answer 3 عِّ" descr="عّ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َّ" descr="ع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ُكُونٌ" descr="سُكُو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2 شَدَّةٌ" descr="شَدَّ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1" name="Answer 3 كَسۡرَةٌ" descr="كَسۡر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ذَعِ" descr="ذَع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ذَعِ</a:t>
            </a:r>
          </a:p>
        </p:txBody>
      </p:sp>
      <p:sp>
        <p:nvSpPr>
          <p:cNvPr id="10" name="Answer 2 ذَعَ" descr="ذَع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ذَعَ</a:t>
            </a:r>
          </a:p>
        </p:txBody>
      </p:sp>
      <p:sp>
        <p:nvSpPr>
          <p:cNvPr id="11" name="Answer 3 ذَعۡ" descr="ذَع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ذَعۡ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َعۡ" descr="ذَ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ذَعۡ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َّ" descr="غ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Answer 2 غِّ" descr="غ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1" name="Answer 3 غِ" descr="غ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ِّ" descr="غ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0" name="Answer 2 كَسۡرَةٌ" descr="كَسۡر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فٌ" descr="ف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الۡكِتَابُ" descr="الۡكِتَا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0" name="Answer 2 الرَّجُلُ" descr="ا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sp>
        <p:nvSpPr>
          <p:cNvPr id="11" name="Answer 3 الشَّمۡسُ" descr="الشَّم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ُفُّاحٌ" descr="تُفُّاح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0" name="Answer 2 تُفَاحٌ" descr="تُفَاح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sp>
        <p:nvSpPr>
          <p:cNvPr id="11" name="Answer 3 تُفَّاحٌ" descr="تُفَّاح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ذَعِ" descr="ذَع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ذَعِ</a:t>
            </a:r>
          </a:p>
        </p:txBody>
      </p:sp>
      <p:sp>
        <p:nvSpPr>
          <p:cNvPr id="10" name="Answer 2 ذَعَ" descr="ذَع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ذَعَ</a:t>
            </a:r>
          </a:p>
        </p:txBody>
      </p:sp>
      <p:sp>
        <p:nvSpPr>
          <p:cNvPr id="11" name="Answer 3 ذَعۡ" descr="ذَع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ذَعۡ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َعۡ" descr="ذَ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ذَعۡ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َّ" descr="غ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Answer 2 غِّ" descr="غّ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1" name="Answer 3 غِ" descr="غ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ِّ" descr="غ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0" name="Answer 2 كَسۡرَةٌ" descr="كَسۡر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Answer 3 تَنۡوِينٌ" descr="تَنۡوِي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فٌ" descr="ف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الۡكِتَابُ" descr="الۡكِتَا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الۡكِتَابُ</a:t>
            </a:r>
          </a:p>
        </p:txBody>
      </p:sp>
      <p:sp>
        <p:nvSpPr>
          <p:cNvPr id="10" name="Answer 2 الرَّجُلُ" descr="ا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الرَّجُلُ</a:t>
            </a:r>
          </a:p>
        </p:txBody>
      </p:sp>
      <p:sp>
        <p:nvSpPr>
          <p:cNvPr id="11" name="Answer 3 الشَّمۡسُ" descr="الشَّمۡ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تُفُّاحٌ" descr="تُفُّاح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0" name="Answer 2 تُفَاحٌ" descr="تُفَاح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sp>
        <p:nvSpPr>
          <p:cNvPr id="11" name="Answer 3 تُفَّاحٌ" descr="تُفَّاح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7" name="Answer 2 فَتۡحَةٌ" descr="فَتۡح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8" name="Answer 3 سُكُونٌ" descr="سُكُو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شَقۡ" descr="شَ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شَقۡ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الۡعِلۡمُ" descr="ا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8" name="Answer 2 الشَّمۡسُ" descr="الشَّمۡس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9" name="Answer 3 السَّمَكُ" descr="السَّمَك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كَسَّرَ" descr="كَسَّ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8" name="Answer 2 كَسَرَ" descr="كَسَ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كَسَرَ</a:t>
            </a:r>
          </a:p>
        </p:txBody>
      </p:sp>
      <p:sp>
        <p:nvSpPr>
          <p:cNvPr id="9" name="Answer 3 كُسَّرَ" descr="كُسَّر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كُسَّرَ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َسَّرَ" descr="كَسَّر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8" name="Answer 2 ضَمَّةٌ" descr="ضَم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9" name="Answer 3 شَدَّةٌ" descr="شَد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مَّ" descr="م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َ" descr="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Answer 2 هِ" descr="ه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9" name="Answer 3 هُ" descr="ه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ِ" descr="ه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7" name="Answer 2 فَتۡحَةٌ" descr="فَتۡح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8" name="Answer 3 سُكُونٌ" descr="سُكُون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شَقۡ" descr="شَ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شَقۡ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الۡعِلۡمُ" descr="ا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8" name="Answer 2 الشَّمۡسُ" descr="الشَّمۡس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9" name="Answer 3 السَّمَكُ" descr="السَّمَك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كَسَّرَ" descr="كَسَّر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8" name="Answer 2 كَسَرَ" descr="كَسَر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كَسَرَ</a:t>
            </a:r>
          </a:p>
        </p:txBody>
      </p:sp>
      <p:sp>
        <p:nvSpPr>
          <p:cNvPr id="9" name="Answer 3 كُسَّرَ" descr="كُسَّر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كُسَّرَ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كَسَّرَ" descr="كَسَّر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8" name="Answer 2 ضَمَّةٌ" descr="ضَمَّ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9" name="Answer 3 شَدَّةٌ" descr="شَد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مَّ" descr="م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َ" descr="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Answer 2 هِ" descr="ه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9" name="Answer 3 هُ" descr="ه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هِ" descr="ه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ُحَمَدٌ" descr="مُحَمَد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مُحَمَّدٌ" descr="مُحَمَّد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ُحُمَّدٌ" descr="مُحُمَّد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َمَّةٌ" descr="ضَمَّة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دَّةٌ" descr="شَدَّ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َدٌّ" descr="مَدٌّ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هَّ" descr="ه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وِ" descr="و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وُ" descr="و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وَ" descr="و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ِ" descr="و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ًا" descr="بً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ٌ" descr="ب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ٍ" descr="بٍ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َا" descr="تَ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تِي" descr="تِي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ُو" descr="تُو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تِي" descr="ت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ُحَمَدٌ" descr="مُحَمَد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مُحَمَدٌ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مُحَمَّدٌ" descr="مُحَمَّد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مُحَمَّدٌ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ُحُمَّدٌ" descr="مُحُمَّد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مُحُمَّدٌ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ُحَمَّدٌ" descr="مُحَمَّ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مُحَمَّدٌ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ضَمَّةٌ" descr="ضَمَّة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دَّةٌ" descr="شَدَّة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مَدٌّ" descr="مَدٌّ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هَّ" descr="ه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وِ" descr="و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وُ" descr="و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وَ" descr="و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وِ" descr="و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ًا" descr="بً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ٌ" descr="ب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ٍ" descr="بٍ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َا" descr="تَا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تِي" descr="تِي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ُو" descr="تُو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تِي" descr="ت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بَ" descr="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Answer 2 بِ" descr="ب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Answer 3 بُ" descr="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" descr="ب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تٌ" descr="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0" name="Answer 2 تًا" descr="ت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1" name="Answer 3 تٍ" descr="ت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ثَا" descr="ث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9" name="Answer 2 ثُو" descr="ث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Answer 3 ثِي" descr="ث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َا" descr="ث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خُنِ" descr="خُ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خُنِ</a:t>
            </a:r>
          </a:p>
        </p:txBody>
      </p:sp>
      <p:sp>
        <p:nvSpPr>
          <p:cNvPr id="8" name="Answer 2 خُنَ" descr="خُن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خُنَ</a:t>
            </a:r>
          </a:p>
        </p:txBody>
      </p:sp>
      <p:sp>
        <p:nvSpPr>
          <p:cNvPr id="9" name="Answer 3 خُنۡ" descr="خُ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خُنۡ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ُنۡ" descr="خُ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خُنۡ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يَّ" descr="ي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7" name="Answer 2 يِ" descr="ي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8" name="Answer 3 يِّ" descr="ي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يِّ" descr="ي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6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7" name="Answer 3 ضَمَّةٌ" descr="ضَم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0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lion!" descr="It's a li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It's a lion!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بَ" descr="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Answer 2 بِ" descr="ب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2" name="Answer 3 بُ" descr="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َ" descr="ب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تٌ" descr="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0" name="Answer 2 تًا" descr="ت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1" name="Answer 3 تٍ" descr="ت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ًا" descr="ت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ثَا" descr="ث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9" name="Answer 2 ثُو" descr="ثُو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Answer 3 ثِي" descr="ث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َا" descr="ث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خُنِ" descr="خُ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خُنِ</a:t>
            </a:r>
          </a:p>
        </p:txBody>
      </p:sp>
      <p:sp>
        <p:nvSpPr>
          <p:cNvPr id="8" name="Answer 2 خُنَ" descr="خُن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خُنَ</a:t>
            </a:r>
          </a:p>
        </p:txBody>
      </p:sp>
      <p:sp>
        <p:nvSpPr>
          <p:cNvPr id="9" name="Answer 3 خُنۡ" descr="خُ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خُنۡ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خُنۡ" descr="خُ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خُنۡ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يَّ" descr="يّ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يَّ</a:t>
            </a:r>
          </a:p>
        </p:txBody>
      </p:sp>
      <p:sp>
        <p:nvSpPr>
          <p:cNvPr id="7" name="Answer 2 يِ" descr="ي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8" name="Answer 3 يِّ" descr="يّ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يِّ" descr="ي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يِّ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6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7" name="Answer 3 ضَمَّةٌ" descr="ضَم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نَا" descr="نَا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نُو" descr="نُو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نِي" descr="نِي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نِي" descr="ن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هَيِ" descr="هَيِ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هَيِ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هَيۡ" descr="هَيۡ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هَيۡ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هَيَ" descr="هَيَ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هَيَ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َيۡ" descr="ه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هَيۡ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جِ" descr="جِ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جَّ" descr="جَّ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جِّ" descr="جِّ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ِّ" descr="ج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فَتۡحَةٌ" descr="فَتۡحَة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تَنۡوِينٌ" descr="تَنۡوِين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كَسۡرَةٌ" descr="كَسۡرَةٌ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الزَّهۡرُ" descr="الزَّهۡر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الزَّهۡرُ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الۡوَلَدُ" descr="الۡوَلَدُ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الۡوَلَدُ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التِّينُ" descr="التِّينُ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نَا" descr="نَا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نَا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نُو" descr="نُو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نِي" descr="نِي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ِي" descr="ن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هَيِ" descr="هَيِ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هَيِ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هَيۡ" descr="هَيۡ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هَيۡ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هَيَ" descr="هَيَ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هَيَ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َيۡ" descr="هَ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هَيۡ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جِ" descr="جِ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جَّ" descr="جَّ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جِّ" descr="جِّ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ِّ" descr="جّ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جِّ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فَتۡحَةٌ" descr="فَتۡحَة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تَنۡوِينٌ" descr="تَنۡوِين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كَسۡرَةٌ" descr="كَسۡرَةٌ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الزَّهۡرُ" descr="الزَّهۡرُ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الزَّهۡرُ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الۡوَلَدُ" descr="الۡوَلَدُ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الۡوَلَدُ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التِّينُ" descr="التِّينُ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َّ" descr="ح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9" name="Answer 2 حِّ" descr="ح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0" name="Answer 3 حَ" descr="ح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َّ" descr="ح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فَتۡحَةٌ" descr="فَتۡحَة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9" name="Answer 2 شَدَّةٌ" descr="شَدَّ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0" name="Answer 3 ضَمَّةٌ" descr="ضَم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خُ" descr="خ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الزَّهۡرُ" descr="الزَّهۡر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الزَّهۡرُ</a:t>
            </a:r>
          </a:p>
        </p:txBody>
      </p:sp>
      <p:sp>
        <p:nvSpPr>
          <p:cNvPr id="9" name="Answer 2 السَّمَكُ" descr="السَّمَكُ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Answer 3 الۡجَمَلُ" descr="الۡجَمَل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الۡجَمَلُ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َسَرَ" descr="كَسَر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كَسَرَ</a:t>
            </a:r>
          </a:p>
        </p:txBody>
      </p:sp>
      <p:sp>
        <p:nvSpPr>
          <p:cNvPr id="9" name="Answer 2 كُسَّرَ" descr="كُسَّر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كُسَّرَ</a:t>
            </a:r>
          </a:p>
        </p:txBody>
      </p:sp>
      <p:sp>
        <p:nvSpPr>
          <p:cNvPr id="10" name="Answer 3 كَسَّرَ" descr="كَسَّر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َسَّرَ" descr="كَسَّر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دٌّ" descr="مَدٌ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9" name="Answer 2 سُكُونٌ" descr="سُكُون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3 شَدَّةٌ" descr="شَدَّة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ذَرۡ" descr="ذَ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ذَرۡ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حَّ" descr="حّ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9" name="Answer 2 حِّ" descr="حّ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حِّ</a:t>
            </a:r>
          </a:p>
        </p:txBody>
      </p:sp>
      <p:sp>
        <p:nvSpPr>
          <p:cNvPr id="10" name="Answer 3 حَ" descr="ح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َّ" descr="ح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حَّ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فَتۡحَةٌ" descr="فَتۡحَة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9" name="Answer 2 شَدَّةٌ" descr="شَدَّة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0" name="Answer 3 ضَمَّةٌ" descr="ضَمَّة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خُ" descr="خ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الزَّهۡرُ" descr="الزَّهۡرُ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الزَّهۡرُ</a:t>
            </a:r>
          </a:p>
        </p:txBody>
      </p:sp>
      <p:sp>
        <p:nvSpPr>
          <p:cNvPr id="9" name="Answer 2 السَّمَكُ" descr="السَّمَكُ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Answer 3 الۡجَمَلُ" descr="الۡجَمَل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الۡجَمَلُ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َسَرَ" descr="كَسَر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كَسَرَ</a:t>
            </a:r>
          </a:p>
        </p:txBody>
      </p:sp>
      <p:sp>
        <p:nvSpPr>
          <p:cNvPr id="9" name="Answer 2 كُسَّرَ" descr="كُسَّرَ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كُسَّرَ</a:t>
            </a:r>
          </a:p>
        </p:txBody>
      </p:sp>
      <p:sp>
        <p:nvSpPr>
          <p:cNvPr id="10" name="Answer 3 كَسَّرَ" descr="كَسَّر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َسَّرَ" descr="كَسَّر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دٌّ" descr="مَدٌّ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9" name="Answer 2 سُكُونٌ" descr="سُكُون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0" name="Answer 3 شَدَّةٌ" descr="شَدَّة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ذَرۡ" descr="ذَ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ذَرۡ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الشَّمۡسُ" descr="الشَّمۡ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10" name="Answer 2 التِّينُ" descr="التِّين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1" name="Answer 3 الۡعِلۡمُ" descr="ا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َلَّمَ" descr="سَ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0" name="Answer 2 سُلَّمَ" descr="سُ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11" name="Answer 3 سَلَمَ" descr="سَلَ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ضَمَّةٌ" descr="ضَم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Answer 2 فَتۡحَةٌ" descr="فَتۡح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كَسۡرَةٌ" descr="كَسۡر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ِ" descr="س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0" name="Answer 2 سَ" descr="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Answer 3 سُ" descr="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ُ" descr="س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شًا" descr="ش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0" name="Answer 2 شٍ" descr="ش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ٌ" descr="ش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الشَّمۡسُ" descr="الشَّمۡس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الشَّمۡسُ</a:t>
            </a:r>
          </a:p>
        </p:txBody>
      </p:sp>
      <p:sp>
        <p:nvSpPr>
          <p:cNvPr id="10" name="Answer 2 التِّينُ" descr="التِّين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التِّينُ</a:t>
            </a:r>
          </a:p>
        </p:txBody>
      </p:sp>
      <p:sp>
        <p:nvSpPr>
          <p:cNvPr id="11" name="Answer 3 الۡعِلۡمُ" descr="ا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الۡعِلۡمُ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َلَّمَ" descr="سَلَّ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0" name="Answer 2 سُلَّمَ" descr="سُلَّم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سُلَّمَ</a:t>
            </a:r>
          </a:p>
        </p:txBody>
      </p:sp>
      <p:sp>
        <p:nvSpPr>
          <p:cNvPr id="11" name="Answer 3 سَلَمَ" descr="سَلَ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سَلَمَ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لَّمَ" descr="سَلَّمَ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ضَمَّةٌ" descr="ضَم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Answer 2 فَتۡحَةٌ" descr="فَتۡح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11" name="Answer 3 كَسۡرَةٌ" descr="كَسۡرَ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زِ" descr="ز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سِ" descr="س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0" name="Answer 2 سَ" descr="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Answer 3 سُ" descr="س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ُ" descr="س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شًا" descr="ش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0" name="Answer 2 شٍ" descr="ش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ٌ" descr="ش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َدٌّ" descr="مَدٌ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1" name="Answer 3 ضَمَّةٌ" descr="ضَم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سُو" descr="س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ِ" descr="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Answer 2 شَ" descr="ش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ُ" descr="ش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صٍ" descr="ص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0" name="Answer 2 صٌ" descr="ص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1" name="Answer 3 صًا" descr="ص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ُو" descr="ض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Answer 2 ضَا" descr="ض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1" name="Answer 3 ضِي" descr="ض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ِي" descr="ض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سَطۡ" descr="سَط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سَطۡ</a:t>
            </a:r>
          </a:p>
        </p:txBody>
      </p:sp>
      <p:sp>
        <p:nvSpPr>
          <p:cNvPr id="10" name="Answer 2 سَطِ" descr="سَط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سَطِ</a:t>
            </a:r>
          </a:p>
        </p:txBody>
      </p:sp>
      <p:sp>
        <p:nvSpPr>
          <p:cNvPr id="11" name="Answer 3 سَطَ" descr="سَط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سَطَ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َطۡ" descr="سَ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سَطۡ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َدٌّ" descr="مَدٌ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Answer 2 سُكُونٌ" descr="سُكُون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1" name="Answer 3 ضَمَّةٌ" descr="ضَم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سُو" descr="س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ِ" descr="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Answer 2 شَ" descr="ش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Answer 3 شُ" descr="ش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صٍ" descr="ص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0" name="Answer 2 صٌ" descr="ص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1" name="Answer 3 صًا" descr="ص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ُو" descr="ض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Answer 2 ضَا" descr="ض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ضَا</a:t>
            </a:r>
          </a:p>
        </p:txBody>
      </p:sp>
      <p:sp>
        <p:nvSpPr>
          <p:cNvPr id="11" name="Answer 3 ضِي" descr="ض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ِي" descr="ضِي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سَطۡ" descr="سَط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سَطۡ</a:t>
            </a:r>
          </a:p>
        </p:txBody>
      </p:sp>
      <p:sp>
        <p:nvSpPr>
          <p:cNvPr id="10" name="Answer 2 سَطِ" descr="سَط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سَطِ</a:t>
            </a:r>
          </a:p>
        </p:txBody>
      </p:sp>
      <p:sp>
        <p:nvSpPr>
          <p:cNvPr id="11" name="Answer 3 سَطَ" descr="سَط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سَطَ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طۡ" descr="سَ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سَطۡ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ضًا" descr="ض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7" name="Answer 2 ضٍ" descr="ض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8" name="Answer 3 ضٌ" descr="ض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طَا" descr="ط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8" name="Answer 2 طِي" descr="ط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Answer 3 طُو" descr="ط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طَا" descr="ط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ُظۡ" descr="هُظ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هُظۡ</a:t>
            </a:r>
          </a:p>
        </p:txBody>
      </p:sp>
      <p:sp>
        <p:nvSpPr>
          <p:cNvPr id="8" name="Answer 2 هُظَ" descr="هُظ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هُظَ</a:t>
            </a:r>
          </a:p>
        </p:txBody>
      </p:sp>
      <p:sp>
        <p:nvSpPr>
          <p:cNvPr id="9" name="Answer 3 هُظِ" descr="هُظ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هُظِ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ُظۡ" descr="هُ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هُظۡ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َ" descr="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Answer 2 عِّ" descr="ع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عِّ</a:t>
            </a:r>
          </a:p>
        </p:txBody>
      </p:sp>
      <p:sp>
        <p:nvSpPr>
          <p:cNvPr id="9" name="Answer 3 عَّ" descr="ع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َّ" descr="ع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8" name="Answer 2 فَتۡحَةٌ" descr="فَتۡح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9" name="Answer 3 مَدٌّ" descr="مَدٌّ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ضًا" descr="ض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7" name="Answer 2 ضٍ" descr="ض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8" name="Answer 3 ضٌ" descr="ض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طَا" descr="طَ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8" name="Answer 2 طِي" descr="ط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Answer 3 طُو" descr="ط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َا" descr="ط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ُظۡ" descr="هُظ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هُظۡ</a:t>
            </a:r>
          </a:p>
        </p:txBody>
      </p:sp>
      <p:sp>
        <p:nvSpPr>
          <p:cNvPr id="8" name="Answer 2 هُظَ" descr="هُظ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هُظَ</a:t>
            </a:r>
          </a:p>
        </p:txBody>
      </p:sp>
      <p:sp>
        <p:nvSpPr>
          <p:cNvPr id="9" name="Answer 3 هُظِ" descr="هُظ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هُظِ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هُظۡ" descr="هُ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هُظۡ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َ" descr="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Answer 2 عِّ" descr="عّ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عِّ</a:t>
            </a:r>
          </a:p>
        </p:txBody>
      </p:sp>
      <p:sp>
        <p:nvSpPr>
          <p:cNvPr id="9" name="Answer 3 عَّ" descr="عّ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عَّ" descr="ع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تَنۡوِينٌ" descr="تَنۡوِي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8" name="Answer 2 فَتۡحَةٌ" descr="فَتۡح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فَتۡحَةٌ</a:t>
            </a:r>
          </a:p>
        </p:txBody>
      </p:sp>
      <p:sp>
        <p:nvSpPr>
          <p:cNvPr id="9" name="Answer 3 مَدٌّ" descr="مَدٌّ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َعِ" descr="غَع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غَعِ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َعَ" descr="غَع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غَعَ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َعۡ" descr="غَع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غَعۡ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غَعۡ" descr="غَ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غَعۡ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ِّ" descr="غّ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َ" descr="غ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َّ" descr="غ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َدٌّ" descr="مَد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ُكُونٌ" descr="سُكُون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مَّةٌ" descr="ضَمَّة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فُ" descr="ف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النَّجۡمُ" descr="النَّجۡم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الۡجَمَلُ" descr="الۡجَمَل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الۡجَمَلُ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السَّمَكُ" descr="السَّمَكُ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ُفَاحٌ" descr="تُفَاح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تُفَّاحٌ" descr="تُفَّاح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ُفُّاحٌ" descr="تُفُّاح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َعِ" descr="غَع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غَعِ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َعَ" descr="غَع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غَعَ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َعۡ" descr="غَع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غَعۡ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غَعۡ" descr="غَ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غَعۡ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ِّ" descr="غّ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َ" descr="غ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َّ" descr="غّ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غَّ" descr="غ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غَّ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مَدٌّ" descr="مَدٌّ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سُكُونٌ" descr="سُكُون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ضَمَّةٌ" descr="ضَمَّة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فُ" descr="ف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النَّجۡمُ" descr="النَّجۡم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الۡجَمَلُ" descr="الۡجَمَلُ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الۡجَمَلُ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السَّمَكُ" descr="السَّمَكُ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السَّمَكُ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تُفَاحٌ" descr="تُفَاح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تُفَاحٌ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تُفَّاحٌ" descr="تُفَّاح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تُفَّاحٌ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تُفُّاحٌ" descr="تُفُّاح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تُفُّاحٌ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تُفَّاحٌ" descr="تُفَّاح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تُفَّاحٌ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Answer 2 سُكُونٌ" descr="سُكُون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2" name="Answer 3 شَدَّةٌ" descr="شَد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قَّ" descr="ق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النَّجۡمُ" descr="النَّج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sp>
        <p:nvSpPr>
          <p:cNvPr id="10" name="Answer 2 الۡبَابُ" descr="الۡب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1" name="Answer 3 الصَّبۡرُ" descr="الصَّبۡر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مُعَلِّمٌ" descr="مُعَلِّ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9" name="Answer 2 مُعُلِّمٌ" descr="مُعُلِّ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مُعُلِّمٌ</a:t>
            </a:r>
          </a:p>
        </p:txBody>
      </p:sp>
      <p:sp>
        <p:nvSpPr>
          <p:cNvPr id="10" name="Answer 3 مُعَلِمٌ" descr="مُعَلِم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مُعَلِمٌ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ُعَلِّمٌ" descr="مُعَلِّ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8" name="Answer 2 كَسۡرَةٌ" descr="كَسۡر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9" name="Answer 3 مَدٌّ" descr="مَدٌّ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مِ" descr="م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هَ" descr="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7" name="Answer 2 هِ" descr="ه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8" name="Answer 3 هُ" descr="ه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هُ" descr="ه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وًا" descr="و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6" name="Answer 2 وٌ" descr="و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7" name="Answer 3 وٍ" descr="و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whale!" descr="It's a whale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It's a whale!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كَسۡرَةٌ" descr="كَسۡر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11" name="Answer 2 سُكُونٌ" descr="سُكُون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سُكُونٌ</a:t>
            </a:r>
          </a:p>
        </p:txBody>
      </p:sp>
      <p:sp>
        <p:nvSpPr>
          <p:cNvPr id="12" name="Answer 3 شَدَّةٌ" descr="شَدَّة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قَّ" descr="قّ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قَّ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النَّجۡمُ" descr="النَّج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النَّجۡمُ</a:t>
            </a:r>
          </a:p>
        </p:txBody>
      </p:sp>
      <p:sp>
        <p:nvSpPr>
          <p:cNvPr id="10" name="Answer 2 الۡبَابُ" descr="الۡبَا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1" name="Answer 3 الصَّبۡرُ" descr="الصَّبۡر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الصَّبۡرُ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Tap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Tap the word where we SAY the lam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مُعَلِّمٌ" descr="مُعَلِّ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9" name="Answer 2 مُعُلِّمٌ" descr="مُعُلِّ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مُعُلِّمٌ</a:t>
            </a:r>
          </a:p>
        </p:txBody>
      </p:sp>
      <p:sp>
        <p:nvSpPr>
          <p:cNvPr id="10" name="Answer 3 مُعَلِمٌ" descr="مُعَلِم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مُعَلِمٌ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ُعَلِّمٌ" descr="مُعَلِّ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مُعَلِّمٌ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شَدَّةٌ" descr="شَدَّ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شَدَّةٌ</a:t>
            </a:r>
          </a:p>
        </p:txBody>
      </p:sp>
      <p:sp>
        <p:nvSpPr>
          <p:cNvPr id="8" name="Answer 2 كَسۡرَةٌ" descr="كَسۡرَة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كَسۡرَةٌ</a:t>
            </a:r>
          </a:p>
        </p:txBody>
      </p:sp>
      <p:sp>
        <p:nvSpPr>
          <p:cNvPr id="9" name="Answer 3 مَدٌّ" descr="مَدٌّ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مِ" descr="مِ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هَ" descr="ه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7" name="Answer 2 هِ" descr="ه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8" name="Answer 3 هُ" descr="ه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ُ" descr="ه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وًا" descr="و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6" name="Answer 2 وٌ" descr="و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7" name="Answer 3 وٍ" descr="و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ثُمَّ" descr="ثُمَّ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ثُمَ" descr="ثُم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ثُمُّ" descr="ثُمُّ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مَدٌّ" descr="مَدٌّ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ضَمَّةٌ" descr="ضَمَّةٌ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تَنۡوِينٌ" descr="تَنۡوِينٌ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وُ" descr="وُ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وِ" descr="وِ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وَ" descr="وَ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َ" descr="و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بٍ" descr="بٍ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بٌ" descr="ب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بًا" descr="بًا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تَا" descr="تَا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تُو" descr="تُو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تِي" descr="تِي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َا" descr="ت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ثُمَّ" descr="ثُمَّ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ثُمَ" descr="ثُمَ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ثُمُّ" descr="ثُمُّ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ثُمُّ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ُمَّ" descr="ثُمَّ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مَدٌّ" descr="مَدٌّ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مَدٌّ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ضَمَّةٌ" descr="ضَمَّةٌ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ضَمَّةٌ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تَنۡوِينٌ" descr="تَنۡوِينٌ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تَنۡوِينٌ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وُ" descr="وُ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وِ" descr="وِ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وَ" descr="وَ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َ" descr="و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بٍ" descr="بٍ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بٌ" descr="ب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بًا" descr="بًا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تَا" descr="تَا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تَا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تُو" descr="تُو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تِي" descr="تِي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تَا" descr="تَ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تَا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قَرٌ" descr="بَقَ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كَسَّرَ" descr="كَسَّر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كۡتُبُ" descr="يَكۡتُ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Blue team wins!" descr="Blue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كَسَّرَ" descr="كَسَّر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كَسَّرَ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كۡتُبُ" descr="يَكۡتُ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َلَّمَ" descr="سَلَّم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جَرٌ" descr="حَجَ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كۡتُبُ" descr="يَكۡتُ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َلَّمَ" descr="سَلَّم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سَلَّمَ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جَرٌ" descr="حَجَ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جَمَلٌ" descr="جَمَل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Red team wins!" descr="Red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جَرٌ" descr="حَجَ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جَمَلٌ" descr="جَمَل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دَرَّسَ" descr="دَرَّس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5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ثُمَّ" descr="ثُم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حَقٌّ" descr="حَقٌ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حَقٌّ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دَرَّسَ" descr="دَرَّسَ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دَرَّسَ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ثُمَّ" descr="ثُم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5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ثُمَّ" descr="ثُمَّ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ثُمَّ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