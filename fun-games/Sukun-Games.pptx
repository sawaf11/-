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eep.wav" ContentType="audio/wav"/>
  <Override PartName="/ppt/media/snd_boing.wav" ContentType="audio/wav"/>
  <Override PartName="/ppt/media/snd_bonk.wav" ContentType="audio/wav"/>
  <Override PartName="/ppt/media/snd_cheer.wav" ContentType="audio/wav"/>
  <Override PartName="/ppt/media/snd_creak.wav" ContentType="audio/wav"/>
  <Override PartName="/ppt/media/snd_ding.wav" ContentType="audio/wav"/>
  <Override PartName="/ppt/media/snd_kick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whoosh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0.xml"/><Relationship Id="rId7" Type="http://schemas.openxmlformats.org/officeDocument/2006/relationships/slide" Target="slide5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6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7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3.xml"/><Relationship Id="rId7" Type="http://schemas.openxmlformats.org/officeDocument/2006/relationships/slide" Target="slide8.xml"/><Relationship Id="rId8" Type="http://schemas.openxmlformats.org/officeDocument/2006/relationships/slide" Target="slide14.xml"/><Relationship Id="rId9" Type="http://schemas.openxmlformats.org/officeDocument/2006/relationships/audio" Target="../media/snd_boin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4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.xml"/><Relationship Id="rId7" Type="http://schemas.openxmlformats.org/officeDocument/2006/relationships/slide" Target="slide4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0.xml"/><Relationship Id="rId7" Type="http://schemas.openxmlformats.org/officeDocument/2006/relationships/slide" Target="slide5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6.xml"/><Relationship Id="rId7" Type="http://schemas.openxmlformats.org/officeDocument/2006/relationships/slide" Target="slide11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7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3.xml"/><Relationship Id="rId7" Type="http://schemas.openxmlformats.org/officeDocument/2006/relationships/slide" Target="slide8.xml"/><Relationship Id="rId8" Type="http://schemas.openxmlformats.org/officeDocument/2006/relationships/slide" Target="slide14.xml"/><Relationship Id="rId9" Type="http://schemas.openxmlformats.org/officeDocument/2006/relationships/audio" Target="../media/snd_splash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2.xml"/><Relationship Id="rId6" Type="http://schemas.openxmlformats.org/officeDocument/2006/relationships/slide" Target="slide17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9.xml"/><Relationship Id="rId6" Type="http://schemas.openxmlformats.org/officeDocument/2006/relationships/slide" Target="slide24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5.xml"/><Relationship Id="rId6" Type="http://schemas.openxmlformats.org/officeDocument/2006/relationships/slide" Target="slide20.xml"/><Relationship Id="rId7" Type="http://schemas.openxmlformats.org/officeDocument/2006/relationships/slide" Target="slide26.xml"/><Relationship Id="rId8" Type="http://schemas.openxmlformats.org/officeDocument/2006/relationships/audio" Target="../media/snd_kick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26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6.xml"/><Relationship Id="rId6" Type="http://schemas.openxmlformats.org/officeDocument/2006/relationships/slide" Target="slide21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2.xml"/><Relationship Id="rId6" Type="http://schemas.openxmlformats.org/officeDocument/2006/relationships/slide" Target="slide17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3.xml"/><Relationship Id="rId6" Type="http://schemas.openxmlformats.org/officeDocument/2006/relationships/slide" Target="slide18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9.xml"/><Relationship Id="rId6" Type="http://schemas.openxmlformats.org/officeDocument/2006/relationships/slide" Target="slide24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5.xml"/><Relationship Id="rId6" Type="http://schemas.openxmlformats.org/officeDocument/2006/relationships/slide" Target="slide20.xml"/><Relationship Id="rId7" Type="http://schemas.openxmlformats.org/officeDocument/2006/relationships/slide" Target="slide26.xml"/><Relationship Id="rId8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.xml"/><Relationship Id="rId5" Type="http://schemas.openxmlformats.org/officeDocument/2006/relationships/slide" Target="slide35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beep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.xml"/><Relationship Id="rId5" Type="http://schemas.openxmlformats.org/officeDocument/2006/relationships/slide" Target="slide35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40.xml"/><Relationship Id="rId5" Type="http://schemas.openxmlformats.org/officeDocument/2006/relationships/slide" Target="slide45.xml"/><Relationship Id="rId6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42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43.xml"/><Relationship Id="rId5" Type="http://schemas.openxmlformats.org/officeDocument/2006/relationships/slide" Target="slide48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pop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5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40.xml"/><Relationship Id="rId5" Type="http://schemas.openxmlformats.org/officeDocument/2006/relationships/slide" Target="slide45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46.xml"/><Relationship Id="rId5" Type="http://schemas.openxmlformats.org/officeDocument/2006/relationships/slide" Target="slide41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42.xml"/><Relationship Id="rId5" Type="http://schemas.openxmlformats.org/officeDocument/2006/relationships/slide" Target="slide47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43.xml"/><Relationship Id="rId5" Type="http://schemas.openxmlformats.org/officeDocument/2006/relationships/slide" Target="slide48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49.xml"/><Relationship Id="rId5" Type="http://schemas.openxmlformats.org/officeDocument/2006/relationships/slide" Target="slide44.xml"/><Relationship Id="rId6" Type="http://schemas.openxmlformats.org/officeDocument/2006/relationships/slide" Target="slide50.xml"/><Relationship Id="rId7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2.xml"/><Relationship Id="rId5" Type="http://schemas.openxmlformats.org/officeDocument/2006/relationships/slide" Target="slide57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whoosh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6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2.xml"/><Relationship Id="rId5" Type="http://schemas.openxmlformats.org/officeDocument/2006/relationships/slide" Target="slide57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5.xml"/><Relationship Id="rId5" Type="http://schemas.openxmlformats.org/officeDocument/2006/relationships/slide" Target="slide70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7.xml"/><Relationship Id="rId5" Type="http://schemas.openxmlformats.org/officeDocument/2006/relationships/slide" Target="slide72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8.xml"/><Relationship Id="rId5" Type="http://schemas.openxmlformats.org/officeDocument/2006/relationships/slide" Target="slide73.xml"/><Relationship Id="rId6" Type="http://schemas.openxmlformats.org/officeDocument/2006/relationships/slide" Target="slide74.xml"/><Relationship Id="rId7" Type="http://schemas.openxmlformats.org/officeDocument/2006/relationships/audio" Target="../media/snd_creak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4.xml"/><Relationship Id="rId5" Type="http://schemas.openxmlformats.org/officeDocument/2006/relationships/slide" Target="slide69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5.xml"/><Relationship Id="rId5" Type="http://schemas.openxmlformats.org/officeDocument/2006/relationships/slide" Target="slide70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7.xml"/><Relationship Id="rId5" Type="http://schemas.openxmlformats.org/officeDocument/2006/relationships/slide" Target="slide72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68.xml"/><Relationship Id="rId5" Type="http://schemas.openxmlformats.org/officeDocument/2006/relationships/slide" Target="slide73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jp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2.xml"/><Relationship Id="rId5" Type="http://schemas.openxmlformats.org/officeDocument/2006/relationships/slide" Target="slide76.xml"/><Relationship Id="rId6" Type="http://schemas.openxmlformats.org/officeDocument/2006/relationships/slide" Target="slide8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3.xml"/><Relationship Id="rId5" Type="http://schemas.openxmlformats.org/officeDocument/2006/relationships/slide" Target="slide77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4.xml"/><Relationship Id="rId5" Type="http://schemas.openxmlformats.org/officeDocument/2006/relationships/slide" Target="slide78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5.xml"/><Relationship Id="rId5" Type="http://schemas.openxmlformats.org/officeDocument/2006/relationships/slide" Target="slide79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6.xml"/><Relationship Id="rId5" Type="http://schemas.openxmlformats.org/officeDocument/2006/relationships/slide" Target="slide80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1.xml"/><Relationship Id="rId5" Type="http://schemas.openxmlformats.org/officeDocument/2006/relationships/slide" Target="slide87.xml"/><Relationship Id="rId6" Type="http://schemas.openxmlformats.org/officeDocument/2006/relationships/slide" Target="slide88.xml"/><Relationship Id="rId7" Type="http://schemas.openxmlformats.org/officeDocument/2006/relationships/audio" Target="../media/snd_d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2.xml"/><Relationship Id="rId5" Type="http://schemas.openxmlformats.org/officeDocument/2006/relationships/slide" Target="slide76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3.xml"/><Relationship Id="rId5" Type="http://schemas.openxmlformats.org/officeDocument/2006/relationships/slide" Target="slide77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4.xml"/><Relationship Id="rId5" Type="http://schemas.openxmlformats.org/officeDocument/2006/relationships/slide" Target="slide78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5.xml"/><Relationship Id="rId5" Type="http://schemas.openxmlformats.org/officeDocument/2006/relationships/slide" Target="slide79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6.xml"/><Relationship Id="rId5" Type="http://schemas.openxmlformats.org/officeDocument/2006/relationships/slide" Target="slide80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81.xml"/><Relationship Id="rId5" Type="http://schemas.openxmlformats.org/officeDocument/2006/relationships/slide" Target="slide87.xml"/><Relationship Id="rId6" Type="http://schemas.openxmlformats.org/officeDocument/2006/relationships/slide" Target="slide88.xml"/><Relationship Id="rId7" Type="http://schemas.openxmlformats.org/officeDocument/2006/relationships/audio" Target="../media/snd_bo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4.xml"/><Relationship Id="rId7" Type="http://schemas.openxmlformats.org/officeDocument/2006/relationships/slide" Target="slide89.xml"/><Relationship Id="rId8" Type="http://schemas.openxmlformats.org/officeDocument/2006/relationships/slide" Target="slide9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5.xml"/><Relationship Id="rId7" Type="http://schemas.openxmlformats.org/officeDocument/2006/relationships/slide" Target="slide90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2.xml"/><Relationship Id="rId7" Type="http://schemas.openxmlformats.org/officeDocument/2006/relationships/slide" Target="slide97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8.xml"/><Relationship Id="rId7" Type="http://schemas.openxmlformats.org/officeDocument/2006/relationships/slide" Target="slide93.xml"/><Relationship Id="rId8" Type="http://schemas.openxmlformats.org/officeDocument/2006/relationships/slide" Target="slide99.xml"/><Relationship Id="rId9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9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94.xml"/><Relationship Id="rId7" Type="http://schemas.openxmlformats.org/officeDocument/2006/relationships/slide" Target="slide89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5.xml"/><Relationship Id="rId7" Type="http://schemas.openxmlformats.org/officeDocument/2006/relationships/slide" Target="slide90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6.xml"/><Relationship Id="rId7" Type="http://schemas.openxmlformats.org/officeDocument/2006/relationships/slide" Target="slide91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2.xml"/><Relationship Id="rId7" Type="http://schemas.openxmlformats.org/officeDocument/2006/relationships/slide" Target="slide97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98.xml"/><Relationship Id="rId7" Type="http://schemas.openxmlformats.org/officeDocument/2006/relationships/slide" Target="slide93.xml"/><Relationship Id="rId8" Type="http://schemas.openxmlformats.org/officeDocument/2006/relationships/slide" Target="slide99.xml"/><Relationship Id="rId9" Type="http://schemas.openxmlformats.org/officeDocument/2006/relationships/audio" Target="../media/snd_splash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1.xml"/><Relationship Id="rId6" Type="http://schemas.openxmlformats.org/officeDocument/2006/relationships/slide" Target="slide106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04.xml"/><Relationship Id="rId6" Type="http://schemas.openxmlformats.org/officeDocument/2006/relationships/slide" Target="slide109.xml"/><Relationship Id="rId7" Type="http://schemas.openxmlformats.org/officeDocument/2006/relationships/slide" Target="slide110.xml"/><Relationship Id="rId8" Type="http://schemas.openxmlformats.org/officeDocument/2006/relationships/audio" Target="../media/snd_kic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110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5.xml"/><Relationship Id="rId6" Type="http://schemas.openxmlformats.org/officeDocument/2006/relationships/slide" Target="slide100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1.xml"/><Relationship Id="rId6" Type="http://schemas.openxmlformats.org/officeDocument/2006/relationships/slide" Target="slide106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2.xml"/><Relationship Id="rId6" Type="http://schemas.openxmlformats.org/officeDocument/2006/relationships/slide" Target="slide107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3.xml"/><Relationship Id="rId6" Type="http://schemas.openxmlformats.org/officeDocument/2006/relationships/slide" Target="slide108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04.xml"/><Relationship Id="rId6" Type="http://schemas.openxmlformats.org/officeDocument/2006/relationships/slide" Target="slide109.xml"/><Relationship Id="rId7" Type="http://schemas.openxmlformats.org/officeDocument/2006/relationships/slide" Target="slide110.xml"/><Relationship Id="rId8" Type="http://schemas.openxmlformats.org/officeDocument/2006/relationships/audio" Target="../media/snd_bo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11.xml"/><Relationship Id="rId5" Type="http://schemas.openxmlformats.org/officeDocument/2006/relationships/slide" Target="slide116.xml"/><Relationship Id="rId6" Type="http://schemas.openxmlformats.org/officeDocument/2006/relationships/slide" Target="slide12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12.xml"/><Relationship Id="rId5" Type="http://schemas.openxmlformats.org/officeDocument/2006/relationships/slide" Target="slide117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14.xml"/><Relationship Id="rId5" Type="http://schemas.openxmlformats.org/officeDocument/2006/relationships/slide" Target="slide119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15.xml"/><Relationship Id="rId5" Type="http://schemas.openxmlformats.org/officeDocument/2006/relationships/slide" Target="slide120.xml"/><Relationship Id="rId6" Type="http://schemas.openxmlformats.org/officeDocument/2006/relationships/slide" Target="slide121.xml"/><Relationship Id="rId7" Type="http://schemas.openxmlformats.org/officeDocument/2006/relationships/audio" Target="../media/snd_beep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121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11.xml"/><Relationship Id="rId5" Type="http://schemas.openxmlformats.org/officeDocument/2006/relationships/slide" Target="slide116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12.xml"/><Relationship Id="rId5" Type="http://schemas.openxmlformats.org/officeDocument/2006/relationships/slide" Target="slide117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14.xml"/><Relationship Id="rId5" Type="http://schemas.openxmlformats.org/officeDocument/2006/relationships/slide" Target="slide119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15.xml"/><Relationship Id="rId5" Type="http://schemas.openxmlformats.org/officeDocument/2006/relationships/slide" Target="slide120.xml"/><Relationship Id="rId6" Type="http://schemas.openxmlformats.org/officeDocument/2006/relationships/slide" Target="slide121.xml"/><Relationship Id="rId7" Type="http://schemas.openxmlformats.org/officeDocument/2006/relationships/audio" Target="../media/snd_bonk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124.xml"/><Relationship Id="rId5" Type="http://schemas.openxmlformats.org/officeDocument/2006/relationships/slide" Target="slide129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125.xml"/><Relationship Id="rId5" Type="http://schemas.openxmlformats.org/officeDocument/2006/relationships/slide" Target="slide130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131.xml"/><Relationship Id="rId5" Type="http://schemas.openxmlformats.org/officeDocument/2006/relationships/slide" Target="slide126.xml"/><Relationship Id="rId6" Type="http://schemas.openxmlformats.org/officeDocument/2006/relationships/slide" Target="slide132.xml"/><Relationship Id="rId7" Type="http://schemas.openxmlformats.org/officeDocument/2006/relationships/audio" Target="../media/snd_pop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32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127.xml"/><Relationship Id="rId5" Type="http://schemas.openxmlformats.org/officeDocument/2006/relationships/slide" Target="slide122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128.xml"/><Relationship Id="rId5" Type="http://schemas.openxmlformats.org/officeDocument/2006/relationships/slide" Target="slide123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124.xml"/><Relationship Id="rId5" Type="http://schemas.openxmlformats.org/officeDocument/2006/relationships/slide" Target="slide129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125.xml"/><Relationship Id="rId5" Type="http://schemas.openxmlformats.org/officeDocument/2006/relationships/slide" Target="slide130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131.xml"/><Relationship Id="rId5" Type="http://schemas.openxmlformats.org/officeDocument/2006/relationships/slide" Target="slide126.xml"/><Relationship Id="rId6" Type="http://schemas.openxmlformats.org/officeDocument/2006/relationships/slide" Target="slide132.xml"/><Relationship Id="rId7" Type="http://schemas.openxmlformats.org/officeDocument/2006/relationships/audio" Target="../media/snd_bonk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5.xml"/><Relationship Id="rId5" Type="http://schemas.openxmlformats.org/officeDocument/2006/relationships/slide" Target="slide140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7.xml"/><Relationship Id="rId5" Type="http://schemas.openxmlformats.org/officeDocument/2006/relationships/slide" Target="slide142.xml"/><Relationship Id="rId6" Type="http://schemas.openxmlformats.org/officeDocument/2006/relationships/slide" Target="slide143.xml"/><Relationship Id="rId7" Type="http://schemas.openxmlformats.org/officeDocument/2006/relationships/audio" Target="../media/snd_whoosh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143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5.xml"/><Relationship Id="rId5" Type="http://schemas.openxmlformats.org/officeDocument/2006/relationships/slide" Target="slide140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41.xml"/><Relationship Id="rId5" Type="http://schemas.openxmlformats.org/officeDocument/2006/relationships/slide" Target="slide136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137.xml"/><Relationship Id="rId5" Type="http://schemas.openxmlformats.org/officeDocument/2006/relationships/slide" Target="slide142.xml"/><Relationship Id="rId6" Type="http://schemas.openxmlformats.org/officeDocument/2006/relationships/slide" Target="slide143.xml"/><Relationship Id="rId7" Type="http://schemas.openxmlformats.org/officeDocument/2006/relationships/audio" Target="../media/snd_bonk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6.xml"/><Relationship Id="rId5" Type="http://schemas.openxmlformats.org/officeDocument/2006/relationships/slide" Target="slide151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3.xml"/><Relationship Id="rId5" Type="http://schemas.openxmlformats.org/officeDocument/2006/relationships/slide" Target="slide148.xml"/><Relationship Id="rId6" Type="http://schemas.openxmlformats.org/officeDocument/2006/relationships/slide" Target="slide154.xml"/><Relationship Id="rId7" Type="http://schemas.openxmlformats.org/officeDocument/2006/relationships/audio" Target="../media/snd_crea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15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46.xml"/><Relationship Id="rId5" Type="http://schemas.openxmlformats.org/officeDocument/2006/relationships/slide" Target="slide151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2.xml"/><Relationship Id="rId5" Type="http://schemas.openxmlformats.org/officeDocument/2006/relationships/slide" Target="slide147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153.xml"/><Relationship Id="rId5" Type="http://schemas.openxmlformats.org/officeDocument/2006/relationships/slide" Target="slide148.xml"/><Relationship Id="rId6" Type="http://schemas.openxmlformats.org/officeDocument/2006/relationships/slide" Target="slide154.xml"/><Relationship Id="rId7" Type="http://schemas.openxmlformats.org/officeDocument/2006/relationships/audio" Target="../media/snd_bonk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1.xml"/><Relationship Id="rId5" Type="http://schemas.openxmlformats.org/officeDocument/2006/relationships/slide" Target="slide155.xml"/><Relationship Id="rId6" Type="http://schemas.openxmlformats.org/officeDocument/2006/relationships/slide" Target="slide16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2.xml"/><Relationship Id="rId5" Type="http://schemas.openxmlformats.org/officeDocument/2006/relationships/slide" Target="slide156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7.xml"/><Relationship Id="rId5" Type="http://schemas.openxmlformats.org/officeDocument/2006/relationships/slide" Target="slide163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4.xml"/><Relationship Id="rId5" Type="http://schemas.openxmlformats.org/officeDocument/2006/relationships/slide" Target="slide158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9.xml"/><Relationship Id="rId5" Type="http://schemas.openxmlformats.org/officeDocument/2006/relationships/slide" Target="slide165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6.xml"/><Relationship Id="rId5" Type="http://schemas.openxmlformats.org/officeDocument/2006/relationships/slide" Target="slide160.xml"/><Relationship Id="rId6" Type="http://schemas.openxmlformats.org/officeDocument/2006/relationships/slide" Target="slide167.xml"/><Relationship Id="rId7" Type="http://schemas.openxmlformats.org/officeDocument/2006/relationships/audio" Target="../media/snd_d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7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1.xml"/><Relationship Id="rId5" Type="http://schemas.openxmlformats.org/officeDocument/2006/relationships/slide" Target="slide155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2.xml"/><Relationship Id="rId5" Type="http://schemas.openxmlformats.org/officeDocument/2006/relationships/slide" Target="slide156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7.xml"/><Relationship Id="rId5" Type="http://schemas.openxmlformats.org/officeDocument/2006/relationships/slide" Target="slide163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4.xml"/><Relationship Id="rId5" Type="http://schemas.openxmlformats.org/officeDocument/2006/relationships/slide" Target="slide158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59.xml"/><Relationship Id="rId5" Type="http://schemas.openxmlformats.org/officeDocument/2006/relationships/slide" Target="slide165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166.xml"/><Relationship Id="rId5" Type="http://schemas.openxmlformats.org/officeDocument/2006/relationships/slide" Target="slide160.xml"/><Relationship Id="rId6" Type="http://schemas.openxmlformats.org/officeDocument/2006/relationships/slide" Target="slide167.xml"/><Relationship Id="rId7" Type="http://schemas.openxmlformats.org/officeDocument/2006/relationships/audio" Target="../media/snd_bonk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73.xml"/><Relationship Id="rId7" Type="http://schemas.openxmlformats.org/officeDocument/2006/relationships/slide" Target="slide168.xml"/><Relationship Id="rId8" Type="http://schemas.openxmlformats.org/officeDocument/2006/relationships/slide" Target="slide178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5.xml"/><Relationship Id="rId7" Type="http://schemas.openxmlformats.org/officeDocument/2006/relationships/slide" Target="slide170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7.xml"/><Relationship Id="rId7" Type="http://schemas.openxmlformats.org/officeDocument/2006/relationships/slide" Target="slide172.xml"/><Relationship Id="rId8" Type="http://schemas.openxmlformats.org/officeDocument/2006/relationships/slide" Target="slide178.xml"/><Relationship Id="rId9" Type="http://schemas.openxmlformats.org/officeDocument/2006/relationships/audio" Target="../media/snd_boing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8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173.xml"/><Relationship Id="rId7" Type="http://schemas.openxmlformats.org/officeDocument/2006/relationships/slide" Target="slide168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4.xml"/><Relationship Id="rId7" Type="http://schemas.openxmlformats.org/officeDocument/2006/relationships/slide" Target="slide169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5.xml"/><Relationship Id="rId7" Type="http://schemas.openxmlformats.org/officeDocument/2006/relationships/slide" Target="slide170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6.xml"/><Relationship Id="rId7" Type="http://schemas.openxmlformats.org/officeDocument/2006/relationships/slide" Target="slide171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177.xml"/><Relationship Id="rId7" Type="http://schemas.openxmlformats.org/officeDocument/2006/relationships/slide" Target="slide172.xml"/><Relationship Id="rId8" Type="http://schemas.openxmlformats.org/officeDocument/2006/relationships/slide" Target="slide178.xml"/><Relationship Id="rId9" Type="http://schemas.openxmlformats.org/officeDocument/2006/relationships/audio" Target="../media/snd_splash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5.xml"/><Relationship Id="rId6" Type="http://schemas.openxmlformats.org/officeDocument/2006/relationships/slide" Target="slide180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1.xml"/><Relationship Id="rId6" Type="http://schemas.openxmlformats.org/officeDocument/2006/relationships/slide" Target="slide186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7.xml"/><Relationship Id="rId6" Type="http://schemas.openxmlformats.org/officeDocument/2006/relationships/slide" Target="slide182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188.xml"/><Relationship Id="rId6" Type="http://schemas.openxmlformats.org/officeDocument/2006/relationships/slide" Target="slide183.xml"/><Relationship Id="rId7" Type="http://schemas.openxmlformats.org/officeDocument/2006/relationships/slide" Target="slide189.xml"/><Relationship Id="rId8" Type="http://schemas.openxmlformats.org/officeDocument/2006/relationships/audio" Target="../media/snd_kic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189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79.xml"/><Relationship Id="rId6" Type="http://schemas.openxmlformats.org/officeDocument/2006/relationships/slide" Target="slide184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5.xml"/><Relationship Id="rId6" Type="http://schemas.openxmlformats.org/officeDocument/2006/relationships/slide" Target="slide180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1.xml"/><Relationship Id="rId6" Type="http://schemas.openxmlformats.org/officeDocument/2006/relationships/slide" Target="slide186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7.xml"/><Relationship Id="rId6" Type="http://schemas.openxmlformats.org/officeDocument/2006/relationships/slide" Target="slide182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188.xml"/><Relationship Id="rId6" Type="http://schemas.openxmlformats.org/officeDocument/2006/relationships/slide" Target="slide183.xml"/><Relationship Id="rId7" Type="http://schemas.openxmlformats.org/officeDocument/2006/relationships/slide" Target="slide189.xml"/><Relationship Id="rId8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95.xml"/><Relationship Id="rId5" Type="http://schemas.openxmlformats.org/officeDocument/2006/relationships/slide" Target="slide190.xml"/><Relationship Id="rId6" Type="http://schemas.openxmlformats.org/officeDocument/2006/relationships/slide" Target="slide200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96.xml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97.xml"/><Relationship Id="rId5" Type="http://schemas.openxmlformats.org/officeDocument/2006/relationships/slide" Target="slide192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93.xml"/><Relationship Id="rId5" Type="http://schemas.openxmlformats.org/officeDocument/2006/relationships/slide" Target="slide198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99.xml"/><Relationship Id="rId5" Type="http://schemas.openxmlformats.org/officeDocument/2006/relationships/slide" Target="slide194.xml"/><Relationship Id="rId6" Type="http://schemas.openxmlformats.org/officeDocument/2006/relationships/slide" Target="slide200.xml"/><Relationship Id="rId7" Type="http://schemas.openxmlformats.org/officeDocument/2006/relationships/audio" Target="../media/snd_bee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20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195.xml"/><Relationship Id="rId5" Type="http://schemas.openxmlformats.org/officeDocument/2006/relationships/slide" Target="slide190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196.xml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197.xml"/><Relationship Id="rId5" Type="http://schemas.openxmlformats.org/officeDocument/2006/relationships/slide" Target="slide192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193.xml"/><Relationship Id="rId5" Type="http://schemas.openxmlformats.org/officeDocument/2006/relationships/slide" Target="slide198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199.xml"/><Relationship Id="rId5" Type="http://schemas.openxmlformats.org/officeDocument/2006/relationships/slide" Target="slide194.xml"/><Relationship Id="rId6" Type="http://schemas.openxmlformats.org/officeDocument/2006/relationships/slide" Target="slide200.xml"/><Relationship Id="rId7" Type="http://schemas.openxmlformats.org/officeDocument/2006/relationships/audio" Target="../media/snd_bonk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201.xml"/><Relationship Id="rId5" Type="http://schemas.openxmlformats.org/officeDocument/2006/relationships/slide" Target="slide206.xml"/><Relationship Id="rId6" Type="http://schemas.openxmlformats.org/officeDocument/2006/relationships/slide" Target="slide21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202.xml"/><Relationship Id="rId5" Type="http://schemas.openxmlformats.org/officeDocument/2006/relationships/slide" Target="slide207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203.xml"/><Relationship Id="rId5" Type="http://schemas.openxmlformats.org/officeDocument/2006/relationships/slide" Target="slide208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204.xml"/><Relationship Id="rId5" Type="http://schemas.openxmlformats.org/officeDocument/2006/relationships/slide" Target="slide209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205.xml"/><Relationship Id="rId5" Type="http://schemas.openxmlformats.org/officeDocument/2006/relationships/slide" Target="slide210.xml"/><Relationship Id="rId6" Type="http://schemas.openxmlformats.org/officeDocument/2006/relationships/slide" Target="slide211.xml"/><Relationship Id="rId7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11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201.xml"/><Relationship Id="rId5" Type="http://schemas.openxmlformats.org/officeDocument/2006/relationships/slide" Target="slide206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202.xml"/><Relationship Id="rId5" Type="http://schemas.openxmlformats.org/officeDocument/2006/relationships/slide" Target="slide207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203.xml"/><Relationship Id="rId5" Type="http://schemas.openxmlformats.org/officeDocument/2006/relationships/slide" Target="slide208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204.xml"/><Relationship Id="rId5" Type="http://schemas.openxmlformats.org/officeDocument/2006/relationships/slide" Target="slide209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205.xml"/><Relationship Id="rId5" Type="http://schemas.openxmlformats.org/officeDocument/2006/relationships/slide" Target="slide210.xml"/><Relationship Id="rId6" Type="http://schemas.openxmlformats.org/officeDocument/2006/relationships/slide" Target="slide211.xml"/><Relationship Id="rId7" Type="http://schemas.openxmlformats.org/officeDocument/2006/relationships/audio" Target="../media/snd_bonk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7.xml"/><Relationship Id="rId5" Type="http://schemas.openxmlformats.org/officeDocument/2006/relationships/slide" Target="slide212.xml"/><Relationship Id="rId6" Type="http://schemas.openxmlformats.org/officeDocument/2006/relationships/slide" Target="slide22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8.xml"/><Relationship Id="rId5" Type="http://schemas.openxmlformats.org/officeDocument/2006/relationships/slide" Target="slide213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4.xml"/><Relationship Id="rId5" Type="http://schemas.openxmlformats.org/officeDocument/2006/relationships/slide" Target="slide219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0.xml"/><Relationship Id="rId5" Type="http://schemas.openxmlformats.org/officeDocument/2006/relationships/slide" Target="slide215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1.xml"/><Relationship Id="rId5" Type="http://schemas.openxmlformats.org/officeDocument/2006/relationships/slide" Target="slide216.xml"/><Relationship Id="rId6" Type="http://schemas.openxmlformats.org/officeDocument/2006/relationships/slide" Target="slide222.xml"/><Relationship Id="rId7" Type="http://schemas.openxmlformats.org/officeDocument/2006/relationships/audio" Target="../media/snd_whoosh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22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7.xml"/><Relationship Id="rId5" Type="http://schemas.openxmlformats.org/officeDocument/2006/relationships/slide" Target="slide212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8.xml"/><Relationship Id="rId5" Type="http://schemas.openxmlformats.org/officeDocument/2006/relationships/slide" Target="slide213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14.xml"/><Relationship Id="rId5" Type="http://schemas.openxmlformats.org/officeDocument/2006/relationships/slide" Target="slide219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0.xml"/><Relationship Id="rId5" Type="http://schemas.openxmlformats.org/officeDocument/2006/relationships/slide" Target="slide215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221.xml"/><Relationship Id="rId5" Type="http://schemas.openxmlformats.org/officeDocument/2006/relationships/slide" Target="slide216.xml"/><Relationship Id="rId6" Type="http://schemas.openxmlformats.org/officeDocument/2006/relationships/slide" Target="slide222.xml"/><Relationship Id="rId7" Type="http://schemas.openxmlformats.org/officeDocument/2006/relationships/audio" Target="../media/snd_bonk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png"/><Relationship Id="rId4" Type="http://schemas.openxmlformats.org/officeDocument/2006/relationships/slide" Target="slide223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7.xml"/><Relationship Id="rId8" Type="http://schemas.openxmlformats.org/officeDocument/2006/relationships/slide" Target="slide224.xml"/><Relationship Id="rId9" Type="http://schemas.openxmlformats.org/officeDocument/2006/relationships/slide" Target="slide246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8.xml"/><Relationship Id="rId8" Type="http://schemas.openxmlformats.org/officeDocument/2006/relationships/slide" Target="slide225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9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6.xml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1.xml"/><Relationship Id="rId8" Type="http://schemas.openxmlformats.org/officeDocument/2006/relationships/slide" Target="slide228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2.xml"/><Relationship Id="rId8" Type="http://schemas.openxmlformats.org/officeDocument/2006/relationships/slide" Target="slide229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3.xml"/><Relationship Id="rId8" Type="http://schemas.openxmlformats.org/officeDocument/2006/relationships/slide" Target="slide230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4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32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7.xml"/><Relationship Id="rId8" Type="http://schemas.openxmlformats.org/officeDocument/2006/relationships/slide" Target="slide233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8.xml"/><Relationship Id="rId8" Type="http://schemas.openxmlformats.org/officeDocument/2006/relationships/slide" Target="slide234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9.xml"/><Relationship Id="rId8" Type="http://schemas.openxmlformats.org/officeDocument/2006/relationships/slide" Target="slide235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0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6.xml"/><Relationship Id="rId8" Type="http://schemas.openxmlformats.org/officeDocument/2006/relationships/audio" Target="../media/snd_cheer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38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2.xml"/><Relationship Id="rId8" Type="http://schemas.openxmlformats.org/officeDocument/2006/relationships/slide" Target="slide239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3.xml"/><Relationship Id="rId8" Type="http://schemas.openxmlformats.org/officeDocument/2006/relationships/slide" Target="slide240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4.xml"/><Relationship Id="rId8" Type="http://schemas.openxmlformats.org/officeDocument/2006/relationships/slide" Target="slide241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26.xml"/><Relationship Id="rId8" Type="http://schemas.openxmlformats.org/officeDocument/2006/relationships/slide" Target="slide246.xml"/><Relationship Id="rId9" Type="http://schemas.openxmlformats.org/officeDocument/2006/relationships/audio" Target="../media/snd_whoosh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43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45.xml"/><Relationship Id="rId8" Type="http://schemas.openxmlformats.org/officeDocument/2006/relationships/slide" Target="slide244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26.xml"/><Relationship Id="rId9" Type="http://schemas.openxmlformats.org/officeDocument/2006/relationships/slide" Target="slide246.xml"/><Relationship Id="rId10" Type="http://schemas.openxmlformats.org/officeDocument/2006/relationships/audio" Target="../media/snd_whoosh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236.xml"/><Relationship Id="rId8" Type="http://schemas.openxmlformats.org/officeDocument/2006/relationships/slide" Target="slide246.xml"/><Relationship Id="rId9" Type="http://schemas.openxmlformats.org/officeDocument/2006/relationships/audio" Target="../media/snd_whoosh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4.xml"/><Relationship Id="rId5" Type="http://schemas.openxmlformats.org/officeDocument/2006/relationships/slide" Target="slide249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5.xml"/><Relationship Id="rId5" Type="http://schemas.openxmlformats.org/officeDocument/2006/relationships/slide" Target="slide250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6.xml"/><Relationship Id="rId5" Type="http://schemas.openxmlformats.org/officeDocument/2006/relationships/slide" Target="slide251.xml"/><Relationship Id="rId6" Type="http://schemas.openxmlformats.org/officeDocument/2006/relationships/slide" Target="slide257.xml"/><Relationship Id="rId7" Type="http://schemas.openxmlformats.org/officeDocument/2006/relationships/audio" Target="../media/snd_crea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257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4.xml"/><Relationship Id="rId5" Type="http://schemas.openxmlformats.org/officeDocument/2006/relationships/slide" Target="slide249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5.xml"/><Relationship Id="rId5" Type="http://schemas.openxmlformats.org/officeDocument/2006/relationships/slide" Target="slide250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256.xml"/><Relationship Id="rId5" Type="http://schemas.openxmlformats.org/officeDocument/2006/relationships/slide" Target="slide251.xml"/><Relationship Id="rId6" Type="http://schemas.openxmlformats.org/officeDocument/2006/relationships/slide" Target="slide257.xml"/><Relationship Id="rId7" Type="http://schemas.openxmlformats.org/officeDocument/2006/relationships/audio" Target="../media/snd_bonk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4.xml"/><Relationship Id="rId5" Type="http://schemas.openxmlformats.org/officeDocument/2006/relationships/slide" Target="slide258.xml"/><Relationship Id="rId6" Type="http://schemas.openxmlformats.org/officeDocument/2006/relationships/slide" Target="slide27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59.xml"/><Relationship Id="rId5" Type="http://schemas.openxmlformats.org/officeDocument/2006/relationships/slide" Target="slide265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6.xml"/><Relationship Id="rId5" Type="http://schemas.openxmlformats.org/officeDocument/2006/relationships/slide" Target="slide260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7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8.xml"/><Relationship Id="rId5" Type="http://schemas.openxmlformats.org/officeDocument/2006/relationships/slide" Target="slide262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9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d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70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4.xml"/><Relationship Id="rId5" Type="http://schemas.openxmlformats.org/officeDocument/2006/relationships/slide" Target="slide258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59.xml"/><Relationship Id="rId5" Type="http://schemas.openxmlformats.org/officeDocument/2006/relationships/slide" Target="slide265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6.xml"/><Relationship Id="rId5" Type="http://schemas.openxmlformats.org/officeDocument/2006/relationships/slide" Target="slide260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7.xml"/><Relationship Id="rId5" Type="http://schemas.openxmlformats.org/officeDocument/2006/relationships/slide" Target="slide261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8.xml"/><Relationship Id="rId5" Type="http://schemas.openxmlformats.org/officeDocument/2006/relationships/slide" Target="slide262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7.jpg"/><Relationship Id="rId4" Type="http://schemas.openxmlformats.org/officeDocument/2006/relationships/slide" Target="slide269.xml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audio" Target="../media/snd_bonk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276.xml"/><Relationship Id="rId7" Type="http://schemas.openxmlformats.org/officeDocument/2006/relationships/slide" Target="slide271.xml"/><Relationship Id="rId8" Type="http://schemas.openxmlformats.org/officeDocument/2006/relationships/slide" Target="slide28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7.xml"/><Relationship Id="rId7" Type="http://schemas.openxmlformats.org/officeDocument/2006/relationships/slide" Target="slide272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3.xml"/><Relationship Id="rId7" Type="http://schemas.openxmlformats.org/officeDocument/2006/relationships/slide" Target="slide278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9.xml"/><Relationship Id="rId7" Type="http://schemas.openxmlformats.org/officeDocument/2006/relationships/slide" Target="slide274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5.xml"/><Relationship Id="rId7" Type="http://schemas.openxmlformats.org/officeDocument/2006/relationships/slide" Target="slide280.xml"/><Relationship Id="rId8" Type="http://schemas.openxmlformats.org/officeDocument/2006/relationships/slide" Target="slide281.xml"/><Relationship Id="rId9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81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276.xml"/><Relationship Id="rId7" Type="http://schemas.openxmlformats.org/officeDocument/2006/relationships/slide" Target="slide271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7.xml"/><Relationship Id="rId7" Type="http://schemas.openxmlformats.org/officeDocument/2006/relationships/slide" Target="slide272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3.xml"/><Relationship Id="rId7" Type="http://schemas.openxmlformats.org/officeDocument/2006/relationships/slide" Target="slide278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9.xml"/><Relationship Id="rId7" Type="http://schemas.openxmlformats.org/officeDocument/2006/relationships/slide" Target="slide274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275.xml"/><Relationship Id="rId7" Type="http://schemas.openxmlformats.org/officeDocument/2006/relationships/slide" Target="slide280.xml"/><Relationship Id="rId8" Type="http://schemas.openxmlformats.org/officeDocument/2006/relationships/slide" Target="slide281.xml"/><Relationship Id="rId9" Type="http://schemas.openxmlformats.org/officeDocument/2006/relationships/audio" Target="../media/snd_spla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7.xml"/><Relationship Id="rId6" Type="http://schemas.openxmlformats.org/officeDocument/2006/relationships/slide" Target="slide282.xml"/><Relationship Id="rId7" Type="http://schemas.openxmlformats.org/officeDocument/2006/relationships/slide" Target="slide29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3.xml"/><Relationship Id="rId6" Type="http://schemas.openxmlformats.org/officeDocument/2006/relationships/slide" Target="slide288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4.xml"/><Relationship Id="rId6" Type="http://schemas.openxmlformats.org/officeDocument/2006/relationships/slide" Target="slide289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85.xml"/><Relationship Id="rId6" Type="http://schemas.openxmlformats.org/officeDocument/2006/relationships/slide" Target="slide290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291.xml"/><Relationship Id="rId6" Type="http://schemas.openxmlformats.org/officeDocument/2006/relationships/slide" Target="slide286.xml"/><Relationship Id="rId7" Type="http://schemas.openxmlformats.org/officeDocument/2006/relationships/slide" Target="slide292.xml"/><Relationship Id="rId8" Type="http://schemas.openxmlformats.org/officeDocument/2006/relationships/audio" Target="../media/snd_kic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292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7.xml"/><Relationship Id="rId6" Type="http://schemas.openxmlformats.org/officeDocument/2006/relationships/slide" Target="slide282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3.xml"/><Relationship Id="rId6" Type="http://schemas.openxmlformats.org/officeDocument/2006/relationships/slide" Target="slide288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4.xml"/><Relationship Id="rId6" Type="http://schemas.openxmlformats.org/officeDocument/2006/relationships/slide" Target="slide289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85.xml"/><Relationship Id="rId6" Type="http://schemas.openxmlformats.org/officeDocument/2006/relationships/slide" Target="slide290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291.xml"/><Relationship Id="rId6" Type="http://schemas.openxmlformats.org/officeDocument/2006/relationships/slide" Target="slide286.xml"/><Relationship Id="rId7" Type="http://schemas.openxmlformats.org/officeDocument/2006/relationships/slide" Target="slide292.xml"/><Relationship Id="rId8" Type="http://schemas.openxmlformats.org/officeDocument/2006/relationships/audio" Target="../media/snd_bonk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98.xml"/><Relationship Id="rId5" Type="http://schemas.openxmlformats.org/officeDocument/2006/relationships/slide" Target="slide293.xml"/><Relationship Id="rId6" Type="http://schemas.openxmlformats.org/officeDocument/2006/relationships/slide" Target="slide303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299.xml"/><Relationship Id="rId5" Type="http://schemas.openxmlformats.org/officeDocument/2006/relationships/slide" Target="slide294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01.xml"/><Relationship Id="rId5" Type="http://schemas.openxmlformats.org/officeDocument/2006/relationships/slide" Target="slide296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297.xml"/><Relationship Id="rId5" Type="http://schemas.openxmlformats.org/officeDocument/2006/relationships/slide" Target="slide302.xml"/><Relationship Id="rId6" Type="http://schemas.openxmlformats.org/officeDocument/2006/relationships/slide" Target="slide303.xml"/><Relationship Id="rId7" Type="http://schemas.openxmlformats.org/officeDocument/2006/relationships/audio" Target="../media/snd_beep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03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298.xml"/><Relationship Id="rId5" Type="http://schemas.openxmlformats.org/officeDocument/2006/relationships/slide" Target="slide293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299.xml"/><Relationship Id="rId5" Type="http://schemas.openxmlformats.org/officeDocument/2006/relationships/slide" Target="slide294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00.xml"/><Relationship Id="rId5" Type="http://schemas.openxmlformats.org/officeDocument/2006/relationships/slide" Target="slide295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01.xml"/><Relationship Id="rId5" Type="http://schemas.openxmlformats.org/officeDocument/2006/relationships/slide" Target="slide296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297.xml"/><Relationship Id="rId5" Type="http://schemas.openxmlformats.org/officeDocument/2006/relationships/slide" Target="slide302.xml"/><Relationship Id="rId6" Type="http://schemas.openxmlformats.org/officeDocument/2006/relationships/slide" Target="slide303.xml"/><Relationship Id="rId7" Type="http://schemas.openxmlformats.org/officeDocument/2006/relationships/audio" Target="../media/snd_bo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09.xml"/><Relationship Id="rId5" Type="http://schemas.openxmlformats.org/officeDocument/2006/relationships/slide" Target="slide304.xml"/><Relationship Id="rId6" Type="http://schemas.openxmlformats.org/officeDocument/2006/relationships/slide" Target="slide314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10.xml"/><Relationship Id="rId5" Type="http://schemas.openxmlformats.org/officeDocument/2006/relationships/slide" Target="slide305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06.xml"/><Relationship Id="rId5" Type="http://schemas.openxmlformats.org/officeDocument/2006/relationships/slide" Target="slide311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12.xml"/><Relationship Id="rId5" Type="http://schemas.openxmlformats.org/officeDocument/2006/relationships/slide" Target="slide307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08.xml"/><Relationship Id="rId5" Type="http://schemas.openxmlformats.org/officeDocument/2006/relationships/slide" Target="slide313.xml"/><Relationship Id="rId6" Type="http://schemas.openxmlformats.org/officeDocument/2006/relationships/slide" Target="slide314.xml"/><Relationship Id="rId7" Type="http://schemas.openxmlformats.org/officeDocument/2006/relationships/audio" Target="../media/snd_pop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14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09.xml"/><Relationship Id="rId5" Type="http://schemas.openxmlformats.org/officeDocument/2006/relationships/slide" Target="slide304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10.xml"/><Relationship Id="rId5" Type="http://schemas.openxmlformats.org/officeDocument/2006/relationships/slide" Target="slide305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06.xml"/><Relationship Id="rId5" Type="http://schemas.openxmlformats.org/officeDocument/2006/relationships/slide" Target="slide311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12.xml"/><Relationship Id="rId5" Type="http://schemas.openxmlformats.org/officeDocument/2006/relationships/slide" Target="slide307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08.xml"/><Relationship Id="rId5" Type="http://schemas.openxmlformats.org/officeDocument/2006/relationships/slide" Target="slide313.xml"/><Relationship Id="rId6" Type="http://schemas.openxmlformats.org/officeDocument/2006/relationships/slide" Target="slide314.xml"/><Relationship Id="rId7" Type="http://schemas.openxmlformats.org/officeDocument/2006/relationships/audio" Target="../media/snd_bonk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0.xml"/><Relationship Id="rId5" Type="http://schemas.openxmlformats.org/officeDocument/2006/relationships/slide" Target="slide315.xml"/><Relationship Id="rId6" Type="http://schemas.openxmlformats.org/officeDocument/2006/relationships/slide" Target="slide325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1.xml"/><Relationship Id="rId5" Type="http://schemas.openxmlformats.org/officeDocument/2006/relationships/slide" Target="slide316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2.xml"/><Relationship Id="rId5" Type="http://schemas.openxmlformats.org/officeDocument/2006/relationships/slide" Target="slide317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3.xml"/><Relationship Id="rId5" Type="http://schemas.openxmlformats.org/officeDocument/2006/relationships/slide" Target="slide318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4.xml"/><Relationship Id="rId5" Type="http://schemas.openxmlformats.org/officeDocument/2006/relationships/slide" Target="slide319.xml"/><Relationship Id="rId6" Type="http://schemas.openxmlformats.org/officeDocument/2006/relationships/slide" Target="slide325.xml"/><Relationship Id="rId7" Type="http://schemas.openxmlformats.org/officeDocument/2006/relationships/audio" Target="../media/snd_whoosh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325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0.xml"/><Relationship Id="rId5" Type="http://schemas.openxmlformats.org/officeDocument/2006/relationships/slide" Target="slide315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1.xml"/><Relationship Id="rId5" Type="http://schemas.openxmlformats.org/officeDocument/2006/relationships/slide" Target="slide316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2.xml"/><Relationship Id="rId5" Type="http://schemas.openxmlformats.org/officeDocument/2006/relationships/slide" Target="slide317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3.xml"/><Relationship Id="rId5" Type="http://schemas.openxmlformats.org/officeDocument/2006/relationships/slide" Target="slide318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24.xml"/><Relationship Id="rId5" Type="http://schemas.openxmlformats.org/officeDocument/2006/relationships/slide" Target="slide319.xml"/><Relationship Id="rId6" Type="http://schemas.openxmlformats.org/officeDocument/2006/relationships/slide" Target="slide325.xml"/><Relationship Id="rId7" Type="http://schemas.openxmlformats.org/officeDocument/2006/relationships/audio" Target="../media/snd_bonk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6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9.xml"/><Relationship Id="rId5" Type="http://schemas.openxmlformats.org/officeDocument/2006/relationships/slide" Target="slide334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5.xml"/><Relationship Id="rId5" Type="http://schemas.openxmlformats.org/officeDocument/2006/relationships/slide" Target="slide330.xml"/><Relationship Id="rId6" Type="http://schemas.openxmlformats.org/officeDocument/2006/relationships/slide" Target="slide336.xml"/><Relationship Id="rId7" Type="http://schemas.openxmlformats.org/officeDocument/2006/relationships/audio" Target="../media/snd_crea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336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1.xml"/><Relationship Id="rId5" Type="http://schemas.openxmlformats.org/officeDocument/2006/relationships/slide" Target="slide326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2.xml"/><Relationship Id="rId5" Type="http://schemas.openxmlformats.org/officeDocument/2006/relationships/slide" Target="slide327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33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29.xml"/><Relationship Id="rId5" Type="http://schemas.openxmlformats.org/officeDocument/2006/relationships/slide" Target="slide334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335.xml"/><Relationship Id="rId5" Type="http://schemas.openxmlformats.org/officeDocument/2006/relationships/slide" Target="slide330.xml"/><Relationship Id="rId6" Type="http://schemas.openxmlformats.org/officeDocument/2006/relationships/slide" Target="slide336.xml"/><Relationship Id="rId7" Type="http://schemas.openxmlformats.org/officeDocument/2006/relationships/audio" Target="../media/snd_bonk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3.xml"/><Relationship Id="rId5" Type="http://schemas.openxmlformats.org/officeDocument/2006/relationships/slide" Target="slide337.xml"/><Relationship Id="rId6" Type="http://schemas.openxmlformats.org/officeDocument/2006/relationships/slide" Target="slide349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8.xml"/><Relationship Id="rId5" Type="http://schemas.openxmlformats.org/officeDocument/2006/relationships/slide" Target="slide344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9.xml"/><Relationship Id="rId5" Type="http://schemas.openxmlformats.org/officeDocument/2006/relationships/slide" Target="slide345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6.xml"/><Relationship Id="rId5" Type="http://schemas.openxmlformats.org/officeDocument/2006/relationships/slide" Target="slide340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7.xml"/><Relationship Id="rId5" Type="http://schemas.openxmlformats.org/officeDocument/2006/relationships/slide" Target="slide341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8.xml"/><Relationship Id="rId5" Type="http://schemas.openxmlformats.org/officeDocument/2006/relationships/slide" Target="slide342.xml"/><Relationship Id="rId6" Type="http://schemas.openxmlformats.org/officeDocument/2006/relationships/slide" Target="slide349.xml"/><Relationship Id="rId7" Type="http://schemas.openxmlformats.org/officeDocument/2006/relationships/audio" Target="../media/snd_d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9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3.xml"/><Relationship Id="rId5" Type="http://schemas.openxmlformats.org/officeDocument/2006/relationships/slide" Target="slide337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8.xml"/><Relationship Id="rId5" Type="http://schemas.openxmlformats.org/officeDocument/2006/relationships/slide" Target="slide344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39.xml"/><Relationship Id="rId5" Type="http://schemas.openxmlformats.org/officeDocument/2006/relationships/slide" Target="slide345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6.xml"/><Relationship Id="rId5" Type="http://schemas.openxmlformats.org/officeDocument/2006/relationships/slide" Target="slide340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7.xml"/><Relationship Id="rId5" Type="http://schemas.openxmlformats.org/officeDocument/2006/relationships/slide" Target="slide341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0.jpg"/><Relationship Id="rId4" Type="http://schemas.openxmlformats.org/officeDocument/2006/relationships/slide" Target="slide348.xml"/><Relationship Id="rId5" Type="http://schemas.openxmlformats.org/officeDocument/2006/relationships/slide" Target="slide342.xml"/><Relationship Id="rId6" Type="http://schemas.openxmlformats.org/officeDocument/2006/relationships/slide" Target="slide349.xml"/><Relationship Id="rId7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55.xml"/><Relationship Id="rId7" Type="http://schemas.openxmlformats.org/officeDocument/2006/relationships/slide" Target="slide350.xml"/><Relationship Id="rId8" Type="http://schemas.openxmlformats.org/officeDocument/2006/relationships/slide" Target="slide360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6.xml"/><Relationship Id="rId7" Type="http://schemas.openxmlformats.org/officeDocument/2006/relationships/slide" Target="slide351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7.xml"/><Relationship Id="rId7" Type="http://schemas.openxmlformats.org/officeDocument/2006/relationships/slide" Target="slide352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3.xml"/><Relationship Id="rId7" Type="http://schemas.openxmlformats.org/officeDocument/2006/relationships/slide" Target="slide358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4.xml"/><Relationship Id="rId7" Type="http://schemas.openxmlformats.org/officeDocument/2006/relationships/slide" Target="slide359.xml"/><Relationship Id="rId8" Type="http://schemas.openxmlformats.org/officeDocument/2006/relationships/slide" Target="slide360.xml"/><Relationship Id="rId9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60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355.xml"/><Relationship Id="rId7" Type="http://schemas.openxmlformats.org/officeDocument/2006/relationships/slide" Target="slide350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6.xml"/><Relationship Id="rId7" Type="http://schemas.openxmlformats.org/officeDocument/2006/relationships/slide" Target="slide351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7.xml"/><Relationship Id="rId7" Type="http://schemas.openxmlformats.org/officeDocument/2006/relationships/slide" Target="slide352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3.xml"/><Relationship Id="rId7" Type="http://schemas.openxmlformats.org/officeDocument/2006/relationships/slide" Target="slide358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354.xml"/><Relationship Id="rId7" Type="http://schemas.openxmlformats.org/officeDocument/2006/relationships/slide" Target="slide359.xml"/><Relationship Id="rId8" Type="http://schemas.openxmlformats.org/officeDocument/2006/relationships/slide" Target="slide360.xml"/><Relationship Id="rId9" Type="http://schemas.openxmlformats.org/officeDocument/2006/relationships/audio" Target="../media/snd_splash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1.xml"/><Relationship Id="rId6" Type="http://schemas.openxmlformats.org/officeDocument/2006/relationships/slide" Target="slide366.xml"/><Relationship Id="rId7" Type="http://schemas.openxmlformats.org/officeDocument/2006/relationships/slide" Target="slide371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7.xml"/><Relationship Id="rId6" Type="http://schemas.openxmlformats.org/officeDocument/2006/relationships/slide" Target="slide362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3.xml"/><Relationship Id="rId6" Type="http://schemas.openxmlformats.org/officeDocument/2006/relationships/slide" Target="slide368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9.xml"/><Relationship Id="rId6" Type="http://schemas.openxmlformats.org/officeDocument/2006/relationships/slide" Target="slide364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slide" Target="slide365.xml"/><Relationship Id="rId6" Type="http://schemas.openxmlformats.org/officeDocument/2006/relationships/slide" Target="slide370.xml"/><Relationship Id="rId7" Type="http://schemas.openxmlformats.org/officeDocument/2006/relationships/slide" Target="slide371.xml"/><Relationship Id="rId8" Type="http://schemas.openxmlformats.org/officeDocument/2006/relationships/audio" Target="../media/snd_kick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slide" Target="slide371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1.xml"/><Relationship Id="rId6" Type="http://schemas.openxmlformats.org/officeDocument/2006/relationships/slide" Target="slide366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7.xml"/><Relationship Id="rId6" Type="http://schemas.openxmlformats.org/officeDocument/2006/relationships/slide" Target="slide362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3.xml"/><Relationship Id="rId6" Type="http://schemas.openxmlformats.org/officeDocument/2006/relationships/slide" Target="slide368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9.xml"/><Relationship Id="rId6" Type="http://schemas.openxmlformats.org/officeDocument/2006/relationships/slide" Target="slide364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slide" Target="slide365.xml"/><Relationship Id="rId6" Type="http://schemas.openxmlformats.org/officeDocument/2006/relationships/slide" Target="slide370.xml"/><Relationship Id="rId7" Type="http://schemas.openxmlformats.org/officeDocument/2006/relationships/slide" Target="slide371.xml"/><Relationship Id="rId8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77.xml"/><Relationship Id="rId5" Type="http://schemas.openxmlformats.org/officeDocument/2006/relationships/slide" Target="slide372.xml"/><Relationship Id="rId6" Type="http://schemas.openxmlformats.org/officeDocument/2006/relationships/slide" Target="slide382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78.xml"/><Relationship Id="rId5" Type="http://schemas.openxmlformats.org/officeDocument/2006/relationships/slide" Target="slide373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79.xml"/><Relationship Id="rId5" Type="http://schemas.openxmlformats.org/officeDocument/2006/relationships/slide" Target="slide374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75.xml"/><Relationship Id="rId5" Type="http://schemas.openxmlformats.org/officeDocument/2006/relationships/slide" Target="slide380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76.xml"/><Relationship Id="rId5" Type="http://schemas.openxmlformats.org/officeDocument/2006/relationships/slide" Target="slide381.xml"/><Relationship Id="rId6" Type="http://schemas.openxmlformats.org/officeDocument/2006/relationships/slide" Target="slide382.xml"/><Relationship Id="rId7" Type="http://schemas.openxmlformats.org/officeDocument/2006/relationships/audio" Target="../media/snd_beep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slide" Target="slide382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slide" Target="slide377.xml"/><Relationship Id="rId5" Type="http://schemas.openxmlformats.org/officeDocument/2006/relationships/slide" Target="slide372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4" Type="http://schemas.openxmlformats.org/officeDocument/2006/relationships/slide" Target="slide378.xml"/><Relationship Id="rId5" Type="http://schemas.openxmlformats.org/officeDocument/2006/relationships/slide" Target="slide373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4.png"/><Relationship Id="rId4" Type="http://schemas.openxmlformats.org/officeDocument/2006/relationships/slide" Target="slide379.xml"/><Relationship Id="rId5" Type="http://schemas.openxmlformats.org/officeDocument/2006/relationships/slide" Target="slide374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5.png"/><Relationship Id="rId4" Type="http://schemas.openxmlformats.org/officeDocument/2006/relationships/slide" Target="slide375.xml"/><Relationship Id="rId5" Type="http://schemas.openxmlformats.org/officeDocument/2006/relationships/slide" Target="slide380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6.png"/><Relationship Id="rId4" Type="http://schemas.openxmlformats.org/officeDocument/2006/relationships/slide" Target="slide376.xml"/><Relationship Id="rId5" Type="http://schemas.openxmlformats.org/officeDocument/2006/relationships/slide" Target="slide381.xml"/><Relationship Id="rId6" Type="http://schemas.openxmlformats.org/officeDocument/2006/relationships/slide" Target="slide382.xml"/><Relationship Id="rId7" Type="http://schemas.openxmlformats.org/officeDocument/2006/relationships/audio" Target="../media/snd_bonk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83.xml"/><Relationship Id="rId5" Type="http://schemas.openxmlformats.org/officeDocument/2006/relationships/slide" Target="slide388.xml"/><Relationship Id="rId6" Type="http://schemas.openxmlformats.org/officeDocument/2006/relationships/slide" Target="slide393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89.xml"/><Relationship Id="rId5" Type="http://schemas.openxmlformats.org/officeDocument/2006/relationships/slide" Target="slide384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90.xml"/><Relationship Id="rId5" Type="http://schemas.openxmlformats.org/officeDocument/2006/relationships/slide" Target="slide385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91.xml"/><Relationship Id="rId5" Type="http://schemas.openxmlformats.org/officeDocument/2006/relationships/slide" Target="slide386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87.xml"/><Relationship Id="rId5" Type="http://schemas.openxmlformats.org/officeDocument/2006/relationships/slide" Target="slide392.xml"/><Relationship Id="rId6" Type="http://schemas.openxmlformats.org/officeDocument/2006/relationships/slide" Target="slide393.xml"/><Relationship Id="rId7" Type="http://schemas.openxmlformats.org/officeDocument/2006/relationships/audio" Target="../media/snd_pop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93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slide" Target="slide383.xml"/><Relationship Id="rId5" Type="http://schemas.openxmlformats.org/officeDocument/2006/relationships/slide" Target="slide388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0.png"/><Relationship Id="rId4" Type="http://schemas.openxmlformats.org/officeDocument/2006/relationships/slide" Target="slide389.xml"/><Relationship Id="rId5" Type="http://schemas.openxmlformats.org/officeDocument/2006/relationships/slide" Target="slide384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1.png"/><Relationship Id="rId4" Type="http://schemas.openxmlformats.org/officeDocument/2006/relationships/slide" Target="slide390.xml"/><Relationship Id="rId5" Type="http://schemas.openxmlformats.org/officeDocument/2006/relationships/slide" Target="slide385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slide" Target="slide391.xml"/><Relationship Id="rId5" Type="http://schemas.openxmlformats.org/officeDocument/2006/relationships/slide" Target="slide386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3.png"/><Relationship Id="rId4" Type="http://schemas.openxmlformats.org/officeDocument/2006/relationships/slide" Target="slide387.xml"/><Relationship Id="rId5" Type="http://schemas.openxmlformats.org/officeDocument/2006/relationships/slide" Target="slide392.xml"/><Relationship Id="rId6" Type="http://schemas.openxmlformats.org/officeDocument/2006/relationships/slide" Target="slide393.xml"/><Relationship Id="rId7" Type="http://schemas.openxmlformats.org/officeDocument/2006/relationships/audio" Target="../media/snd_bonk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4.xml"/><Relationship Id="rId5" Type="http://schemas.openxmlformats.org/officeDocument/2006/relationships/slide" Target="slide399.xml"/><Relationship Id="rId6" Type="http://schemas.openxmlformats.org/officeDocument/2006/relationships/slide" Target="slide404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0.xml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6.xml"/><Relationship Id="rId5" Type="http://schemas.openxmlformats.org/officeDocument/2006/relationships/slide" Target="slide401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2.xml"/><Relationship Id="rId5" Type="http://schemas.openxmlformats.org/officeDocument/2006/relationships/slide" Target="slide397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3.xml"/><Relationship Id="rId5" Type="http://schemas.openxmlformats.org/officeDocument/2006/relationships/slide" Target="slide398.xml"/><Relationship Id="rId6" Type="http://schemas.openxmlformats.org/officeDocument/2006/relationships/slide" Target="slide404.xml"/><Relationship Id="rId7" Type="http://schemas.openxmlformats.org/officeDocument/2006/relationships/audio" Target="../media/snd_whoosh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slide" Target="slide404.xml"/><Relationship Id="rId6" Type="http://schemas.openxmlformats.org/officeDocument/2006/relationships/audio" Target="../media/snd_tada.wav"/><Relationship Id="rId7" Type="http://schemas.openxmlformats.org/officeDocument/2006/relationships/image" Target="../media/image38.png"/><Relationship Id="rId8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4.xml"/><Relationship Id="rId5" Type="http://schemas.openxmlformats.org/officeDocument/2006/relationships/slide" Target="slide399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0.xml"/><Relationship Id="rId5" Type="http://schemas.openxmlformats.org/officeDocument/2006/relationships/slide" Target="slide395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396.xml"/><Relationship Id="rId5" Type="http://schemas.openxmlformats.org/officeDocument/2006/relationships/slide" Target="slide401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2.xml"/><Relationship Id="rId5" Type="http://schemas.openxmlformats.org/officeDocument/2006/relationships/slide" Target="slide397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4.png"/><Relationship Id="rId4" Type="http://schemas.openxmlformats.org/officeDocument/2006/relationships/slide" Target="slide403.xml"/><Relationship Id="rId5" Type="http://schemas.openxmlformats.org/officeDocument/2006/relationships/slide" Target="slide398.xml"/><Relationship Id="rId6" Type="http://schemas.openxmlformats.org/officeDocument/2006/relationships/slide" Target="slide404.xml"/><Relationship Id="rId7" Type="http://schemas.openxmlformats.org/officeDocument/2006/relationships/audio" Target="../media/snd_bonk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0.xml"/><Relationship Id="rId5" Type="http://schemas.openxmlformats.org/officeDocument/2006/relationships/slide" Target="slide405.xml"/><Relationship Id="rId6" Type="http://schemas.openxmlformats.org/officeDocument/2006/relationships/slide" Target="slide415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1.xml"/><Relationship Id="rId5" Type="http://schemas.openxmlformats.org/officeDocument/2006/relationships/slide" Target="slide406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2.xml"/><Relationship Id="rId5" Type="http://schemas.openxmlformats.org/officeDocument/2006/relationships/slide" Target="slide407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3.xml"/><Relationship Id="rId5" Type="http://schemas.openxmlformats.org/officeDocument/2006/relationships/slide" Target="slide408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4.xml"/><Relationship Id="rId5" Type="http://schemas.openxmlformats.org/officeDocument/2006/relationships/slide" Target="slide409.xml"/><Relationship Id="rId6" Type="http://schemas.openxmlformats.org/officeDocument/2006/relationships/slide" Target="slide415.xml"/><Relationship Id="rId7" Type="http://schemas.openxmlformats.org/officeDocument/2006/relationships/audio" Target="../media/snd_creak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slide" Target="slide415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0.xml"/><Relationship Id="rId5" Type="http://schemas.openxmlformats.org/officeDocument/2006/relationships/slide" Target="slide405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1.xml"/><Relationship Id="rId5" Type="http://schemas.openxmlformats.org/officeDocument/2006/relationships/slide" Target="slide406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2.xml"/><Relationship Id="rId5" Type="http://schemas.openxmlformats.org/officeDocument/2006/relationships/slide" Target="slide407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3.xml"/><Relationship Id="rId5" Type="http://schemas.openxmlformats.org/officeDocument/2006/relationships/slide" Target="slide408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slide" Target="slide414.xml"/><Relationship Id="rId5" Type="http://schemas.openxmlformats.org/officeDocument/2006/relationships/slide" Target="slide409.xml"/><Relationship Id="rId6" Type="http://schemas.openxmlformats.org/officeDocument/2006/relationships/slide" Target="slide415.xml"/><Relationship Id="rId7" Type="http://schemas.openxmlformats.org/officeDocument/2006/relationships/audio" Target="../media/snd_bonk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2.xml"/><Relationship Id="rId5" Type="http://schemas.openxmlformats.org/officeDocument/2006/relationships/slide" Target="slide416.xml"/><Relationship Id="rId6" Type="http://schemas.openxmlformats.org/officeDocument/2006/relationships/slide" Target="slide428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3.xml"/><Relationship Id="rId5" Type="http://schemas.openxmlformats.org/officeDocument/2006/relationships/slide" Target="slide417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8.xml"/><Relationship Id="rId5" Type="http://schemas.openxmlformats.org/officeDocument/2006/relationships/slide" Target="slide424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9.xml"/><Relationship Id="rId5" Type="http://schemas.openxmlformats.org/officeDocument/2006/relationships/slide" Target="slide425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6.xml"/><Relationship Id="rId5" Type="http://schemas.openxmlformats.org/officeDocument/2006/relationships/slide" Target="slide420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7.xml"/><Relationship Id="rId5" Type="http://schemas.openxmlformats.org/officeDocument/2006/relationships/slide" Target="slide421.xml"/><Relationship Id="rId6" Type="http://schemas.openxmlformats.org/officeDocument/2006/relationships/slide" Target="slide428.xml"/><Relationship Id="rId7" Type="http://schemas.openxmlformats.org/officeDocument/2006/relationships/audio" Target="../media/snd_ding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8.xml"/><Relationship Id="rId5" Type="http://schemas.openxmlformats.org/officeDocument/2006/relationships/audio" Target="../media/snd_tada.wav"/><Relationship Id="rId6" Type="http://schemas.openxmlformats.org/officeDocument/2006/relationships/image" Target="../media/image38.png"/><Relationship Id="rId7" Type="http://schemas.openxmlformats.org/officeDocument/2006/relationships/audio" Target="../media/snd_cheer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2.xml"/><Relationship Id="rId5" Type="http://schemas.openxmlformats.org/officeDocument/2006/relationships/slide" Target="slide416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3.xml"/><Relationship Id="rId5" Type="http://schemas.openxmlformats.org/officeDocument/2006/relationships/slide" Target="slide417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8.xml"/><Relationship Id="rId5" Type="http://schemas.openxmlformats.org/officeDocument/2006/relationships/slide" Target="slide424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19.xml"/><Relationship Id="rId5" Type="http://schemas.openxmlformats.org/officeDocument/2006/relationships/slide" Target="slide425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6.xml"/><Relationship Id="rId5" Type="http://schemas.openxmlformats.org/officeDocument/2006/relationships/slide" Target="slide420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1.jpg"/><Relationship Id="rId4" Type="http://schemas.openxmlformats.org/officeDocument/2006/relationships/slide" Target="slide427.xml"/><Relationship Id="rId5" Type="http://schemas.openxmlformats.org/officeDocument/2006/relationships/slide" Target="slide421.xml"/><Relationship Id="rId6" Type="http://schemas.openxmlformats.org/officeDocument/2006/relationships/slide" Target="slide428.xml"/><Relationship Id="rId7" Type="http://schemas.openxmlformats.org/officeDocument/2006/relationships/audio" Target="../media/snd_bonk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34.xml"/><Relationship Id="rId7" Type="http://schemas.openxmlformats.org/officeDocument/2006/relationships/slide" Target="slide429.xml"/><Relationship Id="rId8" Type="http://schemas.openxmlformats.org/officeDocument/2006/relationships/slide" Target="slide439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0.xml"/><Relationship Id="rId7" Type="http://schemas.openxmlformats.org/officeDocument/2006/relationships/slide" Target="slide435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6.xml"/><Relationship Id="rId7" Type="http://schemas.openxmlformats.org/officeDocument/2006/relationships/slide" Target="slide431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7.xml"/><Relationship Id="rId7" Type="http://schemas.openxmlformats.org/officeDocument/2006/relationships/slide" Target="slide432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3.xml"/><Relationship Id="rId7" Type="http://schemas.openxmlformats.org/officeDocument/2006/relationships/slide" Target="slide438.xml"/><Relationship Id="rId8" Type="http://schemas.openxmlformats.org/officeDocument/2006/relationships/slide" Target="slide439.xml"/><Relationship Id="rId9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9.xml"/><Relationship Id="rId7" Type="http://schemas.openxmlformats.org/officeDocument/2006/relationships/audio" Target="../media/snd_tada.wav"/><Relationship Id="rId8" Type="http://schemas.openxmlformats.org/officeDocument/2006/relationships/image" Target="../media/image38.png"/><Relationship Id="rId9" Type="http://schemas.openxmlformats.org/officeDocument/2006/relationships/audio" Target="../media/snd_cheer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34.xml"/><Relationship Id="rId7" Type="http://schemas.openxmlformats.org/officeDocument/2006/relationships/slide" Target="slide429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0.xml"/><Relationship Id="rId7" Type="http://schemas.openxmlformats.org/officeDocument/2006/relationships/slide" Target="slide435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6.xml"/><Relationship Id="rId7" Type="http://schemas.openxmlformats.org/officeDocument/2006/relationships/slide" Target="slide431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7.xml"/><Relationship Id="rId7" Type="http://schemas.openxmlformats.org/officeDocument/2006/relationships/slide" Target="slide432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slide" Target="slide433.xml"/><Relationship Id="rId7" Type="http://schemas.openxmlformats.org/officeDocument/2006/relationships/slide" Target="slide438.xml"/><Relationship Id="rId8" Type="http://schemas.openxmlformats.org/officeDocument/2006/relationships/slide" Target="slide439.xml"/><Relationship Id="rId9" Type="http://schemas.openxmlformats.org/officeDocument/2006/relationships/audio" Target="../media/snd_splash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3.xml"/><Relationship Id="rId8" Type="http://schemas.openxmlformats.org/officeDocument/2006/relationships/slide" Target="slide440.xml"/><Relationship Id="rId9" Type="http://schemas.openxmlformats.org/officeDocument/2006/relationships/slide" Target="slide462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4.xml"/><Relationship Id="rId8" Type="http://schemas.openxmlformats.org/officeDocument/2006/relationships/slide" Target="slide441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5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2.xml"/><Relationship Id="rId8" Type="http://schemas.openxmlformats.org/officeDocument/2006/relationships/audio" Target="../media/snd_cheer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7.xml"/><Relationship Id="rId8" Type="http://schemas.openxmlformats.org/officeDocument/2006/relationships/slide" Target="slide444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8.xml"/><Relationship Id="rId8" Type="http://schemas.openxmlformats.org/officeDocument/2006/relationships/slide" Target="slide445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9.xml"/><Relationship Id="rId8" Type="http://schemas.openxmlformats.org/officeDocument/2006/relationships/slide" Target="slide446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0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48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3.xml"/><Relationship Id="rId8" Type="http://schemas.openxmlformats.org/officeDocument/2006/relationships/slide" Target="slide449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4.xml"/><Relationship Id="rId8" Type="http://schemas.openxmlformats.org/officeDocument/2006/relationships/slide" Target="slide450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5.xml"/><Relationship Id="rId8" Type="http://schemas.openxmlformats.org/officeDocument/2006/relationships/slide" Target="slide451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6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2.xml"/><Relationship Id="rId8" Type="http://schemas.openxmlformats.org/officeDocument/2006/relationships/audio" Target="../media/snd_cheer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54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8.xml"/><Relationship Id="rId8" Type="http://schemas.openxmlformats.org/officeDocument/2006/relationships/slide" Target="slide455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9.xml"/><Relationship Id="rId8" Type="http://schemas.openxmlformats.org/officeDocument/2006/relationships/slide" Target="slide456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0.xml"/><Relationship Id="rId8" Type="http://schemas.openxmlformats.org/officeDocument/2006/relationships/slide" Target="slide457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42.xml"/><Relationship Id="rId8" Type="http://schemas.openxmlformats.org/officeDocument/2006/relationships/slide" Target="slide462.xml"/><Relationship Id="rId9" Type="http://schemas.openxmlformats.org/officeDocument/2006/relationships/audio" Target="../media/snd_whoosh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59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61.xml"/><Relationship Id="rId8" Type="http://schemas.openxmlformats.org/officeDocument/2006/relationships/slide" Target="slide460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42.xml"/><Relationship Id="rId9" Type="http://schemas.openxmlformats.org/officeDocument/2006/relationships/slide" Target="slide462.xml"/><Relationship Id="rId10" Type="http://schemas.openxmlformats.org/officeDocument/2006/relationships/audio" Target="../media/snd_whoosh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slide" Target="slide452.xml"/><Relationship Id="rId8" Type="http://schemas.openxmlformats.org/officeDocument/2006/relationships/slide" Target="slide462.xml"/><Relationship Id="rId9" Type="http://schemas.openxmlformats.org/officeDocument/2006/relationships/audio" Target="../media/snd_whoosh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38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Sukun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8A6CF0"/>
                </a:solidFill>
                <a:latin typeface="Arial"/>
                <a:cs typeface="Arial"/>
              </a:rPr>
              <a:t>Sukun Games</a:t>
            </a:r>
          </a:p>
        </p:txBody>
      </p:sp>
      <p:sp>
        <p:nvSpPr>
          <p:cNvPr id="5" name="Sample" descr="أَبۡ  قُلۡ  مِنۡ  شَمۡسٌ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أَبۡ  قُلۡ  مِنۡ  شَمۡسٌ</a:t>
            </a:r>
          </a:p>
        </p:txBody>
      </p:sp>
      <p:sp>
        <p:nvSpPr>
          <p:cNvPr id="6" name="Subtitle" descr="Hop, kick, build and launch with the sukun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Hop, kick, build and launch with the sukun!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rog H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Frog Hop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lily pa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lily pad.</a:t>
            </a:r>
          </a:p>
        </p:txBody>
      </p:sp>
      <p:sp>
        <p:nvSpPr>
          <p:cNvPr id="7" name="Line 3" descr="3.  Help the frog reach the islan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Help the frog reach the island!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139950"/>
            <a:ext cx="2095500" cy="18161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مَأَ" descr="مَأ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مَأَ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َأۡ" descr="مَأۡ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مَأۡ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مَأِ" descr="مَأِ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مَأِ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َأۡ" descr="م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مَأۡ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خُبَ" descr="خُب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خُبَ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خُبۡ" descr="خُبۡ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خُبۡ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خُبِ" descr="خُبِ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خُبِ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خُ + بۡ" descr="خُ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خُ + بۡ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لَمۡ" descr="لَمۡ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لَمَ" descr="لَم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لَمَ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لُمۡ" descr="لُمۡ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لُمۡ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لَمۡ" descr="لَ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بَحۡرٌ" descr="بَحۡر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شَجَرٌ" descr="شَجَر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بَلَدٌ" descr="بَلَدٌ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ضَنِ" descr="ضَنِ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ضَنِ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ضَنَ" descr="ضَنَ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ضَنَ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ضَنۡ" descr="ضَنۡ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ضَنۡ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ضَنۡ" descr="ض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ضَنۡ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مَأَ" descr="مَأ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مَأَ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َأۡ" descr="مَأۡ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مَأۡ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مَأِ" descr="مَأِ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مَأِ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َأۡ" descr="م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مَأۡ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خُبَ" descr="خُب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خُبَ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خُبۡ" descr="خُبۡ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خُبۡ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خُبِ" descr="خُبِ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خُبِ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خُ + بۡ" descr="خُ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خُ + بۡ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لَمۡ" descr="لَمۡ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لَمَ" descr="لَمَ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لَمَ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لُمۡ" descr="لُمۡ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لُمۡ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لَمۡ" descr="لَ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بَحۡرٌ" descr="بَحۡر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شَجَرٌ" descr="شَجَر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بَلَدٌ" descr="بَلَدٌ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ضَنِ" descr="ضَنِ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ضَنِ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ضَنَ" descr="ضَنَ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ضَنَ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ضَنۡ" descr="ضَنۡ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ضَنۡ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ضَنۡ" descr="ض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ضَنۡ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enalty Kick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Penalty Kick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in the goa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in the goal.</a:t>
            </a:r>
          </a:p>
        </p:txBody>
      </p:sp>
      <p:sp>
        <p:nvSpPr>
          <p:cNvPr id="7" name="Line 3" descr="3.  Score 5 goal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Score 5 goals!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ِثۡ" descr="غِث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غِثۡ</a:t>
            </a:r>
          </a:p>
        </p:txBody>
      </p:sp>
      <p:sp>
        <p:nvSpPr>
          <p:cNvPr id="9" name="Answer 2 غِثَ" descr="غِث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غِثَ</a:t>
            </a:r>
          </a:p>
        </p:txBody>
      </p:sp>
      <p:sp>
        <p:nvSpPr>
          <p:cNvPr id="10" name="Answer 3 غِثُ" descr="غِث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غِثُ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غِ + ثۡ" descr="غِ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ثۡ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ذَكۡرٌ" descr="ذَكۡ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ذَكۡرٌ</a:t>
            </a:r>
          </a:p>
        </p:txBody>
      </p:sp>
      <p:sp>
        <p:nvSpPr>
          <p:cNvPr id="9" name="Answer 2 ذِكَرٌ" descr="ذِكَر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ذِكَرٌ</a:t>
            </a:r>
          </a:p>
        </p:txBody>
      </p:sp>
      <p:sp>
        <p:nvSpPr>
          <p:cNvPr id="10" name="Answer 3 ذِكۡرٌ" descr="ذِكۡ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ذِكۡرٌ" descr="ذِ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َجَرٌ" descr="شَجَ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9" name="Answer 2 مَلۡعَبٌ" descr="مَلۡعَب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مَلۡعَبٌ</a:t>
            </a:r>
          </a:p>
        </p:txBody>
      </p:sp>
      <p:sp>
        <p:nvSpPr>
          <p:cNvPr id="10" name="Answer 3 بَلَدٌ" descr="بَلَد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َجۡ" descr="صَج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صَجۡ</a:t>
            </a:r>
          </a:p>
        </p:txBody>
      </p:sp>
      <p:sp>
        <p:nvSpPr>
          <p:cNvPr id="9" name="Answer 2 صَجِ" descr="صَج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صَجِ</a:t>
            </a:r>
          </a:p>
        </p:txBody>
      </p:sp>
      <p:sp>
        <p:nvSpPr>
          <p:cNvPr id="10" name="Answer 3 صَجَ" descr="صَج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صَجَ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َجۡ" descr="صَ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صَجۡ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ثَحَ" descr="ثَح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ثَحَ</a:t>
            </a:r>
          </a:p>
        </p:txBody>
      </p:sp>
      <p:sp>
        <p:nvSpPr>
          <p:cNvPr id="9" name="Answer 2 ثَحِ" descr="ثَح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ثَحِ</a:t>
            </a:r>
          </a:p>
        </p:txBody>
      </p:sp>
      <p:sp>
        <p:nvSpPr>
          <p:cNvPr id="10" name="Answer 3 ثَحۡ" descr="ثَح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ثَحۡ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ثَحۡ" descr="ث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ثَحۡ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ِثۡ" descr="غِث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غِثۡ</a:t>
            </a:r>
          </a:p>
        </p:txBody>
      </p:sp>
      <p:sp>
        <p:nvSpPr>
          <p:cNvPr id="9" name="Answer 2 غِثَ" descr="غِث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غِثَ</a:t>
            </a:r>
          </a:p>
        </p:txBody>
      </p:sp>
      <p:sp>
        <p:nvSpPr>
          <p:cNvPr id="10" name="Answer 3 غِثُ" descr="غِثُ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غِثُ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غِ + ثۡ" descr="غِ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ثۡ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ذَكۡرٌ" descr="ذَكۡ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ذَكۡرٌ</a:t>
            </a:r>
          </a:p>
        </p:txBody>
      </p:sp>
      <p:sp>
        <p:nvSpPr>
          <p:cNvPr id="9" name="Answer 2 ذِكَرٌ" descr="ذِكَر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ذِكَرٌ</a:t>
            </a:r>
          </a:p>
        </p:txBody>
      </p:sp>
      <p:sp>
        <p:nvSpPr>
          <p:cNvPr id="10" name="Answer 3 ذِكۡرٌ" descr="ذِكۡ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ذِكۡرٌ" descr="ذِ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َجَرٌ" descr="شَجَ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9" name="Answer 2 مَلۡعَبٌ" descr="مَلۡعَب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مَلۡعَبٌ</a:t>
            </a:r>
          </a:p>
        </p:txBody>
      </p:sp>
      <p:sp>
        <p:nvSpPr>
          <p:cNvPr id="10" name="Answer 3 بَلَدٌ" descr="بَلَد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َجۡ" descr="صَج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صَجۡ</a:t>
            </a:r>
          </a:p>
        </p:txBody>
      </p:sp>
      <p:sp>
        <p:nvSpPr>
          <p:cNvPr id="9" name="Answer 2 صَجِ" descr="صَج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صَجِ</a:t>
            </a:r>
          </a:p>
        </p:txBody>
      </p:sp>
      <p:sp>
        <p:nvSpPr>
          <p:cNvPr id="10" name="Answer 3 صَجَ" descr="صَج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صَجَ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َجۡ" descr="صَ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صَجۡ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ثَحَ" descr="ثَح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ثَحَ</a:t>
            </a:r>
          </a:p>
        </p:txBody>
      </p:sp>
      <p:sp>
        <p:nvSpPr>
          <p:cNvPr id="9" name="Answer 2 ثَحِ" descr="ثَح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ثَحِ</a:t>
            </a:r>
          </a:p>
        </p:txBody>
      </p:sp>
      <p:sp>
        <p:nvSpPr>
          <p:cNvPr id="10" name="Answer 3 ثَحۡ" descr="ثَح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ثَحۡ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ثَحۡ" descr="ثَ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ثَحۡ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ild a Robot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Build a Robot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part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part!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422" y="2095500"/>
            <a:ext cx="125015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ِلۡمٌ" descr="عِلۡ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0" name="Answer 2 عَلۡمٌ" descr="عَلۡ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عَلۡمٌ</a:t>
            </a:r>
          </a:p>
        </p:txBody>
      </p:sp>
      <p:sp>
        <p:nvSpPr>
          <p:cNvPr id="11" name="Answer 3 عِلَمٌ" descr="عِلَم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عِلَمٌ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ِلۡمٌ" descr="عِلۡ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َقَرٌ" descr="بَق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Answer 2 كَلۡبٌ" descr="كَلۡ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1" name="Answer 3 سَمَكٌ" descr="سَمَك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ُخۡ" descr="كُخ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كُخۡ</a:t>
            </a:r>
          </a:p>
        </p:txBody>
      </p:sp>
      <p:sp>
        <p:nvSpPr>
          <p:cNvPr id="10" name="Answer 2 كُخَ" descr="كُخ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كُخَ</a:t>
            </a:r>
          </a:p>
        </p:txBody>
      </p:sp>
      <p:sp>
        <p:nvSpPr>
          <p:cNvPr id="11" name="Answer 3 كُخِ" descr="كُخ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كُخِ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ُخۡ" descr="كُ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كُخۡ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وَدَ" descr="وَد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وَدَ</a:t>
            </a:r>
          </a:p>
        </p:txBody>
      </p:sp>
      <p:sp>
        <p:nvSpPr>
          <p:cNvPr id="10" name="Answer 2 وَدۡ" descr="وَد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وَدۡ</a:t>
            </a:r>
          </a:p>
        </p:txBody>
      </p:sp>
      <p:sp>
        <p:nvSpPr>
          <p:cNvPr id="11" name="Answer 3 وَدِ" descr="وَد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وَدِ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وَدۡ" descr="وَ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وَدۡ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خِذُ" descr="خِذ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خِذُ</a:t>
            </a:r>
          </a:p>
        </p:txBody>
      </p:sp>
      <p:sp>
        <p:nvSpPr>
          <p:cNvPr id="10" name="Answer 2 خِذۡ" descr="خِذ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خِذۡ</a:t>
            </a:r>
          </a:p>
        </p:txBody>
      </p:sp>
      <p:sp>
        <p:nvSpPr>
          <p:cNvPr id="11" name="Answer 3 خِذَ" descr="خِذ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خِذَ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خِ + ذۡ" descr="خِ + 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خِ + ذۡ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ِلۡمٌ" descr="عِلۡ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0" name="Answer 2 عَلۡمٌ" descr="عَلۡم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عَلۡمٌ</a:t>
            </a:r>
          </a:p>
        </p:txBody>
      </p:sp>
      <p:sp>
        <p:nvSpPr>
          <p:cNvPr id="11" name="Answer 3 عِلَمٌ" descr="عِلَم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عِلَمٌ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ِلۡمٌ" descr="عِلۡ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َقَرٌ" descr="بَق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Answer 2 كَلۡبٌ" descr="كَلۡ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1" name="Answer 3 سَمَكٌ" descr="سَمَك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ُخۡ" descr="كُخ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كُخۡ</a:t>
            </a:r>
          </a:p>
        </p:txBody>
      </p:sp>
      <p:sp>
        <p:nvSpPr>
          <p:cNvPr id="10" name="Answer 2 كُخَ" descr="كُخ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كُخَ</a:t>
            </a:r>
          </a:p>
        </p:txBody>
      </p:sp>
      <p:sp>
        <p:nvSpPr>
          <p:cNvPr id="11" name="Answer 3 كُخِ" descr="كُخ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كُخِ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ُخۡ" descr="كُ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كُخۡ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وَدَ" descr="وَد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وَدَ</a:t>
            </a:r>
          </a:p>
        </p:txBody>
      </p:sp>
      <p:sp>
        <p:nvSpPr>
          <p:cNvPr id="10" name="Answer 2 وَدۡ" descr="وَد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وَدۡ</a:t>
            </a:r>
          </a:p>
        </p:txBody>
      </p:sp>
      <p:sp>
        <p:nvSpPr>
          <p:cNvPr id="11" name="Answer 3 وَدِ" descr="وَد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وَدِ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َدۡ" descr="وَ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وَدۡ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خِذُ" descr="خِذ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خِذُ</a:t>
            </a:r>
          </a:p>
        </p:txBody>
      </p:sp>
      <p:sp>
        <p:nvSpPr>
          <p:cNvPr id="10" name="Answer 2 خِذۡ" descr="خِذ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خِذۡ</a:t>
            </a:r>
          </a:p>
        </p:txBody>
      </p:sp>
      <p:sp>
        <p:nvSpPr>
          <p:cNvPr id="11" name="Answer 3 خِذَ" descr="خِذ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خِذَ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خِ + ذۡ" descr="خِ + 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خِ + ذۡ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Ice-Cream T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Ice-Cream Tower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scoop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scoop!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062" y="2095500"/>
            <a:ext cx="90487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ُكۡرٌ" descr="شُك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حَجَرٌ" descr="حَجَ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ِذِ" descr="كِذ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كِذِ</a:t>
            </a:r>
          </a:p>
        </p:txBody>
      </p:sp>
      <p:sp>
        <p:nvSpPr>
          <p:cNvPr id="10" name="Answer 2 كِذۡ" descr="كِذ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كِذۡ</a:t>
            </a:r>
          </a:p>
        </p:txBody>
      </p:sp>
      <p:sp>
        <p:nvSpPr>
          <p:cNvPr id="11" name="Answer 3 كِذَ" descr="كِذ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كِذَ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ِذۡ" descr="كِ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كِذۡ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َرۡ" descr="قَ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قَرۡ</a:t>
            </a:r>
          </a:p>
        </p:txBody>
      </p:sp>
      <p:sp>
        <p:nvSpPr>
          <p:cNvPr id="10" name="Answer 2 قَرِ" descr="قَر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قَرِ</a:t>
            </a:r>
          </a:p>
        </p:txBody>
      </p:sp>
      <p:sp>
        <p:nvSpPr>
          <p:cNvPr id="11" name="Answer 3 قَرَ" descr="قَر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قَرَ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َرۡ" descr="قَ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قَرۡ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ثِزۡ" descr="ثِز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ثِزۡ</a:t>
            </a:r>
          </a:p>
        </p:txBody>
      </p:sp>
      <p:sp>
        <p:nvSpPr>
          <p:cNvPr id="10" name="Answer 2 ثِزَ" descr="ثِز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ثِزَ</a:t>
            </a:r>
          </a:p>
        </p:txBody>
      </p:sp>
      <p:sp>
        <p:nvSpPr>
          <p:cNvPr id="11" name="Answer 3 ثِزُ" descr="ثِز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ثِزُ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ثِ + زۡ" descr="ثِ + 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 + زۡ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سَمَعُ" descr="يَسَمَع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يَسَمَعُ</a:t>
            </a:r>
          </a:p>
        </p:txBody>
      </p:sp>
      <p:sp>
        <p:nvSpPr>
          <p:cNvPr id="10" name="Answer 2 يَسۡمَعُ" descr="يَسۡمَع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1" name="Answer 3 يُسۡمَعُ" descr="يُسۡمَع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يُسۡمَعُ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َسۡمَعُ" descr="يَسۡمَ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ُكۡرٌ" descr="شُك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حَجَرٌ" descr="حَجَ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ِذِ" descr="كِذ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كِذِ</a:t>
            </a:r>
          </a:p>
        </p:txBody>
      </p:sp>
      <p:sp>
        <p:nvSpPr>
          <p:cNvPr id="10" name="Answer 2 كِذۡ" descr="كِذ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كِذۡ</a:t>
            </a:r>
          </a:p>
        </p:txBody>
      </p:sp>
      <p:sp>
        <p:nvSpPr>
          <p:cNvPr id="11" name="Answer 3 كِذَ" descr="كِذ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كِذَ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ِذۡ" descr="كِ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كِذۡ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َرۡ" descr="قَر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قَرۡ</a:t>
            </a:r>
          </a:p>
        </p:txBody>
      </p:sp>
      <p:sp>
        <p:nvSpPr>
          <p:cNvPr id="10" name="Answer 2 قَرِ" descr="قَر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قَرِ</a:t>
            </a:r>
          </a:p>
        </p:txBody>
      </p:sp>
      <p:sp>
        <p:nvSpPr>
          <p:cNvPr id="11" name="Answer 3 قَرَ" descr="قَر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قَرَ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َرۡ" descr="قَ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قَرۡ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ثِزۡ" descr="ثِز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ثِزۡ</a:t>
            </a:r>
          </a:p>
        </p:txBody>
      </p:sp>
      <p:sp>
        <p:nvSpPr>
          <p:cNvPr id="10" name="Answer 2 ثِزَ" descr="ثِز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ثِزَ</a:t>
            </a:r>
          </a:p>
        </p:txBody>
      </p:sp>
      <p:sp>
        <p:nvSpPr>
          <p:cNvPr id="11" name="Answer 3 ثِزُ" descr="ثِز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ثِزُ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ثِ + زۡ" descr="ثِ + 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 + زۡ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سَمَعُ" descr="يَسَمَع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يَسَمَعُ</a:t>
            </a:r>
          </a:p>
        </p:txBody>
      </p:sp>
      <p:sp>
        <p:nvSpPr>
          <p:cNvPr id="10" name="Answer 2 يَسۡمَعُ" descr="يَسۡمَع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1" name="Answer 3 يُسۡمَعُ" descr="يُسۡمَع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يُسۡمَعُ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َسۡمَعُ" descr="يَسۡمَع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Rocket Launc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Rocket Launch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 to add fue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2.  Tap the right card to add fuel.</a:t>
            </a:r>
          </a:p>
        </p:txBody>
      </p:sp>
      <p:sp>
        <p:nvSpPr>
          <p:cNvPr id="7" name="Line 3" descr="3.  Full tank? 3, 2, 1... go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3.  Full tank? 3, 2, 1... go!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232" y="2095500"/>
            <a:ext cx="1020536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رِزۡ" descr="رِز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رِزۡ</a:t>
            </a:r>
          </a:p>
        </p:txBody>
      </p:sp>
      <p:sp>
        <p:nvSpPr>
          <p:cNvPr id="7" name="Answer 2 رِزِ" descr="رِز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رِزِ</a:t>
            </a:r>
          </a:p>
        </p:txBody>
      </p:sp>
      <p:sp>
        <p:nvSpPr>
          <p:cNvPr id="8" name="Answer 3 رِزَ" descr="رِز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رِزَ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رِزۡ" descr="رِ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رِزۡ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فَسِ" descr="فَس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فَسِ</a:t>
            </a:r>
          </a:p>
        </p:txBody>
      </p:sp>
      <p:sp>
        <p:nvSpPr>
          <p:cNvPr id="8" name="Answer 2 فَسَ" descr="فَ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فَسَ</a:t>
            </a:r>
          </a:p>
        </p:txBody>
      </p:sp>
      <p:sp>
        <p:nvSpPr>
          <p:cNvPr id="9" name="Answer 3 فَسۡ" descr="فَس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فَسۡ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فَسۡ" descr="فَ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فَسۡ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شَ" descr="هِش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هِشَ</a:t>
            </a:r>
          </a:p>
        </p:txBody>
      </p:sp>
      <p:sp>
        <p:nvSpPr>
          <p:cNvPr id="8" name="Answer 2 هِشُ" descr="هِش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هِشُ</a:t>
            </a:r>
          </a:p>
        </p:txBody>
      </p:sp>
      <p:sp>
        <p:nvSpPr>
          <p:cNvPr id="9" name="Answer 3 هِشۡ" descr="هِش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هِشۡ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هِ + شۡ" descr="هِ + 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 + شۡ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ُمۡسٌ" descr="شُمۡس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8" name="Answer 2 شَمَسٌ" descr="شَمَس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sp>
        <p:nvSpPr>
          <p:cNvPr id="9" name="Answer 3 شَمۡسٌ" descr="شَمۡس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8" name="Answer 2 عَنۡ" descr="عَ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9" name="Answer 3 بَقَرٌ" descr="بَق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رِزۡ" descr="رِز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رِزۡ</a:t>
            </a:r>
          </a:p>
        </p:txBody>
      </p:sp>
      <p:sp>
        <p:nvSpPr>
          <p:cNvPr id="7" name="Answer 2 رِزِ" descr="رِز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رِزِ</a:t>
            </a:r>
          </a:p>
        </p:txBody>
      </p:sp>
      <p:sp>
        <p:nvSpPr>
          <p:cNvPr id="8" name="Answer 3 رِزَ" descr="رِز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رِزَ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رِزۡ" descr="رِ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رِزۡ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فَسِ" descr="فَس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فَسِ</a:t>
            </a:r>
          </a:p>
        </p:txBody>
      </p:sp>
      <p:sp>
        <p:nvSpPr>
          <p:cNvPr id="8" name="Answer 2 فَسَ" descr="فَ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فَسَ</a:t>
            </a:r>
          </a:p>
        </p:txBody>
      </p:sp>
      <p:sp>
        <p:nvSpPr>
          <p:cNvPr id="9" name="Answer 3 فَسۡ" descr="فَس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فَسۡ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فَسۡ" descr="فَ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فَسۡ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شَ" descr="هِش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هِشَ</a:t>
            </a:r>
          </a:p>
        </p:txBody>
      </p:sp>
      <p:sp>
        <p:nvSpPr>
          <p:cNvPr id="8" name="Answer 2 هِشُ" descr="هِش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هِشُ</a:t>
            </a:r>
          </a:p>
        </p:txBody>
      </p:sp>
      <p:sp>
        <p:nvSpPr>
          <p:cNvPr id="9" name="Answer 3 هِشۡ" descr="هِش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هِشۡ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هِ + شۡ" descr="هِ + 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 + شۡ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شُمۡسٌ" descr="شُمۡس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8" name="Answer 2 شَمَسٌ" descr="شَمَس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sp>
        <p:nvSpPr>
          <p:cNvPr id="9" name="Answer 3 شَمۡسٌ" descr="شَمۡس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َلَسَ" descr="جَلَس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8" name="Answer 2 عَنۡ" descr="عَ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9" name="Answer 3 بَقَرٌ" descr="بَق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stle Doo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Castle Doors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Open the right do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Open the right door.</a:t>
            </a:r>
          </a:p>
        </p:txBody>
      </p:sp>
      <p:sp>
        <p:nvSpPr>
          <p:cNvPr id="7" name="Line 3" descr="3.  Find the treasur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Find the treasure!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900" y="2095500"/>
            <a:ext cx="12192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وُصۡ" descr="وُص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وُصۡ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وُصَ" descr="وُص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وُصَ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وُصِ" descr="وُص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وُصِ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ُصۡ" descr="وُ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وُصۡ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َضۡ" descr="فَض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فَضۡ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َضِ" descr="فَض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فَضِ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َضَ" descr="فَض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فَضَ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فَ + ضۡ" descr="فَ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 + ضۡ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ُكَرٌ" descr="شُكَر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شُكَرٌ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كۡرٌ" descr="شَكۡر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شَكۡرٌ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ُكۡرٌ" descr="شُكۡ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ُكۡرٌ" descr="شُ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َحۡرٌ" descr="بَحۡر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لَمٌ" descr="قَلَم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لَدٌ" descr="بَلَد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هِعۡ" descr="هِع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هِعَ" descr="هِع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هِعَ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هِعِ" descr="هِع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هِعِ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ِعۡ" descr="هِ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وُصۡ" descr="وُص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وُصۡ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وُصَ" descr="وُص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وُصَ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وُصِ" descr="وُص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وُصِ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وُصۡ" descr="وُ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وُصۡ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َضۡ" descr="فَض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فَضۡ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َضِ" descr="فَض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فَضِ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َضَ" descr="فَض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فَضَ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فَ + ضۡ" descr="فَ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 + ضۡ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شُكَرٌ" descr="شُكَر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شُكَرٌ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شَكۡرٌ" descr="شَكۡر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شَكۡرٌ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شُكۡرٌ" descr="شُكۡ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ُكۡرٌ" descr="شُ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َحۡرٌ" descr="بَحۡر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لَمٌ" descr="قَلَم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لَدٌ" descr="بَلَد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هِعۡ" descr="هِع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هِعَ" descr="هِعَ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هِعَ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هِعِ" descr="هِعِ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هِعِ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هِعۡ" descr="هِ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Pictur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500" b="1" lang="en-US">
                <a:solidFill>
                  <a:srgbClr val="8A6CF0"/>
                </a:solidFill>
                <a:latin typeface="Arial"/>
                <a:cs typeface="Arial"/>
              </a:rPr>
              <a:t>How to play: Mystery Picture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A piece of the picture ope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A piece of the picture opens!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62188"/>
            <a:ext cx="2095500" cy="1571625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غَظَ" descr="غَظ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غَظَ</a:t>
            </a:r>
          </a:p>
        </p:txBody>
      </p:sp>
      <p:sp>
        <p:nvSpPr>
          <p:cNvPr id="11" name="Answer 2 غَظۡ" descr="غَظ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غَظۡ</a:t>
            </a:r>
          </a:p>
        </p:txBody>
      </p:sp>
      <p:sp>
        <p:nvSpPr>
          <p:cNvPr id="12" name="Answer 3 غَظِ" descr="غَظ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غَ + ظۡ" descr="غَ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 + ظۡ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يُشۡرَبُ" descr="يُشۡر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يُشۡرَبُ</a:t>
            </a:r>
          </a:p>
        </p:txBody>
      </p:sp>
      <p:sp>
        <p:nvSpPr>
          <p:cNvPr id="10" name="Answer 2 يَشَرَبُ" descr="يَشَر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يَشَرَبُ</a:t>
            </a:r>
          </a:p>
        </p:txBody>
      </p:sp>
      <p:sp>
        <p:nvSpPr>
          <p:cNvPr id="11" name="Answer 3 يَشۡرَبُ" descr="يَشۡر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َشۡرَبُ" descr="يَشۡرَ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رَجُلٌ" descr="رَجُل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9" name="Answer 2 قَمَرٌ" descr="قَم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3 بِنۡتٌ" descr="بِن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ظَفِ" descr="ظَف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ظَفِ</a:t>
            </a:r>
          </a:p>
        </p:txBody>
      </p:sp>
      <p:sp>
        <p:nvSpPr>
          <p:cNvPr id="8" name="Answer 2 ظَفۡ" descr="ظَ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ظَفۡ</a:t>
            </a:r>
          </a:p>
        </p:txBody>
      </p:sp>
      <p:sp>
        <p:nvSpPr>
          <p:cNvPr id="9" name="Answer 3 ظَفَ" descr="ظَف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ظَفَ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ظَفۡ" descr="ظَ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ظَفۡ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جَقِ" descr="جَق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جَقِ</a:t>
            </a:r>
          </a:p>
        </p:txBody>
      </p:sp>
      <p:sp>
        <p:nvSpPr>
          <p:cNvPr id="7" name="Answer 2 جَقۡ" descr="جَق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جَقۡ</a:t>
            </a:r>
          </a:p>
        </p:txBody>
      </p:sp>
      <p:sp>
        <p:nvSpPr>
          <p:cNvPr id="8" name="Answer 3 جَقَ" descr="جَق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جَقَ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جَقۡ" descr="جَ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جَقۡ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هَكۡ" descr="هَك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هَكۡ</a:t>
            </a:r>
          </a:p>
        </p:txBody>
      </p:sp>
      <p:sp>
        <p:nvSpPr>
          <p:cNvPr id="6" name="Answer 2 هَكَ" descr="هَ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هَكَ</a:t>
            </a:r>
          </a:p>
        </p:txBody>
      </p:sp>
      <p:sp>
        <p:nvSpPr>
          <p:cNvPr id="7" name="Answer 3 هَكِ" descr="هَك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هَكِ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0" name="Find هَ + كۡ" descr="هَ + 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 + كۡ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lion!" descr="It's a li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It's a lion!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غَظَ" descr="غَظ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غَظَ</a:t>
            </a:r>
          </a:p>
        </p:txBody>
      </p:sp>
      <p:sp>
        <p:nvSpPr>
          <p:cNvPr id="11" name="Answer 2 غَظۡ" descr="غَظ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غَظۡ</a:t>
            </a:r>
          </a:p>
        </p:txBody>
      </p:sp>
      <p:sp>
        <p:nvSpPr>
          <p:cNvPr id="12" name="Answer 3 غَظِ" descr="غَظ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غَظِ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غَ + ظۡ" descr="غَ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 + ظۡ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يُشۡرَبُ" descr="يُشۡر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يُشۡرَبُ</a:t>
            </a:r>
          </a:p>
        </p:txBody>
      </p:sp>
      <p:sp>
        <p:nvSpPr>
          <p:cNvPr id="10" name="Answer 2 يَشَرَبُ" descr="يَشَر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يَشَرَبُ</a:t>
            </a:r>
          </a:p>
        </p:txBody>
      </p:sp>
      <p:sp>
        <p:nvSpPr>
          <p:cNvPr id="11" name="Answer 3 يَشۡرَبُ" descr="يَشۡر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َشۡرَبُ" descr="يَشۡرَ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رَجُلٌ" descr="رَجُل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9" name="Answer 2 قَمَرٌ" descr="قَم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3 بِنۡتٌ" descr="بِن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ظَفِ" descr="ظَف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ظَفِ</a:t>
            </a:r>
          </a:p>
        </p:txBody>
      </p:sp>
      <p:sp>
        <p:nvSpPr>
          <p:cNvPr id="8" name="Answer 2 ظَفۡ" descr="ظَف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ظَفۡ</a:t>
            </a:r>
          </a:p>
        </p:txBody>
      </p:sp>
      <p:sp>
        <p:nvSpPr>
          <p:cNvPr id="9" name="Answer 3 ظَفَ" descr="ظَف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ظَفَ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ظَفۡ" descr="ظَ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ظَفۡ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جَقِ" descr="جَق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جَقِ</a:t>
            </a:r>
          </a:p>
        </p:txBody>
      </p:sp>
      <p:sp>
        <p:nvSpPr>
          <p:cNvPr id="7" name="Answer 2 جَقۡ" descr="جَق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جَقۡ</a:t>
            </a:r>
          </a:p>
        </p:txBody>
      </p:sp>
      <p:sp>
        <p:nvSpPr>
          <p:cNvPr id="8" name="Answer 3 جَقَ" descr="جَق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جَقَ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َقۡ" descr="جَ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جَقۡ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هَكۡ" descr="هَك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هَكۡ</a:t>
            </a:r>
          </a:p>
        </p:txBody>
      </p:sp>
      <p:sp>
        <p:nvSpPr>
          <p:cNvPr id="6" name="Answer 2 هَكَ" descr="هَك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هَكَ</a:t>
            </a:r>
          </a:p>
        </p:txBody>
      </p:sp>
      <p:sp>
        <p:nvSpPr>
          <p:cNvPr id="7" name="Answer 3 هَكِ" descr="هَك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هَكِ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1" name="Find هَ + كۡ" descr="هَ + 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 + كۡ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يَكَتُبُ" descr="يَكَتُبُ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يَكَتُبُ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يَكۡتُبُ" descr="يَكۡتُبُ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يُكۡتُبُ" descr="يُكۡتُبُ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يُكۡتُبُ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َكۡتُبُ" descr="يَكۡتُ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سَمَكٌ" descr="سَمَكٌ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شَمۡسٌ" descr="شَمۡسٌ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حَجَرٌ" descr="حَجَرٌ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خَكَ" descr="خَكَ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خَكَ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خَكۡ" descr="خَكۡ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خَكۡ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خَكِ" descr="خَكِ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خَكِ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خَكۡ" descr="خَ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خَكۡ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أَلۡ" descr="أَل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أَلَ" descr="أَلَ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أَلَ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أَلِ" descr="أَلِ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أَلِ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أَلۡ" descr="أَ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أَلۡ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نُمَ" descr="نُم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نُمَ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نُمِ" descr="نُمِ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نُمِ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نُمۡ" descr="نُمۡ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نُمۡ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7" name="Find نُ + مۡ" descr="نُ + 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مۡ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يَكَتُبُ" descr="يَكَتُبُ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يَكَتُبُ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يَكۡتُبُ" descr="يَكۡتُبُ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يُكۡتُبُ" descr="يُكۡتُبُ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يُكۡتُبُ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َكۡتُبُ" descr="يَكۡتُ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سَمَكٌ" descr="سَمَكٌ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شَمۡسٌ" descr="شَمۡسٌ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pic>
        <p:nvPicPr>
          <p:cNvPr id="10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حَجَرٌ" descr="حَجَرٌ">
            <a:hlinkClick action="ppaction://hlinksldjump" r:id="rId6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خَكَ" descr="خَكَ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خَكَ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خَكۡ" descr="خَكۡ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خَكۡ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خَكِ" descr="خَكِ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خَكِ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خَكۡ" descr="خَ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خَكۡ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أَلۡ" descr="أَل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أَلۡ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أَلَ" descr="أَلَ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أَلَ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أَلِ" descr="أَلِ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أَلِ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أَلۡ" descr="أَ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أَلۡ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نُمَ" descr="نُم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نُمَ</a:t>
            </a:r>
          </a:p>
        </p:txBody>
      </p:sp>
      <p:pic>
        <p:nvPicPr>
          <p:cNvPr id="11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نُمِ" descr="نُمِ">
            <a:hlinkClick action="ppaction://hlinksldjump" r:id="rId6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نُمِ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نُمۡ" descr="نُمۡ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نُمۡ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8" name="Find نُ + مۡ" descr="نُ + 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مۡ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بَقَرٌ" descr="بَقَ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9" name="Answer 2 عِنَبٌ" descr="عِنَب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0" name="Answer 3 صَبۡرٌ" descr="صَبۡ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ُمۡ" descr="نُم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نُمۡ</a:t>
            </a:r>
          </a:p>
        </p:txBody>
      </p:sp>
      <p:sp>
        <p:nvSpPr>
          <p:cNvPr id="9" name="Answer 2 نُمِ" descr="نُم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نُمِ</a:t>
            </a:r>
          </a:p>
        </p:txBody>
      </p:sp>
      <p:sp>
        <p:nvSpPr>
          <p:cNvPr id="10" name="Answer 3 نُمَ" descr="نُم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نُمَ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ُمۡ" descr="نُ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نُمۡ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ِهۡ" descr="صِه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صِهۡ</a:t>
            </a:r>
          </a:p>
        </p:txBody>
      </p:sp>
      <p:sp>
        <p:nvSpPr>
          <p:cNvPr id="9" name="Answer 2 صِهَ" descr="صِه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صِهَ</a:t>
            </a:r>
          </a:p>
        </p:txBody>
      </p:sp>
      <p:sp>
        <p:nvSpPr>
          <p:cNvPr id="10" name="Answer 3 صِهِ" descr="صِه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صِهِ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ِهۡ" descr="صِه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صِهۡ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لَوۡ" descr="لَو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لَوۡ</a:t>
            </a:r>
          </a:p>
        </p:txBody>
      </p:sp>
      <p:sp>
        <p:nvSpPr>
          <p:cNvPr id="9" name="Answer 2 لَوَ" descr="لَو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لَوَ</a:t>
            </a:r>
          </a:p>
        </p:txBody>
      </p:sp>
      <p:sp>
        <p:nvSpPr>
          <p:cNvPr id="10" name="Answer 3 لَوِ" descr="لَو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لَوِ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لَ + وۡ" descr="لَ + 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 + وۡ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َجۡمٌ" descr="نَجۡم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9" name="Answer 2 نُجۡمٌ" descr="نُجۡم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نُجۡمٌ</a:t>
            </a:r>
          </a:p>
        </p:txBody>
      </p:sp>
      <p:sp>
        <p:nvSpPr>
          <p:cNvPr id="10" name="Answer 3 نَجَمٌ" descr="نَجَم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نَجَمٌ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َجۡمٌ" descr="نَجۡ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بَقَرٌ" descr="بَقَ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9" name="Answer 2 عِنَبٌ" descr="عِنَبٌ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0" name="Answer 3 صَبۡرٌ" descr="صَبۡ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ُمۡ" descr="نُم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نُمۡ</a:t>
            </a:r>
          </a:p>
        </p:txBody>
      </p:sp>
      <p:sp>
        <p:nvSpPr>
          <p:cNvPr id="9" name="Answer 2 نُمِ" descr="نُم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نُمِ</a:t>
            </a:r>
          </a:p>
        </p:txBody>
      </p:sp>
      <p:sp>
        <p:nvSpPr>
          <p:cNvPr id="10" name="Answer 3 نُمَ" descr="نُم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نُمَ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ُمۡ" descr="نُ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نُمۡ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ِهۡ" descr="صِه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صِهۡ</a:t>
            </a:r>
          </a:p>
        </p:txBody>
      </p:sp>
      <p:sp>
        <p:nvSpPr>
          <p:cNvPr id="9" name="Answer 2 صِهَ" descr="صِه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صِهَ</a:t>
            </a:r>
          </a:p>
        </p:txBody>
      </p:sp>
      <p:sp>
        <p:nvSpPr>
          <p:cNvPr id="10" name="Answer 3 صِهِ" descr="صِه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صِهِ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ِهۡ" descr="صِه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صِهۡ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لَوۡ" descr="لَو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لَوۡ</a:t>
            </a:r>
          </a:p>
        </p:txBody>
      </p:sp>
      <p:sp>
        <p:nvSpPr>
          <p:cNvPr id="9" name="Answer 2 لَوَ" descr="لَو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لَوَ</a:t>
            </a:r>
          </a:p>
        </p:txBody>
      </p:sp>
      <p:sp>
        <p:nvSpPr>
          <p:cNvPr id="10" name="Answer 3 لَوِ" descr="لَو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لَوِ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لَ + وۡ" descr="لَ + 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 + وۡ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َجۡمٌ" descr="نَجۡم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9" name="Answer 2 نُجۡمٌ" descr="نُجۡم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نُجۡمٌ</a:t>
            </a:r>
          </a:p>
        </p:txBody>
      </p:sp>
      <p:sp>
        <p:nvSpPr>
          <p:cNvPr id="10" name="Answer 3 نَجَمٌ" descr="نَجَم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نَجَمٌ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َجۡمٌ" descr="نَجۡ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َوۡ" descr="ظَو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ظَوۡ</a:t>
            </a:r>
          </a:p>
        </p:txBody>
      </p:sp>
      <p:sp>
        <p:nvSpPr>
          <p:cNvPr id="10" name="Answer 2 ظَوِ" descr="ظَو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ظَوِ</a:t>
            </a:r>
          </a:p>
        </p:txBody>
      </p:sp>
      <p:sp>
        <p:nvSpPr>
          <p:cNvPr id="11" name="Answer 3 ظَوَ" descr="ظَو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ظَوَ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ظَوۡ" descr="ظَ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ظَوۡ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جَأۡ" descr="جَأ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جَأۡ</a:t>
            </a:r>
          </a:p>
        </p:txBody>
      </p:sp>
      <p:sp>
        <p:nvSpPr>
          <p:cNvPr id="10" name="Answer 2 جَأَ" descr="جَأ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جَأَ</a:t>
            </a:r>
          </a:p>
        </p:txBody>
      </p:sp>
      <p:sp>
        <p:nvSpPr>
          <p:cNvPr id="11" name="Answer 3 جَأِ" descr="جَأ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جَأِ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أۡ" descr="ج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جَأۡ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ُبِ" descr="ظُب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ظُبِ</a:t>
            </a:r>
          </a:p>
        </p:txBody>
      </p:sp>
      <p:sp>
        <p:nvSpPr>
          <p:cNvPr id="10" name="Answer 2 ظُبَ" descr="ظُ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ظُبَ</a:t>
            </a:r>
          </a:p>
        </p:txBody>
      </p:sp>
      <p:sp>
        <p:nvSpPr>
          <p:cNvPr id="11" name="Answer 3 ظُبۡ" descr="ظُب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ظُبۡ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ظُ + بۡ" descr="ظُ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 + بۡ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أُخۡتٌ" descr="أُخۡ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10" name="Answer 2 أُخَتٌ" descr="أُخَ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أُخَتٌ</a:t>
            </a:r>
          </a:p>
        </p:txBody>
      </p:sp>
      <p:sp>
        <p:nvSpPr>
          <p:cNvPr id="11" name="Answer 3 أَخۡتٌ" descr="أَخ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أَخۡتٌ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أُخۡتٌ" descr="أُخ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ِنۡ" descr="مِ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ذَهَبَ" descr="ذَه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َوۡ" descr="ظَو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ظَوۡ</a:t>
            </a:r>
          </a:p>
        </p:txBody>
      </p:sp>
      <p:sp>
        <p:nvSpPr>
          <p:cNvPr id="10" name="Answer 2 ظَوِ" descr="ظَو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ظَوِ</a:t>
            </a:r>
          </a:p>
        </p:txBody>
      </p:sp>
      <p:sp>
        <p:nvSpPr>
          <p:cNvPr id="11" name="Answer 3 ظَوَ" descr="ظَو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ظَوَ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ظَوۡ" descr="ظَ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ظَوۡ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جَأۡ" descr="جَأ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جَأۡ</a:t>
            </a:r>
          </a:p>
        </p:txBody>
      </p:sp>
      <p:sp>
        <p:nvSpPr>
          <p:cNvPr id="10" name="Answer 2 جَأَ" descr="جَأ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جَأَ</a:t>
            </a:r>
          </a:p>
        </p:txBody>
      </p:sp>
      <p:sp>
        <p:nvSpPr>
          <p:cNvPr id="11" name="Answer 3 جَأِ" descr="جَأ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جَأِ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َأۡ" descr="ج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جَأۡ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ظُبِ" descr="ظُب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ظُبِ</a:t>
            </a:r>
          </a:p>
        </p:txBody>
      </p:sp>
      <p:sp>
        <p:nvSpPr>
          <p:cNvPr id="10" name="Answer 2 ظُبَ" descr="ظُ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ظُبَ</a:t>
            </a:r>
          </a:p>
        </p:txBody>
      </p:sp>
      <p:sp>
        <p:nvSpPr>
          <p:cNvPr id="11" name="Answer 3 ظُبۡ" descr="ظُب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ظُبۡ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ظُ + بۡ" descr="ظُ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 + بۡ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أُخۡتٌ" descr="أُخۡت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10" name="Answer 2 أُخَتٌ" descr="أُخَ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أُخَتٌ</a:t>
            </a:r>
          </a:p>
        </p:txBody>
      </p:sp>
      <p:sp>
        <p:nvSpPr>
          <p:cNvPr id="11" name="Answer 3 أَخۡتٌ" descr="أَخ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أَخۡتٌ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أُخۡتٌ" descr="أُخ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ِنۡ" descr="مِ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ذَهَبَ" descr="ذَه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ُتِ" descr="يُت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يُتِ</a:t>
            </a:r>
          </a:p>
        </p:txBody>
      </p:sp>
      <p:sp>
        <p:nvSpPr>
          <p:cNvPr id="10" name="Answer 2 يُتَ" descr="يُت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يُتَ</a:t>
            </a:r>
          </a:p>
        </p:txBody>
      </p:sp>
      <p:sp>
        <p:nvSpPr>
          <p:cNvPr id="11" name="Answer 3 يُتۡ" descr="يُت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يُتۡ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ُتۡ" descr="يُت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يُتۡ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َثَ" descr="ضَث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ضَثَ</a:t>
            </a:r>
          </a:p>
        </p:txBody>
      </p:sp>
      <p:sp>
        <p:nvSpPr>
          <p:cNvPr id="10" name="Answer 2 ضَثۡ" descr="ضَث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ضَثۡ</a:t>
            </a:r>
          </a:p>
        </p:txBody>
      </p:sp>
      <p:sp>
        <p:nvSpPr>
          <p:cNvPr id="11" name="Answer 3 ضَثِ" descr="ضَث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ضَثِ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ضَ + ثۡ" descr="ضَ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 + ثۡ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يَلَعَبُ" descr="يَلَ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يَلَعَبُ</a:t>
            </a:r>
          </a:p>
        </p:txBody>
      </p:sp>
      <p:sp>
        <p:nvSpPr>
          <p:cNvPr id="11" name="Answer 3 يُلۡعَبُ" descr="يُلۡع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يُلۡعَبُ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َلۡعَبُ" descr="يَلۡعَ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مۡ" descr="ك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Answer 2 جَمَلٌ" descr="جَمَ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1" name="Answer 3 بَلَدٌ" descr="بَلَ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ِجِ" descr="ضِج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ضِجِ</a:t>
            </a:r>
          </a:p>
        </p:txBody>
      </p:sp>
      <p:sp>
        <p:nvSpPr>
          <p:cNvPr id="10" name="Answer 2 ضِجَ" descr="ضِج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ضِجَ</a:t>
            </a:r>
          </a:p>
        </p:txBody>
      </p:sp>
      <p:sp>
        <p:nvSpPr>
          <p:cNvPr id="11" name="Answer 3 ضِجۡ" descr="ضِج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ضِجۡ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ِجۡ" descr="ضِ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ضِجۡ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ُتِ" descr="يُت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يُتِ</a:t>
            </a:r>
          </a:p>
        </p:txBody>
      </p:sp>
      <p:sp>
        <p:nvSpPr>
          <p:cNvPr id="10" name="Answer 2 يُتَ" descr="يُت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يُتَ</a:t>
            </a:r>
          </a:p>
        </p:txBody>
      </p:sp>
      <p:sp>
        <p:nvSpPr>
          <p:cNvPr id="11" name="Answer 3 يُتۡ" descr="يُت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يُتۡ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ُتۡ" descr="يُت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يُتۡ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َثَ" descr="ضَث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ضَثَ</a:t>
            </a:r>
          </a:p>
        </p:txBody>
      </p:sp>
      <p:sp>
        <p:nvSpPr>
          <p:cNvPr id="10" name="Answer 2 ضَثۡ" descr="ضَث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ضَثۡ</a:t>
            </a:r>
          </a:p>
        </p:txBody>
      </p:sp>
      <p:sp>
        <p:nvSpPr>
          <p:cNvPr id="11" name="Answer 3 ضَثِ" descr="ضَث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ضَثِ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ضَ + ثۡ" descr="ضَ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 + ثۡ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يَلَعَبُ" descr="يَلَ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يَلَعَبُ</a:t>
            </a:r>
          </a:p>
        </p:txBody>
      </p:sp>
      <p:sp>
        <p:nvSpPr>
          <p:cNvPr id="11" name="Answer 3 يُلۡعَبُ" descr="يُلۡعَب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يُلۡعَبُ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َلۡعَبُ" descr="يَلۡعَب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كَمۡ" descr="كَ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Answer 2 جَمَلٌ" descr="جَمَ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1" name="Answer 3 بَلَدٌ" descr="بَلَ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ِجِ" descr="ضِج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ضِجِ</a:t>
            </a:r>
          </a:p>
        </p:txBody>
      </p:sp>
      <p:sp>
        <p:nvSpPr>
          <p:cNvPr id="10" name="Answer 2 ضِجَ" descr="ضِج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ضِجَ</a:t>
            </a:r>
          </a:p>
        </p:txBody>
      </p:sp>
      <p:sp>
        <p:nvSpPr>
          <p:cNvPr id="11" name="Answer 3 ضِجۡ" descr="ضِج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ضِجۡ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ِجۡ" descr="ضِ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ضِجۡ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مَيِ" descr="مَي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مَيِ</a:t>
            </a:r>
          </a:p>
        </p:txBody>
      </p:sp>
      <p:sp>
        <p:nvSpPr>
          <p:cNvPr id="7" name="Answer 2 مَيۡ" descr="مَي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مَيۡ</a:t>
            </a:r>
          </a:p>
        </p:txBody>
      </p:sp>
      <p:sp>
        <p:nvSpPr>
          <p:cNvPr id="8" name="Answer 3 مَيَ" descr="مَي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مَيَ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1" name="Find مَ + يۡ" descr="مَ + 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 + يۡ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َلۡ" descr="قَل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</a:t>
            </a:r>
          </a:p>
        </p:txBody>
      </p:sp>
      <p:sp>
        <p:nvSpPr>
          <p:cNvPr id="8" name="Answer 2 قُلَ" descr="قُل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قُلَ</a:t>
            </a:r>
          </a:p>
        </p:txBody>
      </p:sp>
      <p:sp>
        <p:nvSpPr>
          <p:cNvPr id="9" name="Answer 3 قُلۡ" descr="قُ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ُلۡ" descr="قُ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َدۡ" descr="قَد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8" name="Answer 2 عِنَبٌ" descr="عِن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9" name="Answer 3 وَلَدٌ" descr="وَلَ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ِخِ" descr="ثِخ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ثِخِ</a:t>
            </a:r>
          </a:p>
        </p:txBody>
      </p:sp>
      <p:sp>
        <p:nvSpPr>
          <p:cNvPr id="8" name="Answer 2 ثِخۡ" descr="ثِخ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ثِخۡ</a:t>
            </a:r>
          </a:p>
        </p:txBody>
      </p:sp>
      <p:sp>
        <p:nvSpPr>
          <p:cNvPr id="9" name="Answer 3 ثِخَ" descr="ثِخ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ثِخَ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ثِخۡ" descr="ثِ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ثِخۡ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ُدۡ" descr="جُد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جُدۡ</a:t>
            </a:r>
          </a:p>
        </p:txBody>
      </p:sp>
      <p:sp>
        <p:nvSpPr>
          <p:cNvPr id="8" name="Answer 2 جُدَ" descr="جُد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جُدَ</a:t>
            </a:r>
          </a:p>
        </p:txBody>
      </p:sp>
      <p:sp>
        <p:nvSpPr>
          <p:cNvPr id="9" name="Answer 3 جُدِ" descr="جُد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جُدِ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ُدۡ" descr="جُ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جُدۡ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مَيِ" descr="مَي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مَيِ</a:t>
            </a:r>
          </a:p>
        </p:txBody>
      </p:sp>
      <p:sp>
        <p:nvSpPr>
          <p:cNvPr id="7" name="Answer 2 مَيۡ" descr="مَي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مَيۡ</a:t>
            </a:r>
          </a:p>
        </p:txBody>
      </p:sp>
      <p:sp>
        <p:nvSpPr>
          <p:cNvPr id="8" name="Answer 3 مَيَ" descr="مَي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مَيَ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مَ + يۡ" descr="مَ + 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 + يۡ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َلۡ" descr="قَل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</a:t>
            </a:r>
          </a:p>
        </p:txBody>
      </p:sp>
      <p:sp>
        <p:nvSpPr>
          <p:cNvPr id="8" name="Answer 2 قُلَ" descr="قُل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قُلَ</a:t>
            </a:r>
          </a:p>
        </p:txBody>
      </p:sp>
      <p:sp>
        <p:nvSpPr>
          <p:cNvPr id="9" name="Answer 3 قُلۡ" descr="قُ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ُلۡ" descr="قُ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قَدۡ" descr="قَد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8" name="Answer 2 عِنَبٌ" descr="عِن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9" name="Answer 3 وَلَدٌ" descr="وَلَ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ثِخِ" descr="ثِخ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ثِخِ</a:t>
            </a:r>
          </a:p>
        </p:txBody>
      </p:sp>
      <p:sp>
        <p:nvSpPr>
          <p:cNvPr id="8" name="Answer 2 ثِخۡ" descr="ثِخ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ثِخۡ</a:t>
            </a:r>
          </a:p>
        </p:txBody>
      </p:sp>
      <p:sp>
        <p:nvSpPr>
          <p:cNvPr id="9" name="Answer 3 ثِخَ" descr="ثِخ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ثِخَ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ِخۡ" descr="ثِ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ثِخۡ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جُدۡ" descr="جُد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جُدۡ</a:t>
            </a:r>
          </a:p>
        </p:txBody>
      </p:sp>
      <p:sp>
        <p:nvSpPr>
          <p:cNvPr id="8" name="Answer 2 جُدَ" descr="جُد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جُدَ</a:t>
            </a:r>
          </a:p>
        </p:txBody>
      </p:sp>
      <p:sp>
        <p:nvSpPr>
          <p:cNvPr id="9" name="Answer 3 جُدِ" descr="جُد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جُدِ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ُدۡ" descr="جُ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جُدۡ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مَ" descr="كَم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كَمَ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كَمۡ" descr="كَم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كُمۡ" descr="كُم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كُمۡ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َمۡ" descr="كَ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رَأۡسٌ" descr="رَأۡس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عِنَبٌ" descr="عِنَب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قَرٌ" descr="بَقَ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لَذۡ" descr="لَذ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لَذۡ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لَذِ" descr="لَذ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لَذِ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لَذَ" descr="لَذ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لَذَ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لَذۡ" descr="لَ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لَذۡ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جِرَ" descr="جِر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جِرَ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جِرۡ" descr="جِر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جِرِ" descr="جِر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جِرِ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ِرۡ" descr="ج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هَزِ" descr="هَز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هَزِ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هَزۡ" descr="هَز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هَزۡ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هَزَ" descr="هَز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هَزَ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هَ + زۡ" descr="هَ + 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 + زۡ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مَ" descr="كَم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كَمَ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كَمۡ" descr="كَم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كُمۡ" descr="كُم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كُمۡ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كَمۡ" descr="كَ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رَأۡسٌ" descr="رَأۡس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عِنَبٌ" descr="عِنَب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قَرٌ" descr="بَقَر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لَذۡ" descr="لَذ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لَذۡ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لَذِ" descr="لَذ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لَذِ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لَذَ" descr="لَذ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لَذَ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َذۡ" descr="لَ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لَذۡ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جِرَ" descr="جِر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جِرَ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جِرۡ" descr="جِر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جِرِ" descr="جِر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جِرِ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ِرۡ" descr="ج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هَزِ" descr="هَز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هَزِ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هَزۡ" descr="هَز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هَزۡ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هَزَ" descr="هَز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هَزَ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هَ + زۡ" descr="هَ + 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هَ + زۡ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قَلَمٌ" descr="قَلَ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11" name="Answer 2 ذَهَبَ" descr="ذَهَ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Answer 3 مَكۡتَبٌ" descr="مَكۡتَ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بِزِ" descr="بِز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بِزِ</a:t>
            </a:r>
          </a:p>
        </p:txBody>
      </p:sp>
      <p:sp>
        <p:nvSpPr>
          <p:cNvPr id="10" name="Answer 2 بِزۡ" descr="بِز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بِزۡ</a:t>
            </a:r>
          </a:p>
        </p:txBody>
      </p:sp>
      <p:sp>
        <p:nvSpPr>
          <p:cNvPr id="11" name="Answer 3 بِزَ" descr="بِز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بِزَ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ِزۡ" descr="بِ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بِزۡ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فُسۡ" descr="فُس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فُسۡ</a:t>
            </a:r>
          </a:p>
        </p:txBody>
      </p:sp>
      <p:sp>
        <p:nvSpPr>
          <p:cNvPr id="9" name="Answer 2 فُسِ" descr="فُس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فُسِ</a:t>
            </a:r>
          </a:p>
        </p:txBody>
      </p:sp>
      <p:sp>
        <p:nvSpPr>
          <p:cNvPr id="10" name="Answer 3 فُسَ" descr="فُ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فُسَ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فُسۡ" descr="فُ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فُسۡ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زُشِ" descr="زُ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زُشِ</a:t>
            </a:r>
          </a:p>
        </p:txBody>
      </p:sp>
      <p:sp>
        <p:nvSpPr>
          <p:cNvPr id="8" name="Answer 2 زُشۡ" descr="زُش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زُشۡ</a:t>
            </a:r>
          </a:p>
        </p:txBody>
      </p:sp>
      <p:sp>
        <p:nvSpPr>
          <p:cNvPr id="9" name="Answer 3 زُشَ" descr="زُش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زُشَ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زُ + شۡ" descr="زُ + 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زُ + شۡ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عَنۡ" descr="عَ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7" name="Answer 2 عُنۡ" descr="عُ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عُنۡ</a:t>
            </a:r>
          </a:p>
        </p:txBody>
      </p:sp>
      <p:sp>
        <p:nvSpPr>
          <p:cNvPr id="8" name="Answer 3 عَنَ" descr="عَن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عَنَ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َنۡ" descr="ع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6" name="Answer 2 نَهۡرٌ" descr="نَه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7" name="Answer 3 كَتَبَ" descr="كَت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whale!" descr="It's a whale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It's a whale!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قَلَمٌ" descr="قَلَم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11" name="Answer 2 ذَهَبَ" descr="ذَهَ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Answer 3 مَكۡتَبٌ" descr="مَكۡتَ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بِزِ" descr="بِز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بِزِ</a:t>
            </a:r>
          </a:p>
        </p:txBody>
      </p:sp>
      <p:sp>
        <p:nvSpPr>
          <p:cNvPr id="10" name="Answer 2 بِزۡ" descr="بِز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بِزۡ</a:t>
            </a:r>
          </a:p>
        </p:txBody>
      </p:sp>
      <p:sp>
        <p:nvSpPr>
          <p:cNvPr id="11" name="Answer 3 بِزَ" descr="بِز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بِزَ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ِزۡ" descr="بِ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بِزۡ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فُسۡ" descr="فُس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فُسۡ</a:t>
            </a:r>
          </a:p>
        </p:txBody>
      </p:sp>
      <p:sp>
        <p:nvSpPr>
          <p:cNvPr id="9" name="Answer 2 فُسِ" descr="فُس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فُسِ</a:t>
            </a:r>
          </a:p>
        </p:txBody>
      </p:sp>
      <p:sp>
        <p:nvSpPr>
          <p:cNvPr id="10" name="Answer 3 فُسَ" descr="فُ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فُسَ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فُسۡ" descr="فُ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فُسۡ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زُشِ" descr="زُ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زُشِ</a:t>
            </a:r>
          </a:p>
        </p:txBody>
      </p:sp>
      <p:sp>
        <p:nvSpPr>
          <p:cNvPr id="8" name="Answer 2 زُشۡ" descr="زُش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زُشۡ</a:t>
            </a:r>
          </a:p>
        </p:txBody>
      </p:sp>
      <p:sp>
        <p:nvSpPr>
          <p:cNvPr id="9" name="Answer 3 زُشَ" descr="زُش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زُشَ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زُ + شۡ" descr="زُ + 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زُ + شۡ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عَنۡ" descr="عَ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7" name="Answer 2 عُنۡ" descr="عُ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عُنۡ</a:t>
            </a:r>
          </a:p>
        </p:txBody>
      </p:sp>
      <p:sp>
        <p:nvSpPr>
          <p:cNvPr id="8" name="Answer 3 عَنَ" descr="عَن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عَنَ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َنۡ" descr="ع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6" name="Answer 2 نَهۡرٌ" descr="نَه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7" name="Answer 3 كَتَبَ" descr="كَتَ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لَشِ" descr="لَش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لَشِ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لَشۡ" descr="لَشۡ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لَشۡ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لَشَ" descr="لَشَ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لَشَ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َشۡ" descr="لَ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لَشۡ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رَصَ" descr="رَص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رَصَ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رَصِ" descr="رَصِ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رَصِ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رَصۡ" descr="رَصۡ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رَصۡ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رَصۡ" descr="رَ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رَصۡ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فَضِ" descr="فَضِ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فَضِ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فَضَ" descr="فَضَ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فَضَ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فَضۡ" descr="فَضۡ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فَضۡ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فَ + ضۡ" descr="فَ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 + ضۡ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شَمَسٌ" descr="شَمَس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شَمۡسٌ" descr="شَمۡس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شُمۡسٌ" descr="شُمۡسٌ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جَلَسَ" descr="جَلَس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ذِكۡرٌ" descr="ذِكۡرٌ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بَلَدٌ" descr="بَلَدٌ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لَشِ" descr="لَش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لَشِ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لَشۡ" descr="لَشۡ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لَشۡ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لَشَ" descr="لَشَ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لَشَ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لَشۡ" descr="لَ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لَشۡ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رَصَ" descr="رَص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رَصَ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رَصِ" descr="رَصِ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رَصِ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رَصۡ" descr="رَصۡ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رَصۡ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َصۡ" descr="رَ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رَصۡ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فَضِ" descr="فَضِ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فَضِ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فَضَ" descr="فَضَ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فَضَ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فَضۡ" descr="فَضۡ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فَضۡ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فَ + ضۡ" descr="فَ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 + ضۡ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شَمَسٌ" descr="شَمَس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شَمۡسٌ" descr="شَمۡسٌ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شُمۡسٌ" descr="شُمۡسٌ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جَلَسَ" descr="جَلَسَ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ذِكۡرٌ" descr="ذِكۡرٌ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pic>
        <p:nvPicPr>
          <p:cNvPr id="13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بَلَدٌ" descr="بَلَدٌ">
            <a:hlinkClick action="ppaction://hlinksldjump" r:id="rId6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ِطۡ" descr="كِط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كِطۡ</a:t>
            </a:r>
          </a:p>
        </p:txBody>
      </p:sp>
      <p:sp>
        <p:nvSpPr>
          <p:cNvPr id="9" name="Answer 2 كِطَ" descr="كِط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كِطَ</a:t>
            </a:r>
          </a:p>
        </p:txBody>
      </p:sp>
      <p:sp>
        <p:nvSpPr>
          <p:cNvPr id="10" name="Answer 3 كِطِ" descr="كِط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كِطِ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ِطۡ" descr="كِ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كِطۡ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َظَ" descr="صَظ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صَظَ</a:t>
            </a:r>
          </a:p>
        </p:txBody>
      </p:sp>
      <p:sp>
        <p:nvSpPr>
          <p:cNvPr id="9" name="Answer 2 صَظۡ" descr="صَظ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صَظۡ</a:t>
            </a:r>
          </a:p>
        </p:txBody>
      </p:sp>
      <p:sp>
        <p:nvSpPr>
          <p:cNvPr id="10" name="Answer 3 صَظِ" descr="صَظ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صَظِ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صَ + ظۡ" descr="صَ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 + ظۡ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َمۡسٌ" descr="شَمۡس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9" name="Answer 2 شُمۡسٌ" descr="شُمۡس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10" name="Answer 3 شَمَسٌ" descr="شَمَس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رَجُلٌ" descr="رَجُل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9" name="Answer 2 يَسۡمَعُ" descr="يَسۡمَع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0" name="Answer 3 قَمَرٌ" descr="قَمَر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ُفِ" descr="جُف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جُفِ</a:t>
            </a:r>
          </a:p>
        </p:txBody>
      </p:sp>
      <p:sp>
        <p:nvSpPr>
          <p:cNvPr id="9" name="Answer 2 جُفۡ" descr="جُف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جُفۡ</a:t>
            </a:r>
          </a:p>
        </p:txBody>
      </p:sp>
      <p:sp>
        <p:nvSpPr>
          <p:cNvPr id="10" name="Answer 3 جُفَ" descr="جُف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جُفَ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ُفۡ" descr="جُ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جُفۡ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كِطۡ" descr="كِط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كِطۡ</a:t>
            </a:r>
          </a:p>
        </p:txBody>
      </p:sp>
      <p:sp>
        <p:nvSpPr>
          <p:cNvPr id="9" name="Answer 2 كِطَ" descr="كِط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كِطَ</a:t>
            </a:r>
          </a:p>
        </p:txBody>
      </p:sp>
      <p:sp>
        <p:nvSpPr>
          <p:cNvPr id="10" name="Answer 3 كِطِ" descr="كِط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كِطِ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ِطۡ" descr="كِ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كِطۡ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صَظَ" descr="صَظ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صَظَ</a:t>
            </a:r>
          </a:p>
        </p:txBody>
      </p:sp>
      <p:sp>
        <p:nvSpPr>
          <p:cNvPr id="9" name="Answer 2 صَظۡ" descr="صَظ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صَظۡ</a:t>
            </a:r>
          </a:p>
        </p:txBody>
      </p:sp>
      <p:sp>
        <p:nvSpPr>
          <p:cNvPr id="10" name="Answer 3 صَظِ" descr="صَظِ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صَظِ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صَ + ظۡ" descr="صَ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صَ + ظۡ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َمۡسٌ" descr="شَمۡس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9" name="Answer 2 شُمۡسٌ" descr="شُمۡس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10" name="Answer 3 شَمَسٌ" descr="شَمَس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رَجُلٌ" descr="رَجُل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9" name="Answer 2 يَسۡمَعُ" descr="يَسۡمَعُ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0" name="Answer 3 قَمَرٌ" descr="قَمَر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ُفِ" descr="جُف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جُفِ</a:t>
            </a:r>
          </a:p>
        </p:txBody>
      </p:sp>
      <p:sp>
        <p:nvSpPr>
          <p:cNvPr id="9" name="Answer 2 جُفۡ" descr="جُف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جُفۡ</a:t>
            </a:r>
          </a:p>
        </p:txBody>
      </p:sp>
      <p:sp>
        <p:nvSpPr>
          <p:cNvPr id="10" name="Answer 3 جُفَ" descr="جُف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جُفَ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جُفۡ" descr="جُ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جُفۡ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قَغَ" descr="قَغ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قَغَ</a:t>
            </a:r>
          </a:p>
        </p:txBody>
      </p:sp>
      <p:sp>
        <p:nvSpPr>
          <p:cNvPr id="10" name="Answer 2 قَغِ" descr="قَغ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قَغِ</a:t>
            </a:r>
          </a:p>
        </p:txBody>
      </p:sp>
      <p:sp>
        <p:nvSpPr>
          <p:cNvPr id="11" name="Answer 3 قَغۡ" descr="قَغ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قَغۡ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قَ + غۡ" descr="قَ + غ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 + غۡ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ِكَرٌ" descr="ذِك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ذِكَرٌ</a:t>
            </a:r>
          </a:p>
        </p:txBody>
      </p:sp>
      <p:sp>
        <p:nvSpPr>
          <p:cNvPr id="10" name="Answer 2 ذِكۡرٌ" descr="ذِك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1" name="Answer 3 ذَكۡرٌ" descr="ذَكۡ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ذَكۡرٌ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ِكۡرٌ" descr="ذِ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قَمَرٌ" descr="قَم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2 ذَهَبَ" descr="ذَهَ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3 بَلۡ" descr="ب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كۡ" descr="عَك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عَكۡ</a:t>
            </a:r>
          </a:p>
        </p:txBody>
      </p:sp>
      <p:sp>
        <p:nvSpPr>
          <p:cNvPr id="10" name="Answer 2 عَكِ" descr="عَك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عَكِ</a:t>
            </a:r>
          </a:p>
        </p:txBody>
      </p:sp>
      <p:sp>
        <p:nvSpPr>
          <p:cNvPr id="11" name="Answer 3 عَكَ" descr="عَك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عَكَ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َكۡ" descr="عَ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عَكۡ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قُلَ" descr="قُ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قُلَ</a:t>
            </a:r>
          </a:p>
        </p:txBody>
      </p:sp>
      <p:sp>
        <p:nvSpPr>
          <p:cNvPr id="10" name="Answer 2 قُلۡ" descr="قُل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1" name="Answer 3 قُلِ" descr="قُل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ُلۡ" descr="قُ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قَغَ" descr="قَغ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قَغَ</a:t>
            </a:r>
          </a:p>
        </p:txBody>
      </p:sp>
      <p:sp>
        <p:nvSpPr>
          <p:cNvPr id="10" name="Answer 2 قَغِ" descr="قَغ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قَغِ</a:t>
            </a:r>
          </a:p>
        </p:txBody>
      </p:sp>
      <p:sp>
        <p:nvSpPr>
          <p:cNvPr id="11" name="Answer 3 قَغۡ" descr="قَغ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قَغۡ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قَ + غۡ" descr="قَ + غ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 + غۡ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ِكَرٌ" descr="ذِك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ذِكَرٌ</a:t>
            </a:r>
          </a:p>
        </p:txBody>
      </p:sp>
      <p:sp>
        <p:nvSpPr>
          <p:cNvPr id="10" name="Answer 2 ذِكۡرٌ" descr="ذِك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1" name="Answer 3 ذَكۡرٌ" descr="ذَكۡ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ذَكۡرٌ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ِكۡرٌ" descr="ذِ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قَمَرٌ" descr="قَم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2 ذَهَبَ" descr="ذَهَب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Answer 3 بَلۡ" descr="ب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عَكۡ" descr="عَك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عَكۡ</a:t>
            </a:r>
          </a:p>
        </p:txBody>
      </p:sp>
      <p:sp>
        <p:nvSpPr>
          <p:cNvPr id="10" name="Answer 2 عَكِ" descr="عَك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عَكِ</a:t>
            </a:r>
          </a:p>
        </p:txBody>
      </p:sp>
      <p:sp>
        <p:nvSpPr>
          <p:cNvPr id="11" name="Answer 3 عَكَ" descr="عَك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عَكَ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َكۡ" descr="عَ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عَكۡ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قُلَ" descr="قُل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قُلَ</a:t>
            </a:r>
          </a:p>
        </p:txBody>
      </p:sp>
      <p:sp>
        <p:nvSpPr>
          <p:cNvPr id="10" name="Answer 2 قُلۡ" descr="قُل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1" name="Answer 3 قُلِ" descr="قُل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ُلۡ" descr="قُ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َمۡسٌ" descr="شَمۡس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0" name="Answer 2 شُمۡسٌ" descr="شُمۡ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11" name="Answer 3 شَمَسٌ" descr="شَمَس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سۡمَعُ" descr="يَسۡمَع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0" name="Answer 2 قَمَرٌ" descr="قَمَ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1" name="Answer 3 ذَهَبَ" descr="ذَه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ُمۡ" descr="ضُ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ضُمۡ</a:t>
            </a:r>
          </a:p>
        </p:txBody>
      </p:sp>
      <p:sp>
        <p:nvSpPr>
          <p:cNvPr id="10" name="Answer 2 ضُمِ" descr="ضُم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ضُمِ</a:t>
            </a:r>
          </a:p>
        </p:txBody>
      </p:sp>
      <p:sp>
        <p:nvSpPr>
          <p:cNvPr id="11" name="Answer 3 ضُمَ" descr="ضُ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ضُمَ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ُمۡ" descr="ضُ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ضُمۡ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صُهۡ" descr="صُه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صُهۡ</a:t>
            </a:r>
          </a:p>
        </p:txBody>
      </p:sp>
      <p:sp>
        <p:nvSpPr>
          <p:cNvPr id="10" name="Answer 2 صُهَ" descr="صُه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صُهَ</a:t>
            </a:r>
          </a:p>
        </p:txBody>
      </p:sp>
      <p:sp>
        <p:nvSpPr>
          <p:cNvPr id="11" name="Answer 3 صُهِ" descr="صُه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صُهِ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صُهۡ" descr="صُه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صُهۡ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جَوۡ" descr="جَو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جَوۡ</a:t>
            </a:r>
          </a:p>
        </p:txBody>
      </p:sp>
      <p:sp>
        <p:nvSpPr>
          <p:cNvPr id="10" name="Answer 2 جَوَ" descr="جَو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جَوَ</a:t>
            </a:r>
          </a:p>
        </p:txBody>
      </p:sp>
      <p:sp>
        <p:nvSpPr>
          <p:cNvPr id="11" name="Answer 3 جَوِ" descr="جَو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جَوِ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جَ + وۡ" descr="جَ + 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وۡ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شَمۡسٌ" descr="شَمۡس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0" name="Answer 2 شُمۡسٌ" descr="شُمۡ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شُمۡسٌ</a:t>
            </a:r>
          </a:p>
        </p:txBody>
      </p:sp>
      <p:sp>
        <p:nvSpPr>
          <p:cNvPr id="11" name="Answer 3 شَمَسٌ" descr="شَمَس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شَمَسٌ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َمۡسٌ" descr="شَمۡس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شَمۡسٌ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سۡمَعُ" descr="يَسۡمَع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يَسۡمَعُ</a:t>
            </a:r>
          </a:p>
        </p:txBody>
      </p:sp>
      <p:sp>
        <p:nvSpPr>
          <p:cNvPr id="10" name="Answer 2 قَمَرٌ" descr="قَمَ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1" name="Answer 3 ذَهَبَ" descr="ذَهَب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ضُمۡ" descr="ضُم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ضُمۡ</a:t>
            </a:r>
          </a:p>
        </p:txBody>
      </p:sp>
      <p:sp>
        <p:nvSpPr>
          <p:cNvPr id="10" name="Answer 2 ضُمِ" descr="ضُم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ضُمِ</a:t>
            </a:r>
          </a:p>
        </p:txBody>
      </p:sp>
      <p:sp>
        <p:nvSpPr>
          <p:cNvPr id="11" name="Answer 3 ضُمَ" descr="ضُم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ضُمَ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ُمۡ" descr="ضُ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ضُمۡ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صُهۡ" descr="صُه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صُهۡ</a:t>
            </a:r>
          </a:p>
        </p:txBody>
      </p:sp>
      <p:sp>
        <p:nvSpPr>
          <p:cNvPr id="10" name="Answer 2 صُهَ" descr="صُه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صُهَ</a:t>
            </a:r>
          </a:p>
        </p:txBody>
      </p:sp>
      <p:sp>
        <p:nvSpPr>
          <p:cNvPr id="11" name="Answer 3 صُهِ" descr="صُه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صُهِ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ُهۡ" descr="صُه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صُهۡ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جَوۡ" descr="جَو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جَوۡ</a:t>
            </a:r>
          </a:p>
        </p:txBody>
      </p:sp>
      <p:sp>
        <p:nvSpPr>
          <p:cNvPr id="10" name="Answer 2 جَوَ" descr="جَو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جَوَ</a:t>
            </a:r>
          </a:p>
        </p:txBody>
      </p:sp>
      <p:sp>
        <p:nvSpPr>
          <p:cNvPr id="11" name="Answer 3 جَوِ" descr="جَو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جَوِ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جَ + وۡ" descr="جَ + 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وۡ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حَجَرٌ" descr="حَج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7" name="Answer 2 شُكۡرٌ" descr="شُك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8" name="Answer 3 جَمَلٌ" descr="جَمَ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ضَوَ" descr="ضَو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ضَوَ</a:t>
            </a:r>
          </a:p>
        </p:txBody>
      </p:sp>
      <p:sp>
        <p:nvSpPr>
          <p:cNvPr id="8" name="Answer 2 ضَوۡ" descr="ضَو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ضَوۡ</a:t>
            </a:r>
          </a:p>
        </p:txBody>
      </p:sp>
      <p:sp>
        <p:nvSpPr>
          <p:cNvPr id="9" name="Answer 3 ضَوِ" descr="ضَو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ضَوِ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َوۡ" descr="ضَ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ضَوۡ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فَأۡ" descr="فَأ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فَأۡ</a:t>
            </a:r>
          </a:p>
        </p:txBody>
      </p:sp>
      <p:sp>
        <p:nvSpPr>
          <p:cNvPr id="8" name="Answer 2 فَأِ" descr="فَأ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فَأِ</a:t>
            </a:r>
          </a:p>
        </p:txBody>
      </p:sp>
      <p:sp>
        <p:nvSpPr>
          <p:cNvPr id="9" name="Answer 3 فَأَ" descr="فَأ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فَأَ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فَأۡ" descr="ف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فَأۡ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ِبُ" descr="سِ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سِبُ</a:t>
            </a:r>
          </a:p>
        </p:txBody>
      </p:sp>
      <p:sp>
        <p:nvSpPr>
          <p:cNvPr id="8" name="Answer 2 سِبۡ" descr="سِب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سِبۡ</a:t>
            </a:r>
          </a:p>
        </p:txBody>
      </p:sp>
      <p:sp>
        <p:nvSpPr>
          <p:cNvPr id="9" name="Answer 3 سِبَ" descr="سِ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سِبَ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سِ + بۡ" descr="سِ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بۡ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ذَكۡرٌ" descr="ذَك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ذَكۡرٌ</a:t>
            </a:r>
          </a:p>
        </p:txBody>
      </p:sp>
      <p:sp>
        <p:nvSpPr>
          <p:cNvPr id="8" name="Answer 2 ذِكَرٌ" descr="ذِك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ذِكَرٌ</a:t>
            </a:r>
          </a:p>
        </p:txBody>
      </p:sp>
      <p:sp>
        <p:nvSpPr>
          <p:cNvPr id="9" name="Answer 3 ذِكۡرٌ" descr="ذِكۡ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ذِكۡرٌ" descr="ذِ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حَجَرٌ" descr="حَج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7" name="Answer 2 شُكۡرٌ" descr="شُك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8" name="Answer 3 جَمَلٌ" descr="جَمَل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ضَوَ" descr="ضَو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ضَوَ</a:t>
            </a:r>
          </a:p>
        </p:txBody>
      </p:sp>
      <p:sp>
        <p:nvSpPr>
          <p:cNvPr id="8" name="Answer 2 ضَوۡ" descr="ضَو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ضَوۡ</a:t>
            </a:r>
          </a:p>
        </p:txBody>
      </p:sp>
      <p:sp>
        <p:nvSpPr>
          <p:cNvPr id="9" name="Answer 3 ضَوِ" descr="ضَو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ضَوِ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َوۡ" descr="ضَ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ضَوۡ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فَأۡ" descr="فَأ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فَأۡ</a:t>
            </a:r>
          </a:p>
        </p:txBody>
      </p:sp>
      <p:sp>
        <p:nvSpPr>
          <p:cNvPr id="8" name="Answer 2 فَأِ" descr="فَأ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فَأِ</a:t>
            </a:r>
          </a:p>
        </p:txBody>
      </p:sp>
      <p:sp>
        <p:nvSpPr>
          <p:cNvPr id="9" name="Answer 3 فَأَ" descr="فَأ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فَأَ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فَأۡ" descr="ف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فَأۡ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ِبُ" descr="سِ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سِبُ</a:t>
            </a:r>
          </a:p>
        </p:txBody>
      </p:sp>
      <p:sp>
        <p:nvSpPr>
          <p:cNvPr id="8" name="Answer 2 سِبۡ" descr="سِب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سِبۡ</a:t>
            </a:r>
          </a:p>
        </p:txBody>
      </p:sp>
      <p:sp>
        <p:nvSpPr>
          <p:cNvPr id="9" name="Answer 3 سِبَ" descr="سِب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سِبَ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سِ + بۡ" descr="سِ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بۡ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ذَكۡرٌ" descr="ذَك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ذَكۡرٌ</a:t>
            </a:r>
          </a:p>
        </p:txBody>
      </p:sp>
      <p:sp>
        <p:nvSpPr>
          <p:cNvPr id="8" name="Answer 2 ذِكَرٌ" descr="ذِك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ذِكَرٌ</a:t>
            </a:r>
          </a:p>
        </p:txBody>
      </p:sp>
      <p:sp>
        <p:nvSpPr>
          <p:cNvPr id="9" name="Answer 3 ذِكۡرٌ" descr="ذِكۡ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ذِكۡرٌ" descr="ذِ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g of Wa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8A6CF0"/>
                </a:solidFill>
                <a:latin typeface="Arial"/>
                <a:cs typeface="Arial"/>
              </a:rPr>
              <a:t>How to play: Tug of War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Pull the flag 3 steps to win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Pull the flag 3 steps to win!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062" y="2095500"/>
            <a:ext cx="1666875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صَبۡرٌ" descr="صَبۡ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فۡهَمُ" descr="يَفۡهَ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أۡسٌ" descr="رَأۡس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Blue team wins!" descr="Blue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فۡهَمُ" descr="يَفۡهَ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أۡسٌ" descr="رَأۡس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قَلۡبٌ" descr="قَل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ِلۡمٌ" descr="عِلۡ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رَأۡسٌ" descr="رَأۡس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قَلۡبٌ" descr="قَل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ِلۡمٌ" descr="عِلۡ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كۡرٌ" descr="ذِكۡ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كۡتُبُ" descr="يَكۡتُ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Red team wins!" descr="Red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ِلۡمٌ" descr="عِلۡ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كۡرٌ" descr="ذِكۡر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ذِكۡرٌ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كۡتُبُ" descr="يَكۡتُ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َنۡ" descr="عَن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5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ئۡبٌ" descr="ذِئ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كۡتُبُ" descr="يَكۡتُ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َنۡ" descr="عَن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ئۡبٌ" descr="ذِئ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5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ذِئۡبٌ" descr="ذِئۡ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َبَ" descr="غَب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غَبَ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َبۡ" descr="غَب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غَبۡ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َبِ" descr="غَب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غَبِ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غَبۡ" descr="غ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غَبۡ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لَتِ" descr="لَت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لَتِ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لَتۡ" descr="لَت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لَتۡ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لَتَ" descr="لَت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لَتَ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لَتۡ" descr="لَت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لَتۡ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ُثِ" descr="فُث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فُثِ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ُثَ" descr="فُث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فُثَ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ُثۡ" descr="فُث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فُثۡ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فُ + ثۡ" descr="فُ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 + ثۡ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قَدَ" descr="قَد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قَدَ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دۡ" descr="قَد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ُدۡ" descr="قُد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قُدۡ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َدۡ" descr="قَ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تَبَ" descr="كَتَب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َقَرٌ" descr="بَقَر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حَبۡلٌ" descr="حَبۡل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حَبۡلٌ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غَبَ" descr="غَب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غَبَ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غَبۡ" descr="غَب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غَبۡ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غَبِ" descr="غَب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غَبِ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غَبۡ" descr="غ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غَبۡ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لَتِ" descr="لَت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لَتِ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لَتۡ" descr="لَت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لَتۡ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لَتَ" descr="لَت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لَتَ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َتۡ" descr="لَت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لَتۡ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فُثِ" descr="فُث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فُثِ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فُثَ" descr="فُث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فُثَ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فُثۡ" descr="فُث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فُثۡ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فُ + ثۡ" descr="فُ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 + ثۡ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قَدَ" descr="قَد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قَدَ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دۡ" descr="قَد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ُدۡ" descr="قُدۡ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قُدۡ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َدۡ" descr="قَ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قَدۡ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تَبَ" descr="كَتَب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َقَرٌ" descr="بَقَر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حَبۡلٌ" descr="حَبۡل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حَبۡلٌ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طُنَ" descr="طُ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طُنَ</a:t>
            </a:r>
          </a:p>
        </p:txBody>
      </p:sp>
      <p:sp>
        <p:nvSpPr>
          <p:cNvPr id="11" name="Answer 2 طُنِ" descr="طُ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طُنِ</a:t>
            </a:r>
          </a:p>
        </p:txBody>
      </p:sp>
      <p:sp>
        <p:nvSpPr>
          <p:cNvPr id="12" name="Answer 3 طُنۡ" descr="طُ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طُنۡ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ُنۡ" descr="طُ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بَيۡ" descr="بَي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</a:t>
            </a:r>
          </a:p>
        </p:txBody>
      </p:sp>
      <p:sp>
        <p:nvSpPr>
          <p:cNvPr id="10" name="Answer 2 بَيَ" descr="بَي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بَيَ</a:t>
            </a:r>
          </a:p>
        </p:txBody>
      </p:sp>
      <p:sp>
        <p:nvSpPr>
          <p:cNvPr id="11" name="Answer 3 بَيِ" descr="بَي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بَيِ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بَ + يۡ" descr="بَ + 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 + يۡ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بُحۡرٌ" descr="بُح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بُحۡرٌ</a:t>
            </a:r>
          </a:p>
        </p:txBody>
      </p:sp>
      <p:sp>
        <p:nvSpPr>
          <p:cNvPr id="9" name="Answer 2 بَحۡرٌ" descr="بَح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0" name="Answer 3 بَحَرٌ" descr="بَح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بَحَرٌ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حَجَرٌ" descr="حَج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8" name="Answer 2 قَلَمٌ" descr="قَلَم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9" name="Answer 3 كَمۡ" descr="كَم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جِخَ" descr="جِخ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جِخَ</a:t>
            </a:r>
          </a:p>
        </p:txBody>
      </p:sp>
      <p:sp>
        <p:nvSpPr>
          <p:cNvPr id="7" name="Answer 2 جِخِ" descr="جِخ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جِخِ</a:t>
            </a:r>
          </a:p>
        </p:txBody>
      </p:sp>
      <p:sp>
        <p:nvSpPr>
          <p:cNvPr id="8" name="Answer 3 جِخۡ" descr="جِخ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جِخۡ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جِخۡ" descr="جِ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جِخۡ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بَدَ" descr="بَد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بَدَ</a:t>
            </a:r>
          </a:p>
        </p:txBody>
      </p:sp>
      <p:sp>
        <p:nvSpPr>
          <p:cNvPr id="6" name="Answer 2 بَدِ" descr="بَد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بَدِ</a:t>
            </a:r>
          </a:p>
        </p:txBody>
      </p:sp>
      <p:sp>
        <p:nvSpPr>
          <p:cNvPr id="7" name="Answer 3 بَدۡ" descr="بَد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بَدۡ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بَدۡ" descr="بَ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بَدۡ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A hot-air balloon!" descr="A hot-air ballo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A hot-air balloon!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طُنَ" descr="طُ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طُنَ</a:t>
            </a:r>
          </a:p>
        </p:txBody>
      </p:sp>
      <p:sp>
        <p:nvSpPr>
          <p:cNvPr id="11" name="Answer 2 طُنِ" descr="طُ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طُنِ</a:t>
            </a:r>
          </a:p>
        </p:txBody>
      </p:sp>
      <p:sp>
        <p:nvSpPr>
          <p:cNvPr id="12" name="Answer 3 طُنۡ" descr="طُ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طُنۡ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طُنۡ" descr="طُ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طُنۡ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بَيۡ" descr="بَي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</a:t>
            </a:r>
          </a:p>
        </p:txBody>
      </p:sp>
      <p:sp>
        <p:nvSpPr>
          <p:cNvPr id="10" name="Answer 2 بَيَ" descr="بَي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بَيَ</a:t>
            </a:r>
          </a:p>
        </p:txBody>
      </p:sp>
      <p:sp>
        <p:nvSpPr>
          <p:cNvPr id="11" name="Answer 3 بَيِ" descr="بَي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بَيِ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بَ + يۡ" descr="بَ + 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 + يۡ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بُحۡرٌ" descr="بُح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بُحۡرٌ</a:t>
            </a:r>
          </a:p>
        </p:txBody>
      </p:sp>
      <p:sp>
        <p:nvSpPr>
          <p:cNvPr id="9" name="Answer 2 بَحۡرٌ" descr="بَحۡ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0" name="Answer 3 بَحَرٌ" descr="بَح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بَحَرٌ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حۡرٌ" descr="بَح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بَحۡرٌ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حَجَرٌ" descr="حَج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8" name="Answer 2 قَلَمٌ" descr="قَلَم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9" name="Answer 3 كَمۡ" descr="كَم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كَمۡ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جِخَ" descr="جِخ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جِخَ</a:t>
            </a:r>
          </a:p>
        </p:txBody>
      </p:sp>
      <p:sp>
        <p:nvSpPr>
          <p:cNvPr id="7" name="Answer 2 جِخِ" descr="جِخ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جِخِ</a:t>
            </a:r>
          </a:p>
        </p:txBody>
      </p:sp>
      <p:sp>
        <p:nvSpPr>
          <p:cNvPr id="8" name="Answer 3 جِخۡ" descr="جِخ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جِخۡ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ِخۡ" descr="جِخ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جِخۡ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بَدَ" descr="بَد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بَدَ</a:t>
            </a:r>
          </a:p>
        </p:txBody>
      </p:sp>
      <p:sp>
        <p:nvSpPr>
          <p:cNvPr id="6" name="Answer 2 بَدِ" descr="بَد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بَدِ</a:t>
            </a:r>
          </a:p>
        </p:txBody>
      </p:sp>
      <p:sp>
        <p:nvSpPr>
          <p:cNvPr id="7" name="Answer 3 بَدۡ" descr="بَد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بَدۡ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بَدۡ" descr="بَ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بَدۡ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ظُحِ" descr="ظُح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ظُحِ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ظُحَ" descr="ظُحَ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ظُحَ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ظُحۡ" descr="ظُحۡ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ظُحۡ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ظُ + حۡ" descr="ظُ + 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 + حۡ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بَلَ" descr="بَل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بُلۡ" descr="بُلۡ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بُلۡ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بَلۡ" descr="بَلۡ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لۡ" descr="بَ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عِلۡمٌ" descr="عِلۡم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بَقَرٌ" descr="بَقَرٌ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كَتَبَ" descr="كَتَبَ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فَذَ" descr="فَذ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فَذَ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فَذۡ" descr="فَذۡ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فَذۡ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فَذِ" descr="فَذِ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فَذِ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فَذۡ" descr="فَ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فَذۡ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جِرۡ" descr="جِرۡ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جِرَ" descr="جِر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جِرَ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جِرِ" descr="جِرِ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جِرِ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جِرۡ" descr="ج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ظُحِ" descr="ظُحِ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ظُحِ</a:t>
            </a:r>
          </a:p>
        </p:txBody>
      </p:sp>
      <p:pic>
        <p:nvPicPr>
          <p:cNvPr id="7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ظُحَ" descr="ظُحَ">
            <a:hlinkClick action="ppaction://hlinksldjump" r:id="rId6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ظُحَ</a:t>
            </a:r>
          </a:p>
        </p:txBody>
      </p:sp>
      <p:pic>
        <p:nvPicPr>
          <p:cNvPr id="9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ظُحۡ" descr="ظُحۡ">
            <a:hlinkClick action="ppaction://hlinksldjump" r:id="rId7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ظُحۡ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ظُ + حۡ" descr="ظُ + 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 + حۡ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بَلَ" descr="بَل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بُلۡ" descr="بُلۡ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بُلۡ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بَلۡ" descr="بَلۡ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لۡ" descr="بَ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عِلۡمٌ" descr="عِلۡم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بَقَرٌ" descr="بَقَرٌ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كَتَبَ" descr="كَتَبَ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فَذَ" descr="فَذَ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فَذَ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فَذۡ" descr="فَذۡ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فَذۡ</a:t>
            </a:r>
          </a:p>
        </p:txBody>
      </p:sp>
      <p:pic>
        <p:nvPicPr>
          <p:cNvPr id="12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فَذِ" descr="فَذِ">
            <a:hlinkClick action="ppaction://hlinksldjump" r:id="rId6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فَذِ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فَذۡ" descr="فَ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فَذۡ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جِرۡ" descr="جِرۡ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جِرَ" descr="جِرَ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جِرَ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جِرِ" descr="جِرِ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جِرِ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جِرۡ" descr="جِر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جِرۡ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طَبَخٌ" descr="مَطَبَخ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مَطَبَخٌ</a:t>
            </a:r>
          </a:p>
        </p:txBody>
      </p:sp>
      <p:sp>
        <p:nvSpPr>
          <p:cNvPr id="9" name="Answer 2 مَطۡبَخٌ" descr="مَطۡبَخ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0" name="Answer 3 مُطۡبَخٌ" descr="مُطۡبَخ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مُطۡبَخٌ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طۡبَخٌ" descr="مَطۡبَخ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َهۡرٌ" descr="نَهۡ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9" name="Answer 2 جَلَسَ" descr="جَلَس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3 حَجَرٌ" descr="حَجَ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َزۡ" descr="غَز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غَزۡ</a:t>
            </a:r>
          </a:p>
        </p:txBody>
      </p:sp>
      <p:sp>
        <p:nvSpPr>
          <p:cNvPr id="9" name="Answer 2 غَزَ" descr="غَز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غَزَ</a:t>
            </a:r>
          </a:p>
        </p:txBody>
      </p:sp>
      <p:sp>
        <p:nvSpPr>
          <p:cNvPr id="10" name="Answer 3 غَزِ" descr="غَز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غَزِ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غَزۡ" descr="غَ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غَزۡ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ِسۡ" descr="نِس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نِسۡ</a:t>
            </a:r>
          </a:p>
        </p:txBody>
      </p:sp>
      <p:sp>
        <p:nvSpPr>
          <p:cNvPr id="9" name="Answer 2 نِسَ" descr="نِس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نِسَ</a:t>
            </a:r>
          </a:p>
        </p:txBody>
      </p:sp>
      <p:sp>
        <p:nvSpPr>
          <p:cNvPr id="10" name="Answer 3 نِسِ" descr="نِس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نِسِ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ِسۡ" descr="ن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نِسۡ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َشِ" descr="نَش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نَشِ</a:t>
            </a:r>
          </a:p>
        </p:txBody>
      </p:sp>
      <p:sp>
        <p:nvSpPr>
          <p:cNvPr id="9" name="Answer 2 نَشۡ" descr="نَش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نَشۡ</a:t>
            </a:r>
          </a:p>
        </p:txBody>
      </p:sp>
      <p:sp>
        <p:nvSpPr>
          <p:cNvPr id="10" name="Answer 3 نَشَ" descr="نَش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نَشَ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نَ + شۡ" descr="نَ + 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شۡ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طَبَخٌ" descr="مَطَبَخ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مَطَبَخٌ</a:t>
            </a:r>
          </a:p>
        </p:txBody>
      </p:sp>
      <p:sp>
        <p:nvSpPr>
          <p:cNvPr id="9" name="Answer 2 مَطۡبَخٌ" descr="مَطۡبَخ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0" name="Answer 3 مُطۡبَخٌ" descr="مُطۡبَخ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مُطۡبَخٌ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طۡبَخٌ" descr="مَطۡبَخ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َهۡرٌ" descr="نَهۡر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9" name="Answer 2 جَلَسَ" descr="جَلَس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0" name="Answer 3 حَجَرٌ" descr="حَجَ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غَزۡ" descr="غَز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غَزۡ</a:t>
            </a:r>
          </a:p>
        </p:txBody>
      </p:sp>
      <p:sp>
        <p:nvSpPr>
          <p:cNvPr id="9" name="Answer 2 غَزَ" descr="غَز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غَزَ</a:t>
            </a:r>
          </a:p>
        </p:txBody>
      </p:sp>
      <p:sp>
        <p:nvSpPr>
          <p:cNvPr id="10" name="Answer 3 غَزِ" descr="غَز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غَزِ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غَزۡ" descr="غَ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غَزۡ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ِسۡ" descr="نِس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نِسۡ</a:t>
            </a:r>
          </a:p>
        </p:txBody>
      </p:sp>
      <p:sp>
        <p:nvSpPr>
          <p:cNvPr id="9" name="Answer 2 نِسَ" descr="نِس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نِسَ</a:t>
            </a:r>
          </a:p>
        </p:txBody>
      </p:sp>
      <p:sp>
        <p:nvSpPr>
          <p:cNvPr id="10" name="Answer 3 نِسِ" descr="نِس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نِسِ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ِسۡ" descr="ن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نِسۡ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نَشِ" descr="نَشِ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نَشِ</a:t>
            </a:r>
          </a:p>
        </p:txBody>
      </p:sp>
      <p:sp>
        <p:nvSpPr>
          <p:cNvPr id="9" name="Answer 2 نَشۡ" descr="نَشۡ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نَشۡ</a:t>
            </a:r>
          </a:p>
        </p:txBody>
      </p:sp>
      <p:sp>
        <p:nvSpPr>
          <p:cNvPr id="10" name="Answer 3 نَشَ" descr="نَشَ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نَشَ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نَ + شۡ" descr="نَ + 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شۡ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َقَرٌ" descr="بَق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Answer 2 بِنۡتٌ" descr="بِنۡ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1" name="Answer 3 حَجَرٌ" descr="حَج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ثُشِ" descr="ثُ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ثُشِ</a:t>
            </a:r>
          </a:p>
        </p:txBody>
      </p:sp>
      <p:sp>
        <p:nvSpPr>
          <p:cNvPr id="10" name="Answer 2 ثُشَ" descr="ثُش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ثُشَ</a:t>
            </a:r>
          </a:p>
        </p:txBody>
      </p:sp>
      <p:sp>
        <p:nvSpPr>
          <p:cNvPr id="11" name="Answer 3 ثُشۡ" descr="ثُش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ثُشۡ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ُشۡ" descr="ثُ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ثُشۡ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جَصِ" descr="جَص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جَصِ</a:t>
            </a:r>
          </a:p>
        </p:txBody>
      </p:sp>
      <p:sp>
        <p:nvSpPr>
          <p:cNvPr id="10" name="Answer 2 جَصۡ" descr="جَص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جَصۡ</a:t>
            </a:r>
          </a:p>
        </p:txBody>
      </p:sp>
      <p:sp>
        <p:nvSpPr>
          <p:cNvPr id="11" name="Answer 3 جَصَ" descr="جَص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جَصَ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صۡ" descr="جَ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جَصۡ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ُضِ" descr="ذُ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ذُضِ</a:t>
            </a:r>
          </a:p>
        </p:txBody>
      </p:sp>
      <p:sp>
        <p:nvSpPr>
          <p:cNvPr id="10" name="Answer 2 ذُضَ" descr="ذُض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ذُضَ</a:t>
            </a:r>
          </a:p>
        </p:txBody>
      </p:sp>
      <p:sp>
        <p:nvSpPr>
          <p:cNvPr id="11" name="Answer 3 ذُضۡ" descr="ذُض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ذُضۡ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ذُ + ضۡ" descr="ذُ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ذُ + ضۡ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ِنۡ" descr="مِ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0" name="Answer 2 مَنۡ" descr="مَ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مَنۡ</a:t>
            </a:r>
          </a:p>
        </p:txBody>
      </p:sp>
      <p:sp>
        <p:nvSpPr>
          <p:cNvPr id="11" name="Answer 3 مِنَ" descr="مِن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مِنَ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ِنۡ" descr="مِ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َقَرٌ" descr="بَق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Answer 2 بِنۡتٌ" descr="بِنۡ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1" name="Answer 3 حَجَرٌ" descr="حَج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ثُشِ" descr="ثُ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ثُشِ</a:t>
            </a:r>
          </a:p>
        </p:txBody>
      </p:sp>
      <p:sp>
        <p:nvSpPr>
          <p:cNvPr id="10" name="Answer 2 ثُشَ" descr="ثُش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ثُشَ</a:t>
            </a:r>
          </a:p>
        </p:txBody>
      </p:sp>
      <p:sp>
        <p:nvSpPr>
          <p:cNvPr id="11" name="Answer 3 ثُشۡ" descr="ثُش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ثُشۡ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ُشۡ" descr="ثُ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ثُشۡ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جَصِ" descr="جَص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جَصِ</a:t>
            </a:r>
          </a:p>
        </p:txBody>
      </p:sp>
      <p:sp>
        <p:nvSpPr>
          <p:cNvPr id="10" name="Answer 2 جَصۡ" descr="جَص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جَصۡ</a:t>
            </a:r>
          </a:p>
        </p:txBody>
      </p:sp>
      <p:sp>
        <p:nvSpPr>
          <p:cNvPr id="11" name="Answer 3 جَصَ" descr="جَص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جَصَ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َصۡ" descr="جَ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جَصۡ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ذُضِ" descr="ذُ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ذُضِ</a:t>
            </a:r>
          </a:p>
        </p:txBody>
      </p:sp>
      <p:sp>
        <p:nvSpPr>
          <p:cNvPr id="10" name="Answer 2 ذُضَ" descr="ذُض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ذُضَ</a:t>
            </a:r>
          </a:p>
        </p:txBody>
      </p:sp>
      <p:sp>
        <p:nvSpPr>
          <p:cNvPr id="11" name="Answer 3 ذُضۡ" descr="ذُض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ذُضۡ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ذُ + ضۡ" descr="ذُ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ذُ + ضۡ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مِنۡ" descr="مِن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0" name="Answer 2 مَنۡ" descr="مَ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مَنۡ</a:t>
            </a:r>
          </a:p>
        </p:txBody>
      </p:sp>
      <p:sp>
        <p:nvSpPr>
          <p:cNvPr id="11" name="Answer 3 مِنَ" descr="مِن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مِنَ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ِنۡ" descr="مِ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نِضِ" descr="نِ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نِضِ</a:t>
            </a:r>
          </a:p>
        </p:txBody>
      </p:sp>
      <p:sp>
        <p:nvSpPr>
          <p:cNvPr id="10" name="Answer 2 نِضَ" descr="نِض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نِضَ</a:t>
            </a:r>
          </a:p>
        </p:txBody>
      </p:sp>
      <p:sp>
        <p:nvSpPr>
          <p:cNvPr id="11" name="Answer 3 نِضۡ" descr="نِض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نِضۡ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ِضۡ" descr="نِ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نِضۡ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ثَطَ" descr="ثَ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ثَطَ</a:t>
            </a:r>
          </a:p>
        </p:txBody>
      </p:sp>
      <p:sp>
        <p:nvSpPr>
          <p:cNvPr id="10" name="Answer 2 ثَطۡ" descr="ثَط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ثَطۡ</a:t>
            </a:r>
          </a:p>
        </p:txBody>
      </p:sp>
      <p:sp>
        <p:nvSpPr>
          <p:cNvPr id="11" name="Answer 3 ثَطِ" descr="ثَط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ثَطِ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َطۡ" descr="ثَ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ثَطۡ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ِظۡ" descr="غِظ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غِظۡ</a:t>
            </a:r>
          </a:p>
        </p:txBody>
      </p:sp>
      <p:sp>
        <p:nvSpPr>
          <p:cNvPr id="10" name="Answer 2 غِظَ" descr="غِظ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غِظَ</a:t>
            </a:r>
          </a:p>
        </p:txBody>
      </p:sp>
      <p:sp>
        <p:nvSpPr>
          <p:cNvPr id="11" name="Answer 3 غِظُ" descr="غِظ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غِظُ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غِ + ظۡ" descr="غِ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ظۡ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ُكۡتَبٌ" descr="مُكۡت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مُكۡتَبٌ</a:t>
            </a:r>
          </a:p>
        </p:txBody>
      </p:sp>
      <p:sp>
        <p:nvSpPr>
          <p:cNvPr id="10" name="Answer 2 مَكۡتَبٌ" descr="مَكۡت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1" name="Answer 3 مَكَتَبٌ" descr="مَكَتَب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مَكَتَبٌ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َكۡتَبٌ" descr="مَكۡت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وَلَدٌ" descr="وَل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1" name="Answer 3 بَقَرٌ" descr="بَقَ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نِضِ" descr="نِ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نِضِ</a:t>
            </a:r>
          </a:p>
        </p:txBody>
      </p:sp>
      <p:sp>
        <p:nvSpPr>
          <p:cNvPr id="10" name="Answer 2 نِضَ" descr="نِض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نِضَ</a:t>
            </a:r>
          </a:p>
        </p:txBody>
      </p:sp>
      <p:sp>
        <p:nvSpPr>
          <p:cNvPr id="11" name="Answer 3 نِضۡ" descr="نِض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نِضۡ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ِضۡ" descr="نِ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نِضۡ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ثَطَ" descr="ثَط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ثَطَ</a:t>
            </a:r>
          </a:p>
        </p:txBody>
      </p:sp>
      <p:sp>
        <p:nvSpPr>
          <p:cNvPr id="10" name="Answer 2 ثَطۡ" descr="ثَط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ثَطۡ</a:t>
            </a:r>
          </a:p>
        </p:txBody>
      </p:sp>
      <p:sp>
        <p:nvSpPr>
          <p:cNvPr id="11" name="Answer 3 ثَطِ" descr="ثَط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ثَطِ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َطۡ" descr="ثَ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ثَطۡ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ِظۡ" descr="غِظ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غِظۡ</a:t>
            </a:r>
          </a:p>
        </p:txBody>
      </p:sp>
      <p:sp>
        <p:nvSpPr>
          <p:cNvPr id="10" name="Answer 2 غِظَ" descr="غِظ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غِظَ</a:t>
            </a:r>
          </a:p>
        </p:txBody>
      </p:sp>
      <p:sp>
        <p:nvSpPr>
          <p:cNvPr id="11" name="Answer 3 غِظُ" descr="غِظ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غِظُ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غِ + ظۡ" descr="غِ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ظۡ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مُكۡتَبٌ" descr="مُكۡت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مُكۡتَبٌ</a:t>
            </a:r>
          </a:p>
        </p:txBody>
      </p:sp>
      <p:sp>
        <p:nvSpPr>
          <p:cNvPr id="10" name="Answer 2 مَكۡتَبٌ" descr="مَكۡت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1" name="Answer 3 مَكَتَبٌ" descr="مَكَتَب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مَكَتَبٌ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كۡتَبٌ" descr="مَكۡت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0" name="Answer 2 وَلَدٌ" descr="وَلَد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11" name="Answer 3 بَقَرٌ" descr="بَقَ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هِعَ" descr="هِ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هِعَ</a:t>
            </a:r>
          </a:p>
        </p:txBody>
      </p:sp>
      <p:sp>
        <p:nvSpPr>
          <p:cNvPr id="7" name="Answer 2 هِعۡ" descr="هِع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sp>
        <p:nvSpPr>
          <p:cNvPr id="8" name="Answer 3 هِعِ" descr="هِع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هِعِ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هِعۡ" descr="هِ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نِغُ" descr="نِغ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نِغُ</a:t>
            </a:r>
          </a:p>
        </p:txBody>
      </p:sp>
      <p:sp>
        <p:nvSpPr>
          <p:cNvPr id="8" name="Answer 2 نِغَ" descr="نِغ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نِغَ</a:t>
            </a:r>
          </a:p>
        </p:txBody>
      </p:sp>
      <p:sp>
        <p:nvSpPr>
          <p:cNvPr id="9" name="Answer 3 نِغۡ" descr="نِغ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نِغۡ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نِ + غۡ" descr="نِ + غ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غۡ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مُكۡتَبٌ" descr="مُكۡت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مُكۡتَبٌ</a:t>
            </a:r>
          </a:p>
        </p:txBody>
      </p:sp>
      <p:sp>
        <p:nvSpPr>
          <p:cNvPr id="8" name="Answer 2 مَكۡتَبٌ" descr="مَكۡت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9" name="Answer 3 مَكَتَبٌ" descr="مَكَتَب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مَكَتَبٌ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َكۡتَبٌ" descr="مَكۡت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ِنَبٌ" descr="عِن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8" name="Answer 2 يَلۡعَبُ" descr="يَلۡ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9" name="Answer 3 فَتَحَ" descr="فَتَح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كَ" descr="هِك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هِكَ</a:t>
            </a:r>
          </a:p>
        </p:txBody>
      </p:sp>
      <p:sp>
        <p:nvSpPr>
          <p:cNvPr id="8" name="Answer 2 هِكۡ" descr="هِك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هِكۡ</a:t>
            </a:r>
          </a:p>
        </p:txBody>
      </p:sp>
      <p:sp>
        <p:nvSpPr>
          <p:cNvPr id="9" name="Answer 3 هِكِ" descr="هِك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ِكۡ" descr="هِ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هِكۡ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هِعَ" descr="هِ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هِعَ</a:t>
            </a:r>
          </a:p>
        </p:txBody>
      </p:sp>
      <p:sp>
        <p:nvSpPr>
          <p:cNvPr id="7" name="Answer 2 هِعۡ" descr="هِع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sp>
        <p:nvSpPr>
          <p:cNvPr id="8" name="Answer 3 هِعِ" descr="هِع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هِعِ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ِعۡ" descr="هِ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هِعۡ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نِغُ" descr="نِغ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نِغُ</a:t>
            </a:r>
          </a:p>
        </p:txBody>
      </p:sp>
      <p:sp>
        <p:nvSpPr>
          <p:cNvPr id="8" name="Answer 2 نِغَ" descr="نِغ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نِغَ</a:t>
            </a:r>
          </a:p>
        </p:txBody>
      </p:sp>
      <p:sp>
        <p:nvSpPr>
          <p:cNvPr id="9" name="Answer 3 نِغۡ" descr="نِغ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نِغۡ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نِ + غۡ" descr="نِ + غ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غۡ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مُكۡتَبٌ" descr="مُكۡت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مُكۡتَبٌ</a:t>
            </a:r>
          </a:p>
        </p:txBody>
      </p:sp>
      <p:sp>
        <p:nvSpPr>
          <p:cNvPr id="8" name="Answer 2 مَكۡتَبٌ" descr="مَكۡت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9" name="Answer 3 مَكَتَبٌ" descr="مَكَتَب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مَكَتَبٌ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َكۡتَبٌ" descr="مَكۡتَ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عِنَبٌ" descr="عِنَ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8" name="Answer 2 يَلۡعَبُ" descr="يَلۡ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9" name="Answer 3 فَتَحَ" descr="فَتَح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هِكَ" descr="هِك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هِكَ</a:t>
            </a:r>
          </a:p>
        </p:txBody>
      </p:sp>
      <p:sp>
        <p:nvSpPr>
          <p:cNvPr id="8" name="Answer 2 هِكۡ" descr="هِك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هِكۡ</a:t>
            </a:r>
          </a:p>
        </p:txBody>
      </p:sp>
      <p:sp>
        <p:nvSpPr>
          <p:cNvPr id="9" name="Answer 3 هِكِ" descr="هِك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هِكِ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هِكۡ" descr="هِ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هِكۡ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ِقُ" descr="بِق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بِقُ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ِقۡ" descr="بِق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بِقۡ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ِقَ" descr="بِق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بِقَ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بِ + قۡ" descr="بِ + 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 + قۡ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ِنَتٌ" descr="بِنَت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بِنَتٌ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ِنۡتٌ" descr="بِنۡت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نۡتٌ" descr="بَنۡت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بَنۡتٌ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بِنۡتٌ" descr="بِن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قَلۡبٌ" descr="قَلۡب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جَمَلٌ" descr="جَمَل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َلَمٌ" descr="قَلَم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ۡ" descr="ثُم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ثُمۡ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ِ" descr="ثُم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َ" descr="ثُم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ثُمۡ" descr="ثُ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ثُمۡ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ظُهَ" descr="ظُه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ظُهَ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ظُهۡ" descr="ظُه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ظُهۡ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ظُهِ" descr="ظُه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ظُهِ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ظُهۡ" descr="ظُه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ظُهۡ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ِقُ" descr="بِقُ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بِقُ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ِقۡ" descr="بِق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بِقۡ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ِقَ" descr="بِق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بِقَ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بِ + قۡ" descr="بِ + 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 + قۡ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بِنَتٌ" descr="بِنَت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بِنَتٌ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بِنۡتٌ" descr="بِنۡت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نۡتٌ" descr="بَنۡت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بَنۡتٌ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ِنۡتٌ" descr="بِنۡت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قَلۡبٌ" descr="قَلۡب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جَمَلٌ" descr="جَمَل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َلَمٌ" descr="قَلَم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قَلَمٌ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ثُمۡ" descr="ثُمۡ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ثُمۡ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ثُمِ" descr="ثُمِ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ثُمِ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ثُمَ" descr="ثُمَ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ثُمَ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ثُمۡ" descr="ثُ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ثُمۡ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ظُهَ" descr="ظُه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ظُهَ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ظُهۡ" descr="ظُه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ظُهۡ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ظُهِ" descr="ظُه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ظُهِ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ظُهۡ" descr="ظُه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ظُهۡ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شَكۡرٌ" descr="شَك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شَكۡرٌ</a:t>
            </a:r>
          </a:p>
        </p:txBody>
      </p:sp>
      <p:sp>
        <p:nvSpPr>
          <p:cNvPr id="11" name="Answer 2 شُكَرٌ" descr="شُك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شُكَرٌ</a:t>
            </a:r>
          </a:p>
        </p:txBody>
      </p:sp>
      <p:sp>
        <p:nvSpPr>
          <p:cNvPr id="12" name="Answer 3 شُكۡرٌ" descr="شُكۡ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ُكۡرٌ" descr="شُ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صَبۡرٌ" descr="صَب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0" name="Answer 2 شَجَرٌ" descr="شَجَ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حَوۡ" descr="حَو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حَوۡ</a:t>
            </a:r>
          </a:p>
        </p:txBody>
      </p:sp>
      <p:sp>
        <p:nvSpPr>
          <p:cNvPr id="9" name="Answer 2 حَوِ" descr="حَو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حَوِ</a:t>
            </a:r>
          </a:p>
        </p:txBody>
      </p:sp>
      <p:sp>
        <p:nvSpPr>
          <p:cNvPr id="10" name="Answer 3 حَوَ" descr="حَو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حَوَ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حَوۡ" descr="حَ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حَوۡ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يَأَ" descr="يَأ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يَأَ</a:t>
            </a:r>
          </a:p>
        </p:txBody>
      </p:sp>
      <p:sp>
        <p:nvSpPr>
          <p:cNvPr id="8" name="Answer 2 يَأۡ" descr="يَأ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يَأۡ</a:t>
            </a:r>
          </a:p>
        </p:txBody>
      </p:sp>
      <p:sp>
        <p:nvSpPr>
          <p:cNvPr id="9" name="Answer 3 يَأِ" descr="يَأ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يَأِ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يَأۡ" descr="ي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يَأۡ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نَبَ" descr="ن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نَبَ</a:t>
            </a:r>
          </a:p>
        </p:txBody>
      </p:sp>
      <p:sp>
        <p:nvSpPr>
          <p:cNvPr id="7" name="Answer 2 نَبۡ" descr="نَب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نَبۡ</a:t>
            </a:r>
          </a:p>
        </p:txBody>
      </p:sp>
      <p:sp>
        <p:nvSpPr>
          <p:cNvPr id="8" name="Answer 3 نَبِ" descr="نَب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نَبِ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1" name="Find نَ + بۡ" descr="نَ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بۡ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عَنَ" descr="عَ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عَنَ</a:t>
            </a:r>
          </a:p>
        </p:txBody>
      </p:sp>
      <p:sp>
        <p:nvSpPr>
          <p:cNvPr id="6" name="Answer 2 عَنۡ" descr="عَ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7" name="Answer 3 عُنۡ" descr="عُن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عُنۡ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عَنۡ" descr="ع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lion!" descr="It's a lion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It's a lion!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شَكۡرٌ" descr="شَك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شَكۡرٌ</a:t>
            </a:r>
          </a:p>
        </p:txBody>
      </p:sp>
      <p:sp>
        <p:nvSpPr>
          <p:cNvPr id="11" name="Answer 2 شُكَرٌ" descr="شُك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شُكَرٌ</a:t>
            </a:r>
          </a:p>
        </p:txBody>
      </p:sp>
      <p:sp>
        <p:nvSpPr>
          <p:cNvPr id="12" name="Answer 3 شُكۡرٌ" descr="شُكۡ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ُكۡرٌ" descr="شُ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صَبۡرٌ" descr="صَب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صَبۡرٌ</a:t>
            </a:r>
          </a:p>
        </p:txBody>
      </p:sp>
      <p:sp>
        <p:nvSpPr>
          <p:cNvPr id="10" name="Answer 2 شَجَرٌ" descr="شَجَر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حَوۡ" descr="حَو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حَوۡ</a:t>
            </a:r>
          </a:p>
        </p:txBody>
      </p:sp>
      <p:sp>
        <p:nvSpPr>
          <p:cNvPr id="9" name="Answer 2 حَوِ" descr="حَو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حَوِ</a:t>
            </a:r>
          </a:p>
        </p:txBody>
      </p:sp>
      <p:sp>
        <p:nvSpPr>
          <p:cNvPr id="10" name="Answer 3 حَوَ" descr="حَو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حَوَ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َوۡ" descr="حَو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حَوۡ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يَأَ" descr="يَأ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يَأَ</a:t>
            </a:r>
          </a:p>
        </p:txBody>
      </p:sp>
      <p:sp>
        <p:nvSpPr>
          <p:cNvPr id="8" name="Answer 2 يَأۡ" descr="يَأ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يَأۡ</a:t>
            </a:r>
          </a:p>
        </p:txBody>
      </p:sp>
      <p:sp>
        <p:nvSpPr>
          <p:cNvPr id="9" name="Answer 3 يَأِ" descr="يَأ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يَأِ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َأۡ" descr="يَأ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يَأۡ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نَبَ" descr="ن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نَبَ</a:t>
            </a:r>
          </a:p>
        </p:txBody>
      </p:sp>
      <p:sp>
        <p:nvSpPr>
          <p:cNvPr id="7" name="Answer 2 نَبۡ" descr="نَب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نَبۡ</a:t>
            </a:r>
          </a:p>
        </p:txBody>
      </p:sp>
      <p:sp>
        <p:nvSpPr>
          <p:cNvPr id="8" name="Answer 3 نَبِ" descr="نَب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نَبِ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نَ + بۡ" descr="نَ + 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بۡ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عَنَ" descr="عَن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عَنَ</a:t>
            </a:r>
          </a:p>
        </p:txBody>
      </p:sp>
      <p:sp>
        <p:nvSpPr>
          <p:cNvPr id="6" name="Answer 2 عَنۡ" descr="عَن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7" name="Answer 3 عُنۡ" descr="عُنۡ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عُنۡ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َنۡ" descr="ع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لَدٌ" descr="بَلَدٌ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َطۡبَخٌ" descr="مَطۡبَخٌ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ذَهَبَ" descr="ذَهَبَ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طَبَ" descr="طَب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طَبَ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طَبِ" descr="طَبِ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طَبِ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طَبۡ" descr="طَبۡ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طَبۡ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َبۡ" descr="ط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طَبۡ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قِتِ" descr="قِتِ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قِتِ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قِتۡ" descr="قِتۡ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قِتۡ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قِتَ" descr="قِتَ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قِتَ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ِتۡ" descr="قِت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قِتۡ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جَثۡ" descr="جَث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جَثۡ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جَثِ" descr="جَثِ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جَثِ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جَثَ" descr="جَث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جَثَ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جَ + ثۡ" descr="جَ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ثۡ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ُكۡرٌ" descr="شُكۡرٌ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ُكَرٌ" descr="شُكَرٌ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شُكَرٌ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َكۡرٌ" descr="شَكۡرٌ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شَكۡرٌ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ُكۡرٌ" descr="شُ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بَلَدٌ" descr="بَلَدٌ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مَطۡبَخٌ" descr="مَطۡبَخٌ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ذَهَبَ" descr="ذَهَبَ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طَبَ" descr="طَبَ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طَبَ</a:t>
            </a:r>
          </a:p>
        </p:txBody>
      </p:sp>
      <p:pic>
        <p:nvPicPr>
          <p:cNvPr id="8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طَبِ" descr="طَبِ">
            <a:hlinkClick action="ppaction://hlinksldjump" r:id="rId6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طَبِ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طَبۡ" descr="طَبۡ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طَبۡ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َبۡ" descr="طَب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طَبۡ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قِتِ" descr="قِتِ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قِتِ</a:t>
            </a:r>
          </a:p>
        </p:txBody>
      </p:sp>
      <p:pic>
        <p:nvPicPr>
          <p:cNvPr id="9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قِتۡ" descr="قِتۡ">
            <a:hlinkClick action="ppaction://hlinksldjump" r:id="rId7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قِتۡ</a:t>
            </a:r>
          </a:p>
        </p:txBody>
      </p:sp>
      <p:pic>
        <p:nvPicPr>
          <p:cNvPr id="11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قِتَ" descr="قِتَ">
            <a:hlinkClick action="ppaction://hlinksldjump" r:id="rId6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قِتَ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ِتۡ" descr="قِت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قِتۡ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جَثۡ" descr="جَثۡ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جَثۡ</a:t>
            </a:r>
          </a:p>
        </p:txBody>
      </p:sp>
      <p:pic>
        <p:nvPicPr>
          <p:cNvPr id="10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جَثِ" descr="جَثِ">
            <a:hlinkClick action="ppaction://hlinksldjump" r:id="rId7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جَثِ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جَثَ" descr="جَثَ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جَثَ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7" name="Find جَ + ثۡ" descr="جَ + 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ثۡ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شُكۡرٌ" descr="شُكۡرٌ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شُكَرٌ" descr="شُكَرٌ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شُكَرٌ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شَكۡرٌ" descr="شَكۡرٌ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شَكۡرٌ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شُكۡرٌ" descr="شُكۡ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شُكۡرٌ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ثۡ" descr="مَث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مَثۡ</a:t>
            </a:r>
          </a:p>
        </p:txBody>
      </p:sp>
      <p:sp>
        <p:nvSpPr>
          <p:cNvPr id="9" name="Answer 2 مَثَ" descr="مَث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مَثَ</a:t>
            </a:r>
          </a:p>
        </p:txBody>
      </p:sp>
      <p:sp>
        <p:nvSpPr>
          <p:cNvPr id="10" name="Answer 3 مَثِ" descr="مَث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مَثِ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ثۡ" descr="مَ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مَثۡ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َنَ" descr="شَن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شَنَ</a:t>
            </a:r>
          </a:p>
        </p:txBody>
      </p:sp>
      <p:sp>
        <p:nvSpPr>
          <p:cNvPr id="9" name="Answer 2 شَنِ" descr="شَن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شَنِ</a:t>
            </a:r>
          </a:p>
        </p:txBody>
      </p:sp>
      <p:sp>
        <p:nvSpPr>
          <p:cNvPr id="10" name="Answer 3 شَنۡ" descr="شَن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نۡ" descr="ش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َيۡ" descr="جَي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جَيۡ</a:t>
            </a:r>
          </a:p>
        </p:txBody>
      </p:sp>
      <p:sp>
        <p:nvSpPr>
          <p:cNvPr id="9" name="Answer 2 جَيِ" descr="جَي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جَيِ</a:t>
            </a:r>
          </a:p>
        </p:txBody>
      </p:sp>
      <p:sp>
        <p:nvSpPr>
          <p:cNvPr id="10" name="Answer 3 جَيَ" descr="جَي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جَيَ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جَ + يۡ" descr="جَ + 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يۡ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سَجِدٌ" descr="مَسَجِد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مَسَجِدٌ</a:t>
            </a:r>
          </a:p>
        </p:txBody>
      </p:sp>
      <p:sp>
        <p:nvSpPr>
          <p:cNvPr id="9" name="Answer 2 مَسۡجِدٌ" descr="مَسۡجِد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sp>
        <p:nvSpPr>
          <p:cNvPr id="10" name="Answer 3 مُسۡجِدٌ" descr="مُسۡجِد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مُسۡجِدٌ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سۡجِدٌ" descr="مَسۡجِ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أُخۡتٌ" descr="أُخۡت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9" name="Answer 2 رَجُلٌ" descr="رَجُل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0" name="Answer 3 بَقَرٌ" descr="بَقَ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GOAL" descr="GOAL!"/>
          <p:cNvSpPr/>
          <p:nvPr/>
        </p:nvSpPr>
        <p:spPr>
          <a:xfrm>
            <a:off x="8255000" y="4445000"/>
            <a:ext cx="3556000" cy="1143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2FB57A"/>
                </a:solidFill>
                <a:latin typeface="Arial"/>
                <a:cs typeface="Arial"/>
              </a:rPr>
              <a:t>GOAL!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k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 in the net" descr="Ball in the 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9" name="Goalkeeper" descr="Goalkee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905000"/>
            <a:ext cx="1460500" cy="1752600"/>
          </a:xfrm>
          <a:prstGeom prst="rect">
            <a:avLst/>
          </a:prstGeom>
        </p:spPr>
      </p:pic>
      <p:sp>
        <p:nvSpPr>
          <p:cNvPr id="10" name="Champion" descr="CHAMPION!"/>
          <p:cNvSpPr/>
          <p:nvPr/>
        </p:nvSpPr>
        <p:spPr>
          <a:xfrm>
            <a:off x="3556000" y="4064000"/>
            <a:ext cx="5080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8000" b="1" lang="en-US">
                <a:solidFill>
                  <a:srgbClr val="E5536F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ثۡ" descr="مَث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مَثۡ</a:t>
            </a:r>
          </a:p>
        </p:txBody>
      </p:sp>
      <p:sp>
        <p:nvSpPr>
          <p:cNvPr id="9" name="Answer 2 مَثَ" descr="مَثَ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مَثَ</a:t>
            </a:r>
          </a:p>
        </p:txBody>
      </p:sp>
      <p:sp>
        <p:nvSpPr>
          <p:cNvPr id="10" name="Answer 3 مَثِ" descr="مَثِ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مَثِ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ثۡ" descr="مَث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مَثۡ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شَنَ" descr="شَنَ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شَنَ</a:t>
            </a:r>
          </a:p>
        </p:txBody>
      </p:sp>
      <p:sp>
        <p:nvSpPr>
          <p:cNvPr id="9" name="Answer 2 شَنِ" descr="شَنِ">
            <a:hlinkClick action="ppaction://hlinksldjump" r:id="rId5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شَنِ</a:t>
            </a:r>
          </a:p>
        </p:txBody>
      </p:sp>
      <p:sp>
        <p:nvSpPr>
          <p:cNvPr id="10" name="Answer 3 شَنۡ" descr="شَنۡ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شَنۡ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نۡ" descr="شَ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شَنۡ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جَيۡ" descr="جَيۡ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جَيۡ</a:t>
            </a:r>
          </a:p>
        </p:txBody>
      </p:sp>
      <p:sp>
        <p:nvSpPr>
          <p:cNvPr id="9" name="Answer 2 جَيِ" descr="جَيِ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جَيِ</a:t>
            </a:r>
          </a:p>
        </p:txBody>
      </p:sp>
      <p:sp>
        <p:nvSpPr>
          <p:cNvPr id="10" name="Answer 3 جَيَ" descr="جَيَ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جَيَ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6" name="Find جَ + يۡ" descr="جَ + ي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جَ + يۡ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مَسَجِدٌ" descr="مَسَجِد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مَسَجِدٌ</a:t>
            </a:r>
          </a:p>
        </p:txBody>
      </p:sp>
      <p:sp>
        <p:nvSpPr>
          <p:cNvPr id="9" name="Answer 2 مَسۡجِدٌ" descr="مَسۡجِد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sp>
        <p:nvSpPr>
          <p:cNvPr id="10" name="Answer 3 مُسۡجِدٌ" descr="مُسۡجِدٌ">
            <a:hlinkClick action="ppaction://hlinksldjump" r:id="rId5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مُسۡجِدٌ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سۡجِدٌ" descr="مَسۡجِد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مَسۡجِدٌ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tch" descr="Pi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nswer 1 أُخۡتٌ" descr="أُخۡتٌ">
            <a:hlinkClick action="ppaction://hlinksldjump" r:id="rId5"/>
          </p:cNvPr>
          <p:cNvSpPr/>
          <p:nvPr/>
        </p:nvSpPr>
        <p:spPr>
          <a:xfrm>
            <a:off x="7302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أُخۡتٌ</a:t>
            </a:r>
          </a:p>
        </p:txBody>
      </p:sp>
      <p:sp>
        <p:nvSpPr>
          <p:cNvPr id="9" name="Answer 2 رَجُلٌ" descr="رَجُلٌ">
            <a:hlinkClick action="ppaction://hlinksldjump" r:id="rId6"/>
          </p:cNvPr>
          <p:cNvSpPr/>
          <p:nvPr/>
        </p:nvSpPr>
        <p:spPr>
          <a:xfrm>
            <a:off x="5143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0" name="Answer 3 بَقَرٌ" descr="بَقَرٌ">
            <a:hlinkClick action="ppaction://hlinksldjump" r:id="rId6"/>
          </p:cNvPr>
          <p:cNvSpPr/>
          <p:nvPr/>
        </p:nvSpPr>
        <p:spPr>
          <a:xfrm>
            <a:off x="2984500" y="1460500"/>
            <a:ext cx="1905000" cy="1016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5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pic>
        <p:nvPicPr>
          <p:cNvPr id="11" name="Goalkeeper" descr="Goalkee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50" y="2476500"/>
            <a:ext cx="1460500" cy="1752600"/>
          </a:xfrm>
          <a:prstGeom prst="rect">
            <a:avLst/>
          </a:prstGeom>
        </p:spPr>
      </p:pic>
      <p:pic>
        <p:nvPicPr>
          <p:cNvPr id="12" name="Ball" descr="Ba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588000"/>
            <a:ext cx="762000" cy="762000"/>
          </a:xfrm>
          <a:prstGeom prst="rect">
            <a:avLst/>
          </a:prstGeom>
        </p:spPr>
      </p:pic>
      <p:sp>
        <p:nvSpPr>
          <p:cNvPr id="13" name="Saved! Try again!" descr="Saved! Try again!"/>
          <p:cNvSpPr/>
          <p:nvPr/>
        </p:nvSpPr>
        <p:spPr>
          <a:xfrm>
            <a:off x="8890000" y="4064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Saved!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ِجِ" descr="كِج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كِجِ</a:t>
            </a:r>
          </a:p>
        </p:txBody>
      </p:sp>
      <p:sp>
        <p:nvSpPr>
          <p:cNvPr id="10" name="Answer 2 كِجَ" descr="كِج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كِجَ</a:t>
            </a:r>
          </a:p>
        </p:txBody>
      </p:sp>
      <p:sp>
        <p:nvSpPr>
          <p:cNvPr id="11" name="Answer 3 كِجۡ" descr="كِج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كِجۡ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ِجۡ" descr="كِ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كِجۡ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َحَ" descr="كَ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كَحَ</a:t>
            </a:r>
          </a:p>
        </p:txBody>
      </p:sp>
      <p:sp>
        <p:nvSpPr>
          <p:cNvPr id="10" name="Answer 2 كَحِ" descr="كَح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كَحِ</a:t>
            </a:r>
          </a:p>
        </p:txBody>
      </p:sp>
      <p:sp>
        <p:nvSpPr>
          <p:cNvPr id="11" name="Answer 3 كَحۡ" descr="كَح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كَحۡ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كَ + حۡ" descr="كَ + 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 + حۡ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ُلۡ" descr="بُل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بُلۡ</a:t>
            </a:r>
          </a:p>
        </p:txBody>
      </p:sp>
      <p:sp>
        <p:nvSpPr>
          <p:cNvPr id="10" name="Answer 2 بَلۡ" descr="بَل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1" name="Answer 3 بَلَ" descr="بَل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لۡ" descr="بَ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نَهۡرٌ" descr="نَه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ُذۡ" descr="تُذ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تُذۡ</a:t>
            </a:r>
          </a:p>
        </p:txBody>
      </p:sp>
      <p:sp>
        <p:nvSpPr>
          <p:cNvPr id="10" name="Answer 2 تُذَ" descr="تُذ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تُذَ</a:t>
            </a:r>
          </a:p>
        </p:txBody>
      </p:sp>
      <p:sp>
        <p:nvSpPr>
          <p:cNvPr id="11" name="Answer 3 تُذِ" descr="تُذ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تُذِ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ُذۡ" descr="تُ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تُذۡ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ee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5" descr="Robo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Beep beep! Done!" descr="Beep beep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Beep beep!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0" descr="Robot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ِجِ" descr="كِج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كِجِ</a:t>
            </a:r>
          </a:p>
        </p:txBody>
      </p:sp>
      <p:sp>
        <p:nvSpPr>
          <p:cNvPr id="10" name="Answer 2 كِجَ" descr="كِج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كِجَ</a:t>
            </a:r>
          </a:p>
        </p:txBody>
      </p:sp>
      <p:sp>
        <p:nvSpPr>
          <p:cNvPr id="11" name="Answer 3 كِجۡ" descr="كِج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كِجۡ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ِجۡ" descr="كِج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كِجۡ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1" descr="Rob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كَحَ" descr="كَح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كَحَ</a:t>
            </a:r>
          </a:p>
        </p:txBody>
      </p:sp>
      <p:sp>
        <p:nvSpPr>
          <p:cNvPr id="10" name="Answer 2 كَحِ" descr="كَح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كَحِ</a:t>
            </a:r>
          </a:p>
        </p:txBody>
      </p:sp>
      <p:sp>
        <p:nvSpPr>
          <p:cNvPr id="11" name="Answer 3 كَحۡ" descr="كَح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كَحۡ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كَ + حۡ" descr="كَ + ح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 + حۡ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2" descr="Robo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بُلۡ" descr="بُل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بُلۡ</a:t>
            </a:r>
          </a:p>
        </p:txBody>
      </p:sp>
      <p:sp>
        <p:nvSpPr>
          <p:cNvPr id="10" name="Answer 2 بَلۡ" descr="بَل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1" name="Answer 3 بَلَ" descr="بَل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لۡ" descr="بَ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3" descr="Robo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نَهۡرٌ" descr="نَهۡ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0" name="Answer 2 فَتَحَ" descr="فَتَح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جَمَلٌ" descr="جَمَل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جَمَلٌ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Robot 4" descr="Robo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413000"/>
            <a:ext cx="2667000" cy="4064000"/>
          </a:xfrm>
          <a:prstGeom prst="rect">
            <a:avLst/>
          </a:prstGeom>
        </p:spPr>
      </p:pic>
      <p:sp>
        <p:nvSpPr>
          <p:cNvPr id="9" name="Answer 1 تُذۡ" descr="تُذ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تُذۡ</a:t>
            </a:r>
          </a:p>
        </p:txBody>
      </p:sp>
      <p:sp>
        <p:nvSpPr>
          <p:cNvPr id="10" name="Answer 2 تُذَ" descr="تُذ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تُذَ</a:t>
            </a:r>
          </a:p>
        </p:txBody>
      </p:sp>
      <p:sp>
        <p:nvSpPr>
          <p:cNvPr id="11" name="Answer 3 تُذِ" descr="تُذ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تُذِ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ُذۡ" descr="تُذ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تُذۡ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ُدۡ" descr="غُد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غُدۡ</a:t>
            </a:r>
          </a:p>
        </p:txBody>
      </p:sp>
      <p:sp>
        <p:nvSpPr>
          <p:cNvPr id="10" name="Answer 2 غُدَ" descr="غُد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غُدَ</a:t>
            </a:r>
          </a:p>
        </p:txBody>
      </p:sp>
      <p:sp>
        <p:nvSpPr>
          <p:cNvPr id="11" name="Answer 3 غُدِ" descr="غُد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غُدِ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غُ + دۡ" descr="غُ + 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 + دۡ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ُفۡهَمُ" descr="يُفۡهَ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يُفۡهَمُ</a:t>
            </a:r>
          </a:p>
        </p:txBody>
      </p:sp>
      <p:sp>
        <p:nvSpPr>
          <p:cNvPr id="10" name="Answer 2 يَفَهَمُ" descr="يَفَهَم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يَفَهَمُ</a:t>
            </a:r>
          </a:p>
        </p:txBody>
      </p:sp>
      <p:sp>
        <p:nvSpPr>
          <p:cNvPr id="11" name="Answer 3 يَفۡهَمُ" descr="يَفۡهَ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َفۡهَمُ" descr="يَفۡهَ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َمَرٌ" descr="قَم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2 رَأۡسٌ" descr="رَأۡ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sp>
        <p:nvSpPr>
          <p:cNvPr id="11" name="Answer 3 سَمَكٌ" descr="سَمَك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ُزِ" descr="غُز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غُزِ</a:t>
            </a:r>
          </a:p>
        </p:txBody>
      </p:sp>
      <p:sp>
        <p:nvSpPr>
          <p:cNvPr id="10" name="Answer 2 غُزَ" descr="غُز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غُزَ</a:t>
            </a:r>
          </a:p>
        </p:txBody>
      </p:sp>
      <p:sp>
        <p:nvSpPr>
          <p:cNvPr id="11" name="Answer 3 غُزۡ" descr="غُز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غُزۡ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ُزۡ" descr="غُ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غُزۡ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عِسۡ" descr="عِس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عِسۡ</a:t>
            </a:r>
          </a:p>
        </p:txBody>
      </p:sp>
      <p:sp>
        <p:nvSpPr>
          <p:cNvPr id="10" name="Answer 2 عِسِ" descr="عِس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عِسِ</a:t>
            </a:r>
          </a:p>
        </p:txBody>
      </p:sp>
      <p:sp>
        <p:nvSpPr>
          <p:cNvPr id="11" name="Answer 3 عِسَ" descr="عِ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عِسَ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ِسۡ" descr="ع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عِسۡ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5" descr="Ice cre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Yummy! Done!" descr="Yummy! Done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Yummy! Done!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9" dur="300" fill="hold" repeatCount="3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0" descr="Ice cream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ُدۡ" descr="غُد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غُدۡ</a:t>
            </a:r>
          </a:p>
        </p:txBody>
      </p:sp>
      <p:sp>
        <p:nvSpPr>
          <p:cNvPr id="10" name="Answer 2 غُدَ" descr="غُد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غُدَ</a:t>
            </a:r>
          </a:p>
        </p:txBody>
      </p:sp>
      <p:sp>
        <p:nvSpPr>
          <p:cNvPr id="11" name="Answer 3 غُدِ" descr="غُد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غُدِ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غُ + دۡ" descr="غُ + د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 + دۡ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1" descr="Ice crea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يُفۡهَمُ" descr="يُفۡهَم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يُفۡهَمُ</a:t>
            </a:r>
          </a:p>
        </p:txBody>
      </p:sp>
      <p:sp>
        <p:nvSpPr>
          <p:cNvPr id="10" name="Answer 2 يَفَهَمُ" descr="يَفَهَم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يَفَهَمُ</a:t>
            </a:r>
          </a:p>
        </p:txBody>
      </p:sp>
      <p:sp>
        <p:nvSpPr>
          <p:cNvPr id="11" name="Answer 3 يَفۡهَمُ" descr="يَفۡهَم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َفۡهَمُ" descr="يَفۡهَمُ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2" descr="Ice cre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قَمَرٌ" descr="قَمَر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0" name="Answer 2 رَأۡسٌ" descr="رَأۡ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رَأۡسٌ</a:t>
            </a:r>
          </a:p>
        </p:txBody>
      </p:sp>
      <p:sp>
        <p:nvSpPr>
          <p:cNvPr id="11" name="Answer 3 سَمَكٌ" descr="سَمَك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3" descr="Ice cre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غُزِ" descr="غُز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غُزِ</a:t>
            </a:r>
          </a:p>
        </p:txBody>
      </p:sp>
      <p:sp>
        <p:nvSpPr>
          <p:cNvPr id="10" name="Answer 2 غُزَ" descr="غُز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غُزَ</a:t>
            </a:r>
          </a:p>
        </p:txBody>
      </p:sp>
      <p:sp>
        <p:nvSpPr>
          <p:cNvPr id="11" name="Answer 3 غُزۡ" descr="غُز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غُزۡ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ُزۡ" descr="غُز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غُزۡ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ce cream 4" descr="Ice cre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2190750"/>
            <a:ext cx="2095500" cy="4413250"/>
          </a:xfrm>
          <a:prstGeom prst="rect">
            <a:avLst/>
          </a:prstGeom>
        </p:spPr>
      </p:pic>
      <p:sp>
        <p:nvSpPr>
          <p:cNvPr id="9" name="Answer 1 عِسۡ" descr="عِس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عِسۡ</a:t>
            </a:r>
          </a:p>
        </p:txBody>
      </p:sp>
      <p:sp>
        <p:nvSpPr>
          <p:cNvPr id="10" name="Answer 2 عِسِ" descr="عِس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عِسِ</a:t>
            </a:r>
          </a:p>
        </p:txBody>
      </p:sp>
      <p:sp>
        <p:nvSpPr>
          <p:cNvPr id="11" name="Answer 3 عِسَ" descr="عِس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عِسَ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ِسۡ" descr="عِس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عِسۡ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َلۡبٌ" descr="قَلۡ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7" name="Answer 2 قُلۡبٌ" descr="قُلۡ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قُلۡبٌ</a:t>
            </a:r>
          </a:p>
        </p:txBody>
      </p:sp>
      <p:sp>
        <p:nvSpPr>
          <p:cNvPr id="8" name="Answer 3 قَلَبٌ" descr="قَلَ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قَلَبٌ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قَلۡبٌ" descr="ق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وَلَدٌ" descr="وَل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8" name="Answer 2 مَكۡتَبٌ" descr="مَكۡت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9" name="Answer 3 حَجَرٌ" descr="حَج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ُشۡ" descr="سُش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سُشۡ</a:t>
            </a:r>
          </a:p>
        </p:txBody>
      </p:sp>
      <p:sp>
        <p:nvSpPr>
          <p:cNvPr id="8" name="Answer 2 سُشِ" descr="سُش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سُشِ</a:t>
            </a:r>
          </a:p>
        </p:txBody>
      </p:sp>
      <p:sp>
        <p:nvSpPr>
          <p:cNvPr id="9" name="Answer 3 سُشَ" descr="سُش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سُشَ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ُشۡ" descr="سُ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سُشۡ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طَصَ" descr="طَص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طَصَ</a:t>
            </a:r>
          </a:p>
        </p:txBody>
      </p:sp>
      <p:sp>
        <p:nvSpPr>
          <p:cNvPr id="8" name="Answer 2 طَصۡ" descr="طَص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طَصۡ</a:t>
            </a:r>
          </a:p>
        </p:txBody>
      </p:sp>
      <p:sp>
        <p:nvSpPr>
          <p:cNvPr id="9" name="Answer 3 طَصِ" descr="طَص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طَصِ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طَصۡ" descr="طَ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طَصۡ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كِضَ" descr="كِض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كِضَ</a:t>
            </a:r>
          </a:p>
        </p:txBody>
      </p:sp>
      <p:sp>
        <p:nvSpPr>
          <p:cNvPr id="8" name="Answer 2 كِضۡ" descr="كِض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كِضۡ</a:t>
            </a:r>
          </a:p>
        </p:txBody>
      </p:sp>
      <p:sp>
        <p:nvSpPr>
          <p:cNvPr id="9" name="Answer 3 كِضُ" descr="كِض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كِضُ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كِ + ضۡ" descr="كِ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 + ضۡ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whoosh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2743200"/>
            <a:ext cx="419100" cy="302260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pic>
        <p:nvPicPr>
          <p:cNvPr id="7" name="Flame" descr="Fla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5715000"/>
            <a:ext cx="1270000" cy="1651000"/>
          </a:xfrm>
          <a:prstGeom prst="rect">
            <a:avLst/>
          </a:prstGeom>
        </p:spPr>
      </p:pic>
      <p:sp>
        <p:nvSpPr>
          <p:cNvPr id="8" name="3, 2, 1... Blast off!" descr="3, 2, 1... Blast off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3, 2, 1... Blast off!</a:t>
            </a:r>
          </a:p>
        </p:txBody>
      </p:sp>
      <p:sp>
        <p:nvSpPr>
          <p:cNvPr id="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4" dur="2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1.0000 E" pathEditMode="relative" ptsTypes="AA">
                                      <p:cBhvr>
                                        <p:cTn id="6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6" name="Answer 1 قَلۡبٌ" descr="قَلۡ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7" name="Answer 2 قُلۡبٌ" descr="قُلۡ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قُلۡبٌ</a:t>
            </a:r>
          </a:p>
        </p:txBody>
      </p:sp>
      <p:sp>
        <p:nvSpPr>
          <p:cNvPr id="8" name="Answer 3 قَلَبٌ" descr="قَلَ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قَلَبٌ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َلۡبٌ" descr="ق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5161280"/>
            <a:ext cx="419100" cy="60452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وَلَدٌ" descr="وَلَد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وَلَدٌ</a:t>
            </a:r>
          </a:p>
        </p:txBody>
      </p:sp>
      <p:sp>
        <p:nvSpPr>
          <p:cNvPr id="8" name="Answer 2 مَكۡتَبٌ" descr="مَكۡتَب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مَكۡتَبٌ</a:t>
            </a:r>
          </a:p>
        </p:txBody>
      </p:sp>
      <p:sp>
        <p:nvSpPr>
          <p:cNvPr id="9" name="Answer 3 حَجَرٌ" descr="حَجَر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حَجَرٌ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4556760"/>
            <a:ext cx="419100" cy="120904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سُشۡ" descr="سُش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سُشۡ</a:t>
            </a:r>
          </a:p>
        </p:txBody>
      </p:sp>
      <p:sp>
        <p:nvSpPr>
          <p:cNvPr id="8" name="Answer 2 سُشِ" descr="سُش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سُشِ</a:t>
            </a:r>
          </a:p>
        </p:txBody>
      </p:sp>
      <p:sp>
        <p:nvSpPr>
          <p:cNvPr id="9" name="Answer 3 سُشَ" descr="سُش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سُشَ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ُشۡ" descr="سُش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سُشۡ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952240"/>
            <a:ext cx="419100" cy="181356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طَصَ" descr="طَص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طَصَ</a:t>
            </a:r>
          </a:p>
        </p:txBody>
      </p:sp>
      <p:sp>
        <p:nvSpPr>
          <p:cNvPr id="8" name="Answer 2 طَصۡ" descr="طَص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طَصۡ</a:t>
            </a:r>
          </a:p>
        </p:txBody>
      </p:sp>
      <p:sp>
        <p:nvSpPr>
          <p:cNvPr id="9" name="Answer 3 طَصِ" descr="طَص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طَصِ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َصۡ" descr="طَص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طَصۡ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Sky" descr="Sk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413000"/>
            <a:ext cx="1905000" cy="3556000"/>
          </a:xfrm>
          <a:prstGeom prst="rect">
            <a:avLst/>
          </a:prstGeom>
        </p:spPr>
      </p:pic>
      <p:sp>
        <p:nvSpPr>
          <p:cNvPr id="4" name="Fuel tank"/>
          <p:cNvSpPr/>
          <p:nvPr/>
        </p:nvSpPr>
        <p:spPr>
          <a:xfrm>
            <a:off x="3556000" y="2667000"/>
            <a:ext cx="571500" cy="3175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uel"/>
          <p:cNvSpPr/>
          <p:nvPr/>
        </p:nvSpPr>
        <p:spPr>
          <a:xfrm>
            <a:off x="3632200" y="3347720"/>
            <a:ext cx="419100" cy="2418080"/>
          </a:xfrm>
          <a:prstGeom prst="roundRect">
            <a:avLst>
              <a:gd name="adj" fmla="val 40000"/>
            </a:avLst>
          </a:prstGeom>
          <a:solidFill>
            <a:srgbClr val="FFB3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uel label" descr="FUEL"/>
          <p:cNvSpPr/>
          <p:nvPr/>
        </p:nvSpPr>
        <p:spPr>
          <a:xfrm>
            <a:off x="3302000" y="5905500"/>
            <a:ext cx="1079500" cy="381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FUEL</a:t>
            </a:r>
          </a:p>
        </p:txBody>
      </p:sp>
      <p:sp>
        <p:nvSpPr>
          <p:cNvPr id="7" name="Answer 1 كِضَ" descr="كِض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كِضَ</a:t>
            </a:r>
          </a:p>
        </p:txBody>
      </p:sp>
      <p:sp>
        <p:nvSpPr>
          <p:cNvPr id="8" name="Answer 2 كِضۡ" descr="كِض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كِضۡ</a:t>
            </a:r>
          </a:p>
        </p:txBody>
      </p:sp>
      <p:sp>
        <p:nvSpPr>
          <p:cNvPr id="9" name="Answer 3 كِضُ" descr="كِض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كِضُ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كِ + ضۡ" descr="كِ + 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 + ضۡ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َمَكٌ" descr="سَمَك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لۡبٌ" descr="قَلۡب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قَرٌ" descr="بَقَر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قَضَ" descr="قَض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قَضَ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ضۡ" descr="قَض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قَضۡ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َضِ" descr="قَض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قَضِ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َضۡ" descr="قَ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قَضۡ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طِ" descr="كَط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كَطِ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كَطَ" descr="كَط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كَطَ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كَطۡ" descr="كَط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كَطۡ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َطۡ" descr="كَ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كَطۡ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رَظِ" descr="رَظ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رَظِ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رَظۡ" descr="رَظ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رَظۡ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رَظَ" descr="رَظ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رَظَ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2" name="Find رَ + ظۡ" descr="رَ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 + ظۡ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لَبٌ" descr="كَلَب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كَلَبٌ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كُلۡبٌ" descr="كُلۡب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كُلۡبٌ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كَلۡبٌ" descr="كَلۡب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َلۡبٌ" descr="ك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creak.wav"/>
      </p:stSnd>
    </p:sndAc>
  </p:transition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Treasure" descr="Treas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667000"/>
            <a:ext cx="2794000" cy="2286000"/>
          </a:xfrm>
          <a:prstGeom prst="rect">
            <a:avLst/>
          </a:prstGeom>
        </p:spPr>
      </p:pic>
      <p:sp>
        <p:nvSpPr>
          <p:cNvPr id="5" name="You found the treasure!" descr="You found the treasure!"/>
          <p:cNvSpPr/>
          <p:nvPr/>
        </p:nvSpPr>
        <p:spPr>
          <a:xfrm>
            <a:off x="8128000" y="1905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2FB57A"/>
                </a:solidFill>
                <a:latin typeface="Arial"/>
                <a:cs typeface="Arial"/>
              </a:rPr>
              <a:t>You found the treasure!</a:t>
            </a:r>
          </a:p>
        </p:txBody>
      </p:sp>
      <p:sp>
        <p:nvSpPr>
          <p:cNvPr id="6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1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1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سَمَكٌ" descr="سَمَك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لۡبٌ" descr="قَلۡبٌ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بَقَرٌ" descr="بَقَرٌ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بَقَرٌ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2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2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قَضَ" descr="قَضَ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قَضَ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قَضۡ" descr="قَض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قَضۡ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قَضِ" descr="قَضِ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قَضِ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َضۡ" descr="قَض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قَضۡ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3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3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طِ" descr="كَط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كَطِ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كَطَ" descr="كَطَ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كَطَ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كَطۡ" descr="كَطۡ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كَطۡ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كَطۡ" descr="كَط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كَطۡ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4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4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رَظِ" descr="رَظِ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رَظِ</a:t>
            </a:r>
          </a:p>
        </p:txBody>
      </p:sp>
      <p:pic>
        <p:nvPicPr>
          <p:cNvPr id="6" name="Door 2" descr="Door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رَظۡ" descr="رَظۡ">
            <a:hlinkClick action="ppaction://hlinksldjump" r:id="rId5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رَظۡ</a:t>
            </a:r>
          </a:p>
        </p:txBody>
      </p:sp>
      <p:pic>
        <p:nvPicPr>
          <p:cNvPr id="8" name="Door 3" descr="Door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رَظَ" descr="رَظَ">
            <a:hlinkClick action="ppaction://hlinksldjump" r:id="rId4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رَظَ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رَ + ظۡ" descr="رَ + 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 + ظۡ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astle" descr="Cas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om" descr="Room 5 of 5"/>
          <p:cNvSpPr/>
          <p:nvPr/>
        </p:nvSpPr>
        <p:spPr>
          <a:xfrm>
            <a:off x="254000" y="254000"/>
            <a:ext cx="2095500" cy="508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6741D9"/>
                </a:solidFill>
                <a:latin typeface="Arial"/>
                <a:cs typeface="Arial"/>
              </a:rPr>
              <a:t>Room 5 of 5</a:t>
            </a:r>
          </a:p>
        </p:txBody>
      </p:sp>
      <p:pic>
        <p:nvPicPr>
          <p:cNvPr id="4" name="Door 1" descr="Door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159000"/>
            <a:ext cx="2032000" cy="3175000"/>
          </a:xfrm>
          <a:prstGeom prst="rect">
            <a:avLst/>
          </a:prstGeom>
        </p:spPr>
      </p:pic>
      <p:sp>
        <p:nvSpPr>
          <p:cNvPr id="5" name="Answer 1 كَلَبٌ" descr="كَلَبٌ">
            <a:hlinkClick action="ppaction://hlinksldjump" r:id="rId4"/>
          </p:cNvPr>
          <p:cNvSpPr/>
          <p:nvPr/>
        </p:nvSpPr>
        <p:spPr>
          <a:xfrm>
            <a:off x="8223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كَلَبٌ</a:t>
            </a:r>
          </a:p>
        </p:txBody>
      </p:sp>
      <p:pic>
        <p:nvPicPr>
          <p:cNvPr id="6" name="Door 2" descr="Door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159000"/>
            <a:ext cx="2032000" cy="3175000"/>
          </a:xfrm>
          <a:prstGeom prst="rect">
            <a:avLst/>
          </a:prstGeom>
        </p:spPr>
      </p:pic>
      <p:sp>
        <p:nvSpPr>
          <p:cNvPr id="7" name="Answer 2 كُلۡبٌ" descr="كُلۡبٌ">
            <a:hlinkClick action="ppaction://hlinksldjump" r:id="rId4"/>
          </p:cNvPr>
          <p:cNvSpPr/>
          <p:nvPr/>
        </p:nvSpPr>
        <p:spPr>
          <a:xfrm>
            <a:off x="5175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كُلۡبٌ</a:t>
            </a:r>
          </a:p>
        </p:txBody>
      </p:sp>
      <p:pic>
        <p:nvPicPr>
          <p:cNvPr id="8" name="Door 3" descr="Door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2159000"/>
            <a:ext cx="2032000" cy="3175000"/>
          </a:xfrm>
          <a:prstGeom prst="rect">
            <a:avLst/>
          </a:prstGeom>
        </p:spPr>
      </p:pic>
      <p:sp>
        <p:nvSpPr>
          <p:cNvPr id="9" name="Answer 3 كَلۡبٌ" descr="كَلۡبٌ">
            <a:hlinkClick action="ppaction://hlinksldjump" r:id="rId5"/>
          </p:cNvPr>
          <p:cNvSpPr/>
          <p:nvPr/>
        </p:nvSpPr>
        <p:spPr>
          <a:xfrm>
            <a:off x="2127250" y="3460750"/>
            <a:ext cx="1841500" cy="9525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A86E42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0" name="Locked! Try again!" descr="Locked! Try again!"/>
          <p:cNvSpPr/>
          <p:nvPr/>
        </p:nvSpPr>
        <p:spPr>
          <a:xfrm>
            <a:off x="381000" y="5397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Locked! 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كَلۡبٌ" descr="كَل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وِظَ" descr="وِظ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وِظَ</a:t>
            </a:r>
          </a:p>
        </p:txBody>
      </p:sp>
      <p:sp>
        <p:nvSpPr>
          <p:cNvPr id="11" name="Answer 2 وِظِ" descr="وِظ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وِظِ</a:t>
            </a:r>
          </a:p>
        </p:txBody>
      </p:sp>
      <p:sp>
        <p:nvSpPr>
          <p:cNvPr id="12" name="Answer 3 وِظۡ" descr="وِظ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وِظۡ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ِظۡ" descr="وِ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وِظۡ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مُعِ" descr="مُع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مُعِ</a:t>
            </a:r>
          </a:p>
        </p:txBody>
      </p:sp>
      <p:sp>
        <p:nvSpPr>
          <p:cNvPr id="10" name="Answer 2 مُعَ" descr="مُع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</a:t>
            </a:r>
          </a:p>
        </p:txBody>
      </p:sp>
      <p:sp>
        <p:nvSpPr>
          <p:cNvPr id="11" name="Answer 3 مُعۡ" descr="مُع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مُعۡ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ُعۡ" descr="مُ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مُعۡ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قِغۡ" descr="قِغ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قِغۡ</a:t>
            </a:r>
          </a:p>
        </p:txBody>
      </p:sp>
      <p:sp>
        <p:nvSpPr>
          <p:cNvPr id="9" name="Answer 2 قِغَ" descr="قِغ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قِغَ</a:t>
            </a:r>
          </a:p>
        </p:txBody>
      </p:sp>
      <p:sp>
        <p:nvSpPr>
          <p:cNvPr id="10" name="Answer 3 قِغُ" descr="قِغ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قِغُ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3" name="Find قِ + غۡ" descr="قِ + غ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غۡ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قُلۡ" descr="قُل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8" name="Answer 2 قُلَ" descr="قُ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قُلَ</a:t>
            </a:r>
          </a:p>
        </p:txBody>
      </p:sp>
      <p:sp>
        <p:nvSpPr>
          <p:cNvPr id="9" name="Answer 3 قَلۡ" descr="ق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ُلۡ" descr="قُ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كَتَبَ" descr="كَت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7" name="Answer 2 قَمَرٌ" descr="قَم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8" name="Answer 3 مِنۡ" descr="مِ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طُكِ" descr="طُك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طُكِ</a:t>
            </a:r>
          </a:p>
        </p:txBody>
      </p:sp>
      <p:sp>
        <p:nvSpPr>
          <p:cNvPr id="6" name="Answer 2 طُكۡ" descr="طُك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طُكۡ</a:t>
            </a:r>
          </a:p>
        </p:txBody>
      </p:sp>
      <p:sp>
        <p:nvSpPr>
          <p:cNvPr id="7" name="Answer 3 طُكَ" descr="طُك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طُكَ</a:t>
            </a:r>
          </a:p>
        </p:txBody>
      </p:sp>
      <p:sp>
        <p:nvSpPr>
          <p:cNvPr id="8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0" name="Find طُكۡ" descr="طُ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طُكۡ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It's a whale!" descr="It's a whale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It's a whale!</a:t>
            </a:r>
          </a:p>
        </p:txBody>
      </p:sp>
      <p:sp>
        <p:nvSpPr>
          <p:cNvPr id="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1" descr="?"/>
          <p:cNvSpPr/>
          <p:nvPr/>
        </p:nvSpPr>
        <p:spPr>
          <a:xfrm>
            <a:off x="508000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B3C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0" name="Answer 1 وِظَ" descr="وِظ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وِظَ</a:t>
            </a:r>
          </a:p>
        </p:txBody>
      </p:sp>
      <p:sp>
        <p:nvSpPr>
          <p:cNvPr id="11" name="Answer 2 وِظِ" descr="وِظ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وِظِ</a:t>
            </a:r>
          </a:p>
        </p:txBody>
      </p:sp>
      <p:sp>
        <p:nvSpPr>
          <p:cNvPr id="12" name="Answer 3 وِظۡ" descr="وِظ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وِظۡ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ِظۡ" descr="وِظ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وِظۡ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2" descr="?"/>
          <p:cNvSpPr/>
          <p:nvPr/>
        </p:nvSpPr>
        <p:spPr>
          <a:xfrm>
            <a:off x="2201333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B5E8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9" name="Answer 1 مُعِ" descr="مُع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مُعِ</a:t>
            </a:r>
          </a:p>
        </p:txBody>
      </p:sp>
      <p:sp>
        <p:nvSpPr>
          <p:cNvPr id="10" name="Answer 2 مُعَ" descr="مُع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مُعَ</a:t>
            </a:r>
          </a:p>
        </p:txBody>
      </p:sp>
      <p:sp>
        <p:nvSpPr>
          <p:cNvPr id="11" name="Answer 3 مُعۡ" descr="مُع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مُعۡ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ُعۡ" descr="مُع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مُعۡ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3" descr="?"/>
          <p:cNvSpPr/>
          <p:nvPr/>
        </p:nvSpPr>
        <p:spPr>
          <a:xfrm>
            <a:off x="3894667" y="1397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C8F0C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8" name="Answer 1 قِغۡ" descr="قِغ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قِغۡ</a:t>
            </a:r>
          </a:p>
        </p:txBody>
      </p:sp>
      <p:sp>
        <p:nvSpPr>
          <p:cNvPr id="9" name="Answer 2 قِغَ" descr="قِغ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قِغَ</a:t>
            </a:r>
          </a:p>
        </p:txBody>
      </p:sp>
      <p:sp>
        <p:nvSpPr>
          <p:cNvPr id="10" name="Answer 3 قِغُ" descr="قِغُ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قِغُ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قِ + غۡ" descr="قِ + غ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غۡ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4" descr="?"/>
          <p:cNvSpPr/>
          <p:nvPr/>
        </p:nvSpPr>
        <p:spPr>
          <a:xfrm>
            <a:off x="508000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D8A8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7" name="Answer 1 قُلۡ" descr="قُلۡ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8" name="Answer 2 قُلَ" descr="قُلَ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قُلَ</a:t>
            </a:r>
          </a:p>
        </p:txBody>
      </p:sp>
      <p:sp>
        <p:nvSpPr>
          <p:cNvPr id="9" name="Answer 3 قَلۡ" descr="قَل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ُلۡ" descr="قُل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قُلۡ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5" descr="?"/>
          <p:cNvSpPr/>
          <p:nvPr/>
        </p:nvSpPr>
        <p:spPr>
          <a:xfrm>
            <a:off x="2201333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D0BFF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6" name="Answer 1 كَتَبَ" descr="كَت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7" name="Answer 2 قَمَرٌ" descr="قَمَ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8" name="Answer 3 مِنۡ" descr="مِنۡ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مِنۡ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Mystery picture" descr="Myster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97000"/>
            <a:ext cx="5080000" cy="3810000"/>
          </a:xfrm>
          <a:prstGeom prst="rect">
            <a:avLst/>
          </a:prstGeom>
        </p:spPr>
      </p:pic>
      <p:sp>
        <p:nvSpPr>
          <p:cNvPr id="4" name="Tile 6" descr="?"/>
          <p:cNvSpPr/>
          <p:nvPr/>
        </p:nvSpPr>
        <p:spPr>
          <a:xfrm>
            <a:off x="3894667" y="3302000"/>
            <a:ext cx="1693333" cy="1905000"/>
          </a:xfrm>
          <a:prstGeom prst="roundRect">
            <a:avLst>
              <a:gd name="adj" fmla="val 8000"/>
            </a:avLst>
          </a:prstGeom>
          <a:solidFill>
            <a:srgbClr val="FFE066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7200" b="1" lang="en-US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5" name="Answer 1 طُكِ" descr="طُك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طُكِ</a:t>
            </a:r>
          </a:p>
        </p:txBody>
      </p:sp>
      <p:sp>
        <p:nvSpPr>
          <p:cNvPr id="6" name="Answer 2 طُكۡ" descr="طُكۡ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طُكۡ</a:t>
            </a:r>
          </a:p>
        </p:txBody>
      </p:sp>
      <p:sp>
        <p:nvSpPr>
          <p:cNvPr id="7" name="Answer 3 طُكَ" descr="طُك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طُكَ</a:t>
            </a:r>
          </a:p>
        </p:txBody>
      </p:sp>
      <p:sp>
        <p:nvSpPr>
          <p:cNvPr id="8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طُكۡ" descr="طُك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طُكۡ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قَفَ" descr="قَف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قَفَ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قَفۡ" descr="قَفۡ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قَفۡ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قَفِ" descr="قَفِ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قَفِ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َفۡ" descr="قَ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قَفۡ</a:t>
            </a:r>
          </a:p>
        </p:txBody>
      </p:sp>
      <p:sp>
        <p:nvSpPr>
          <p:cNvPr id="14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ثَقۡ" descr="ثَقۡ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ثَقۡ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ثَقَ" descr="ثَقَ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ثَقَ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ثَقِ" descr="ثَقِ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ثَقِ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4" name="Find ثَ + قۡ" descr="ثَ + 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 + قۡ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ذِئَبٌ" descr="ذِئَب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ذِئَبٌ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ذَئۡبٌ" descr="ذَئۡبٌ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ذَئۡبٌ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ذِئۡبٌ" descr="ذِئۡبٌ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ِئۡبٌ" descr="ذِئ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رَجُلٌ" descr="رَجُل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سَمَكٌ" descr="سَمَكٌ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يَكۡتُبُ" descr="يَكۡتُبُ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لَمۡ" descr="لَمۡ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لَمِ" descr="لَمِ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لَمِ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لَمَ" descr="لَمَ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لَمَ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لَمۡ" descr="لَ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Pad 5" descr="Pad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3937000"/>
            <a:ext cx="1651000" cy="736600"/>
          </a:xfrm>
          <a:prstGeom prst="rect">
            <a:avLst/>
          </a:prstGeom>
        </p:spPr>
      </p:pic>
      <p:pic>
        <p:nvPicPr>
          <p:cNvPr id="9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397000" cy="1206500"/>
          </a:xfrm>
          <a:prstGeom prst="rect">
            <a:avLst/>
          </a:prstGeom>
        </p:spPr>
      </p:pic>
      <p:sp>
        <p:nvSpPr>
          <p:cNvPr id="10" name="You made it!" descr="You made it!"/>
          <p:cNvSpPr/>
          <p:nvPr/>
        </p:nvSpPr>
        <p:spPr>
          <a:xfrm>
            <a:off x="3175000" y="114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You made it!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4" dur="25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Frog" descr="Fr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500" y="3302000"/>
            <a:ext cx="1397000" cy="1206500"/>
          </a:xfrm>
          <a:prstGeom prst="rect">
            <a:avLst/>
          </a:prstGeom>
        </p:spPr>
      </p:pic>
      <p:pic>
        <p:nvPicPr>
          <p:cNvPr id="5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841500"/>
            <a:ext cx="2032000" cy="901700"/>
          </a:xfrm>
          <a:prstGeom prst="rect">
            <a:avLst/>
          </a:prstGeom>
        </p:spPr>
      </p:pic>
      <p:sp>
        <p:nvSpPr>
          <p:cNvPr id="6" name="Answer 1 قَفَ" descr="قَفَ">
            <a:hlinkClick action="ppaction://hlinksldjump" r:id="rId6"/>
          </p:cNvPr>
          <p:cNvSpPr/>
          <p:nvPr/>
        </p:nvSpPr>
        <p:spPr>
          <a:xfrm>
            <a:off x="8540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قَفَ</a:t>
            </a:r>
          </a:p>
        </p:txBody>
      </p:sp>
      <p:pic>
        <p:nvPicPr>
          <p:cNvPr id="7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556000"/>
            <a:ext cx="2032000" cy="901700"/>
          </a:xfrm>
          <a:prstGeom prst="rect">
            <a:avLst/>
          </a:prstGeom>
        </p:spPr>
      </p:pic>
      <p:sp>
        <p:nvSpPr>
          <p:cNvPr id="8" name="Answer 2 قَفۡ" descr="قَفۡ">
            <a:hlinkClick action="ppaction://hlinksldjump" r:id="rId7"/>
          </p:cNvPr>
          <p:cNvSpPr/>
          <p:nvPr/>
        </p:nvSpPr>
        <p:spPr>
          <a:xfrm>
            <a:off x="8540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قَفۡ</a:t>
            </a:r>
          </a:p>
        </p:txBody>
      </p:sp>
      <p:pic>
        <p:nvPicPr>
          <p:cNvPr id="9" name="Lily pad 3" descr="Lily pad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270500"/>
            <a:ext cx="2032000" cy="901700"/>
          </a:xfrm>
          <a:prstGeom prst="rect">
            <a:avLst/>
          </a:prstGeom>
        </p:spPr>
      </p:pic>
      <p:sp>
        <p:nvSpPr>
          <p:cNvPr id="10" name="Answer 3 قَفِ" descr="قَفِ">
            <a:hlinkClick action="ppaction://hlinksldjump" r:id="rId6"/>
          </p:cNvPr>
          <p:cNvSpPr/>
          <p:nvPr/>
        </p:nvSpPr>
        <p:spPr>
          <a:xfrm>
            <a:off x="8540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قَفِ</a:t>
            </a:r>
          </a:p>
        </p:txBody>
      </p:sp>
      <p:sp>
        <p:nvSpPr>
          <p:cNvPr id="11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َفۡ" descr="قَف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قَفۡ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3302000"/>
            <a:ext cx="1397000" cy="1206500"/>
          </a:xfrm>
          <a:prstGeom prst="rect">
            <a:avLst/>
          </a:prstGeom>
        </p:spPr>
      </p:pic>
      <p:pic>
        <p:nvPicPr>
          <p:cNvPr id="6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41500"/>
            <a:ext cx="2032000" cy="901700"/>
          </a:xfrm>
          <a:prstGeom prst="rect">
            <a:avLst/>
          </a:prstGeom>
        </p:spPr>
      </p:pic>
      <p:sp>
        <p:nvSpPr>
          <p:cNvPr id="7" name="Answer 1 ثَقۡ" descr="ثَقۡ">
            <a:hlinkClick action="ppaction://hlinksldjump" r:id="rId6"/>
          </p:cNvPr>
          <p:cNvSpPr/>
          <p:nvPr/>
        </p:nvSpPr>
        <p:spPr>
          <a:xfrm>
            <a:off x="7016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ثَقۡ</a:t>
            </a:r>
          </a:p>
        </p:txBody>
      </p:sp>
      <p:pic>
        <p:nvPicPr>
          <p:cNvPr id="8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56000"/>
            <a:ext cx="2032000" cy="901700"/>
          </a:xfrm>
          <a:prstGeom prst="rect">
            <a:avLst/>
          </a:prstGeom>
        </p:spPr>
      </p:pic>
      <p:sp>
        <p:nvSpPr>
          <p:cNvPr id="9" name="Answer 2 ثَقَ" descr="ثَقَ">
            <a:hlinkClick action="ppaction://hlinksldjump" r:id="rId7"/>
          </p:cNvPr>
          <p:cNvSpPr/>
          <p:nvPr/>
        </p:nvSpPr>
        <p:spPr>
          <a:xfrm>
            <a:off x="7016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ثَقَ</a:t>
            </a:r>
          </a:p>
        </p:txBody>
      </p:sp>
      <p:pic>
        <p:nvPicPr>
          <p:cNvPr id="10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70500"/>
            <a:ext cx="2032000" cy="901700"/>
          </a:xfrm>
          <a:prstGeom prst="rect">
            <a:avLst/>
          </a:prstGeom>
        </p:spPr>
      </p:pic>
      <p:sp>
        <p:nvSpPr>
          <p:cNvPr id="11" name="Answer 3 ثَقِ" descr="ثَقِ">
            <a:hlinkClick action="ppaction://hlinksldjump" r:id="rId7"/>
          </p:cNvPr>
          <p:cNvSpPr/>
          <p:nvPr/>
        </p:nvSpPr>
        <p:spPr>
          <a:xfrm>
            <a:off x="7016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ثَقِ</a:t>
            </a:r>
          </a:p>
        </p:txBody>
      </p:sp>
      <p:sp>
        <p:nvSpPr>
          <p:cNvPr id="12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Put them together: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E2640"/>
                </a:solidFill>
                <a:latin typeface="Arial"/>
                <a:cs typeface="Arial"/>
              </a:rPr>
              <a:t>Put them together:</a:t>
            </a:r>
          </a:p>
        </p:txBody>
      </p:sp>
      <p:sp>
        <p:nvSpPr>
          <p:cNvPr id="15" name="Find ثَ + قۡ" descr="ثَ + ق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 + قۡ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500" y="3302000"/>
            <a:ext cx="1397000" cy="1206500"/>
          </a:xfrm>
          <a:prstGeom prst="rect">
            <a:avLst/>
          </a:prstGeom>
        </p:spPr>
      </p:pic>
      <p:pic>
        <p:nvPicPr>
          <p:cNvPr id="7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841500"/>
            <a:ext cx="2032000" cy="901700"/>
          </a:xfrm>
          <a:prstGeom prst="rect">
            <a:avLst/>
          </a:prstGeom>
        </p:spPr>
      </p:pic>
      <p:sp>
        <p:nvSpPr>
          <p:cNvPr id="8" name="Answer 1 ذِئَبٌ" descr="ذِئَبٌ">
            <a:hlinkClick action="ppaction://hlinksldjump" r:id="rId6"/>
          </p:cNvPr>
          <p:cNvSpPr/>
          <p:nvPr/>
        </p:nvSpPr>
        <p:spPr>
          <a:xfrm>
            <a:off x="5492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ذِئَبٌ</a:t>
            </a:r>
          </a:p>
        </p:txBody>
      </p:sp>
      <p:pic>
        <p:nvPicPr>
          <p:cNvPr id="9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556000"/>
            <a:ext cx="2032000" cy="901700"/>
          </a:xfrm>
          <a:prstGeom prst="rect">
            <a:avLst/>
          </a:prstGeom>
        </p:spPr>
      </p:pic>
      <p:sp>
        <p:nvSpPr>
          <p:cNvPr id="10" name="Answer 2 ذَئۡبٌ" descr="ذَئۡبٌ">
            <a:hlinkClick action="ppaction://hlinksldjump" r:id="rId6"/>
          </p:cNvPr>
          <p:cNvSpPr/>
          <p:nvPr/>
        </p:nvSpPr>
        <p:spPr>
          <a:xfrm>
            <a:off x="5492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ذَئۡبٌ</a:t>
            </a:r>
          </a:p>
        </p:txBody>
      </p:sp>
      <p:pic>
        <p:nvPicPr>
          <p:cNvPr id="11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270500"/>
            <a:ext cx="2032000" cy="901700"/>
          </a:xfrm>
          <a:prstGeom prst="rect">
            <a:avLst/>
          </a:prstGeom>
        </p:spPr>
      </p:pic>
      <p:sp>
        <p:nvSpPr>
          <p:cNvPr id="12" name="Answer 3 ذِئۡبٌ" descr="ذِئۡبٌ">
            <a:hlinkClick action="ppaction://hlinksldjump" r:id="rId7"/>
          </p:cNvPr>
          <p:cNvSpPr/>
          <p:nvPr/>
        </p:nvSpPr>
        <p:spPr>
          <a:xfrm>
            <a:off x="5492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3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ذِئۡبٌ" descr="ذِئۡب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ذِئۡبٌ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3302000"/>
            <a:ext cx="1397000" cy="1206500"/>
          </a:xfrm>
          <a:prstGeom prst="rect">
            <a:avLst/>
          </a:prstGeom>
        </p:spPr>
      </p:pic>
      <p:pic>
        <p:nvPicPr>
          <p:cNvPr id="8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1841500"/>
            <a:ext cx="2032000" cy="901700"/>
          </a:xfrm>
          <a:prstGeom prst="rect">
            <a:avLst/>
          </a:prstGeom>
        </p:spPr>
      </p:pic>
      <p:sp>
        <p:nvSpPr>
          <p:cNvPr id="9" name="Answer 1 رَجُلٌ" descr="رَجُلٌ">
            <a:hlinkClick action="ppaction://hlinksldjump" r:id="rId6"/>
          </p:cNvPr>
          <p:cNvSpPr/>
          <p:nvPr/>
        </p:nvSpPr>
        <p:spPr>
          <a:xfrm>
            <a:off x="3968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pic>
        <p:nvPicPr>
          <p:cNvPr id="10" name="Lily pad 2" descr="Lily pa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3556000"/>
            <a:ext cx="2032000" cy="901700"/>
          </a:xfrm>
          <a:prstGeom prst="rect">
            <a:avLst/>
          </a:prstGeom>
        </p:spPr>
      </p:pic>
      <p:sp>
        <p:nvSpPr>
          <p:cNvPr id="11" name="Answer 2 سَمَكٌ" descr="سَمَكٌ">
            <a:hlinkClick action="ppaction://hlinksldjump" r:id="rId6"/>
          </p:cNvPr>
          <p:cNvSpPr/>
          <p:nvPr/>
        </p:nvSpPr>
        <p:spPr>
          <a:xfrm>
            <a:off x="3968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سَمَكٌ</a:t>
            </a:r>
          </a:p>
        </p:txBody>
      </p:sp>
      <p:pic>
        <p:nvPicPr>
          <p:cNvPr id="12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5270500"/>
            <a:ext cx="2032000" cy="901700"/>
          </a:xfrm>
          <a:prstGeom prst="rect">
            <a:avLst/>
          </a:prstGeom>
        </p:spPr>
      </p:pic>
      <p:sp>
        <p:nvSpPr>
          <p:cNvPr id="13" name="Answer 3 يَكۡتُبُ" descr="يَكۡتُبُ">
            <a:hlinkClick action="ppaction://hlinksldjump" r:id="rId7"/>
          </p:cNvPr>
          <p:cNvSpPr/>
          <p:nvPr/>
        </p:nvSpPr>
        <p:spPr>
          <a:xfrm>
            <a:off x="3968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4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a suku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a sukun?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River" descr="R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sland" descr="Isl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6000"/>
            <a:ext cx="2413000" cy="1905000"/>
          </a:xfrm>
          <a:prstGeom prst="rect">
            <a:avLst/>
          </a:prstGeom>
        </p:spPr>
      </p:pic>
      <p:pic>
        <p:nvPicPr>
          <p:cNvPr id="4" name="Pad 1" descr="Pa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937000"/>
            <a:ext cx="1651000" cy="736600"/>
          </a:xfrm>
          <a:prstGeom prst="rect">
            <a:avLst/>
          </a:prstGeom>
        </p:spPr>
      </p:pic>
      <p:pic>
        <p:nvPicPr>
          <p:cNvPr id="5" name="Pad 2" descr="Pa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3937000"/>
            <a:ext cx="1651000" cy="736600"/>
          </a:xfrm>
          <a:prstGeom prst="rect">
            <a:avLst/>
          </a:prstGeom>
        </p:spPr>
      </p:pic>
      <p:pic>
        <p:nvPicPr>
          <p:cNvPr id="6" name="Pad 3" descr="Pa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3937000"/>
            <a:ext cx="1651000" cy="736600"/>
          </a:xfrm>
          <a:prstGeom prst="rect">
            <a:avLst/>
          </a:prstGeom>
        </p:spPr>
      </p:pic>
      <p:pic>
        <p:nvPicPr>
          <p:cNvPr id="7" name="Pad 4" descr="Pa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7000"/>
            <a:ext cx="1651000" cy="736600"/>
          </a:xfrm>
          <a:prstGeom prst="rect">
            <a:avLst/>
          </a:prstGeom>
        </p:spPr>
      </p:pic>
      <p:pic>
        <p:nvPicPr>
          <p:cNvPr id="8" name="Frog" descr="Fr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0" y="3302000"/>
            <a:ext cx="1397000" cy="1206500"/>
          </a:xfrm>
          <a:prstGeom prst="rect">
            <a:avLst/>
          </a:prstGeom>
        </p:spPr>
      </p:pic>
      <p:pic>
        <p:nvPicPr>
          <p:cNvPr id="9" name="Lily pad 1" descr="Lily pa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841500"/>
            <a:ext cx="2032000" cy="901700"/>
          </a:xfrm>
          <a:prstGeom prst="rect">
            <a:avLst/>
          </a:prstGeom>
        </p:spPr>
      </p:pic>
      <p:sp>
        <p:nvSpPr>
          <p:cNvPr id="10" name="Answer 1 لَمۡ" descr="لَمۡ">
            <a:hlinkClick action="ppaction://hlinksldjump" r:id="rId6"/>
          </p:cNvPr>
          <p:cNvSpPr/>
          <p:nvPr/>
        </p:nvSpPr>
        <p:spPr>
          <a:xfrm>
            <a:off x="2444750" y="1397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pic>
        <p:nvPicPr>
          <p:cNvPr id="11" name="Lily pad 2" descr="Lily pa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556000"/>
            <a:ext cx="2032000" cy="901700"/>
          </a:xfrm>
          <a:prstGeom prst="rect">
            <a:avLst/>
          </a:prstGeom>
        </p:spPr>
      </p:pic>
      <p:sp>
        <p:nvSpPr>
          <p:cNvPr id="12" name="Answer 2 لَمِ" descr="لَمِ">
            <a:hlinkClick action="ppaction://hlinksldjump" r:id="rId7"/>
          </p:cNvPr>
          <p:cNvSpPr/>
          <p:nvPr/>
        </p:nvSpPr>
        <p:spPr>
          <a:xfrm>
            <a:off x="2444750" y="3111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لَمِ</a:t>
            </a:r>
          </a:p>
        </p:txBody>
      </p:sp>
      <p:pic>
        <p:nvPicPr>
          <p:cNvPr id="13" name="Lily pad 3" descr="Lily pa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5270500"/>
            <a:ext cx="2032000" cy="901700"/>
          </a:xfrm>
          <a:prstGeom prst="rect">
            <a:avLst/>
          </a:prstGeom>
        </p:spPr>
      </p:pic>
      <p:sp>
        <p:nvSpPr>
          <p:cNvPr id="14" name="Answer 3 لَمَ" descr="لَمَ">
            <a:hlinkClick action="ppaction://hlinksldjump" r:id="rId7"/>
          </p:cNvPr>
          <p:cNvSpPr/>
          <p:nvPr/>
        </p:nvSpPr>
        <p:spPr>
          <a:xfrm>
            <a:off x="2444750" y="48260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5FB76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لَمَ</a:t>
            </a:r>
          </a:p>
        </p:txBody>
      </p:sp>
      <p:sp>
        <p:nvSpPr>
          <p:cNvPr id="15" name="Splash! Try again!" descr="Splash! Try again!"/>
          <p:cNvSpPr/>
          <p:nvPr/>
        </p:nvSpPr>
        <p:spPr>
          <a:xfrm>
            <a:off x="381000" y="482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Splash! 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لَمۡ" descr="لَم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لَمۡ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سَهۡلٌ" descr="سَهۡل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سَهۡلٌ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َلۡعَبٌ" descr="مَلۡعَ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مَلۡعَبٌ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َنۡ" descr="عَن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0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Blue team wins!" descr="Blue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َلۡعَبٌ" descr="مَلۡعَب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مَلۡعَبٌ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َنۡ" descr="عَن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شۡرَبُ" descr="يَشۡرَ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1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فۡهَمُ" descr="يَفۡهَ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َنۡ" descr="عَن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عَنۡ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شۡرَبُ" descr="يَشۡرَب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يَشۡرَبُ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فۡهَمُ" descr="يَفۡهَ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َطۡبَخٌ" descr="مَطۡبَخ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2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لۡ" descr="بَل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0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0" name="Red team wins!" descr="Red team wins!"/>
          <p:cNvSpPr/>
          <p:nvPr/>
        </p:nvSpPr>
        <p:spPr>
          <a:xfrm>
            <a:off x="3556000" y="1397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1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يَفۡهَمُ" descr="يَفۡهَمُ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يَفۡهَمُ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مَطۡبَخٌ" descr="مَطۡبَخ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مَطۡبَخٌ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لۡ" descr="بَل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ِنۡتٌ" descr="بِنۡت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3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9" name="Blue score" descr="Blue: 5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ِلۡمٌ" descr="عِلۡ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2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َلۡ" descr="بَلۡ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بَلۡ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بِنۡتٌ" descr="بِنۡت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بِنۡتٌ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4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9" name="Blue score" descr="Blue: 4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ِلۡمٌ" descr="عِلۡ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8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whoosh.wav"/>
      </p:stSnd>
    </p:sndAc>
  </p:transition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pe" descr="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10795000" cy="571500"/>
          </a:xfrm>
          <a:prstGeom prst="rect">
            <a:avLst/>
          </a:prstGeom>
        </p:spPr>
      </p:pic>
      <p:sp>
        <p:nvSpPr>
          <p:cNvPr id="4" name="Middle line"/>
          <p:cNvSpPr/>
          <p:nvPr/>
        </p:nvSpPr>
        <p:spPr>
          <a:xfrm>
            <a:off x="6064250" y="4445000"/>
            <a:ext cx="63500" cy="1270000"/>
          </a:xfrm>
          <a:prstGeom prst="rect">
            <a:avLst/>
          </a:prstGeom>
          <a:solidFill>
            <a:srgbClr val="9C9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Flag" descr="Fl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4191000"/>
            <a:ext cx="571500" cy="1016000"/>
          </a:xfrm>
          <a:prstGeom prst="rect">
            <a:avLst/>
          </a:prstGeom>
        </p:spPr>
      </p:pic>
      <p:pic>
        <p:nvPicPr>
          <p:cNvPr id="6" name="Red team" descr="Red te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3810000"/>
            <a:ext cx="1524000" cy="1739900"/>
          </a:xfrm>
          <a:prstGeom prst="rect">
            <a:avLst/>
          </a:prstGeom>
        </p:spPr>
      </p:pic>
      <p:pic>
        <p:nvPicPr>
          <p:cNvPr id="7" name="Blue team" descr="Blue t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3810000"/>
            <a:ext cx="1524000" cy="1739900"/>
          </a:xfrm>
          <a:prstGeom prst="rect">
            <a:avLst/>
          </a:prstGeom>
        </p:spPr>
      </p:pic>
      <p:sp>
        <p:nvSpPr>
          <p:cNvPr id="8" name="Red score" descr="Red: 5"/>
          <p:cNvSpPr/>
          <p:nvPr/>
        </p:nvSpPr>
        <p:spPr>
          <a:xfrm>
            <a:off x="254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9" name="Blue score" descr="Blue: 3"/>
          <p:cNvSpPr/>
          <p:nvPr/>
        </p:nvSpPr>
        <p:spPr>
          <a:xfrm>
            <a:off x="9398000" y="5715000"/>
            <a:ext cx="25400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0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Tug of Wa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Tug of War!  Read the word, then tap your team.</a:t>
            </a:r>
          </a:p>
        </p:txBody>
      </p:sp>
      <p:sp>
        <p:nvSpPr>
          <p:cNvPr id="12" name="Word card"/>
          <p:cNvSpPr/>
          <p:nvPr/>
        </p:nvSpPr>
        <p:spPr>
          <a:xfrm>
            <a:off x="3873500" y="10160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ord عِلۡمٌ" descr="عِلۡمٌ"/>
          <p:cNvSpPr/>
          <p:nvPr/>
        </p:nvSpPr>
        <p:spPr>
          <a:xfrm>
            <a:off x="4064000" y="10795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عِلۡمٌ</a:t>
            </a:r>
          </a:p>
        </p:txBody>
      </p:sp>
      <p:sp>
        <p:nvSpPr>
          <p:cNvPr id="14" name="Red point" descr="Red ✓">
            <a:hlinkClick action="ppaction://hlinksldjump" r:id="rId7"/>
          </p:cNvPr>
          <p:cNvSpPr/>
          <p:nvPr/>
        </p:nvSpPr>
        <p:spPr>
          <a:xfrm>
            <a:off x="381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15" name="Blue point" descr="Blue ✓">
            <a:hlinkClick action="ppaction://hlinksldjump" r:id="rId7"/>
          </p:cNvPr>
          <p:cNvSpPr/>
          <p:nvPr/>
        </p:nvSpPr>
        <p:spPr>
          <a:xfrm>
            <a:off x="9906000" y="1778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whoosh.wav"/>
      </p:stSnd>
    </p:sndAc>
  </p:transition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